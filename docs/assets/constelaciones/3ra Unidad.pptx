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sldIdLst>
    <p:sldId id="521" r:id="rId2"/>
    <p:sldId id="425" r:id="rId3"/>
    <p:sldId id="426" r:id="rId4"/>
    <p:sldId id="427" r:id="rId5"/>
    <p:sldId id="428" r:id="rId6"/>
    <p:sldId id="429" r:id="rId7"/>
    <p:sldId id="430" r:id="rId8"/>
    <p:sldId id="431" r:id="rId9"/>
    <p:sldId id="432" r:id="rId10"/>
    <p:sldId id="434" r:id="rId11"/>
    <p:sldId id="435" r:id="rId12"/>
    <p:sldId id="436" r:id="rId13"/>
    <p:sldId id="437" r:id="rId14"/>
    <p:sldId id="438" r:id="rId15"/>
    <p:sldId id="441" r:id="rId16"/>
    <p:sldId id="458" r:id="rId17"/>
    <p:sldId id="444" r:id="rId18"/>
    <p:sldId id="445" r:id="rId19"/>
    <p:sldId id="462" r:id="rId20"/>
    <p:sldId id="451" r:id="rId21"/>
    <p:sldId id="452" r:id="rId22"/>
    <p:sldId id="439" r:id="rId23"/>
    <p:sldId id="440" r:id="rId24"/>
    <p:sldId id="446" r:id="rId25"/>
    <p:sldId id="448" r:id="rId26"/>
    <p:sldId id="459" r:id="rId27"/>
    <p:sldId id="460" r:id="rId28"/>
    <p:sldId id="449" r:id="rId29"/>
    <p:sldId id="461" r:id="rId30"/>
    <p:sldId id="447" r:id="rId31"/>
    <p:sldId id="443" r:id="rId32"/>
    <p:sldId id="525" r:id="rId33"/>
    <p:sldId id="450" r:id="rId34"/>
    <p:sldId id="526" r:id="rId35"/>
    <p:sldId id="528" r:id="rId36"/>
    <p:sldId id="529" r:id="rId37"/>
    <p:sldId id="527" r:id="rId38"/>
  </p:sldIdLst>
  <p:sldSz cx="9144000" cy="6858000" type="screen4x3"/>
  <p:notesSz cx="6858000" cy="9144000"/>
  <p:defaultTextStyle>
    <a:defPPr>
      <a:defRPr lang="en-US"/>
    </a:defPPr>
    <a:lvl1pPr algn="ctr" rtl="0" fontAlgn="base">
      <a:spcBef>
        <a:spcPct val="0"/>
      </a:spcBef>
      <a:spcAft>
        <a:spcPct val="0"/>
      </a:spcAft>
      <a:defRPr kern="1200">
        <a:solidFill>
          <a:schemeClr val="tx1"/>
        </a:solidFill>
        <a:latin typeface="Tahoma" pitchFamily="34" charset="0"/>
        <a:ea typeface="+mn-ea"/>
        <a:cs typeface="+mn-cs"/>
      </a:defRPr>
    </a:lvl1pPr>
    <a:lvl2pPr marL="457200" algn="ctr" rtl="0" fontAlgn="base">
      <a:spcBef>
        <a:spcPct val="0"/>
      </a:spcBef>
      <a:spcAft>
        <a:spcPct val="0"/>
      </a:spcAft>
      <a:defRPr kern="1200">
        <a:solidFill>
          <a:schemeClr val="tx1"/>
        </a:solidFill>
        <a:latin typeface="Tahoma" pitchFamily="34" charset="0"/>
        <a:ea typeface="+mn-ea"/>
        <a:cs typeface="+mn-cs"/>
      </a:defRPr>
    </a:lvl2pPr>
    <a:lvl3pPr marL="914400" algn="ctr" rtl="0" fontAlgn="base">
      <a:spcBef>
        <a:spcPct val="0"/>
      </a:spcBef>
      <a:spcAft>
        <a:spcPct val="0"/>
      </a:spcAft>
      <a:defRPr kern="1200">
        <a:solidFill>
          <a:schemeClr val="tx1"/>
        </a:solidFill>
        <a:latin typeface="Tahoma" pitchFamily="34" charset="0"/>
        <a:ea typeface="+mn-ea"/>
        <a:cs typeface="+mn-cs"/>
      </a:defRPr>
    </a:lvl3pPr>
    <a:lvl4pPr marL="1371600" algn="ctr" rtl="0" fontAlgn="base">
      <a:spcBef>
        <a:spcPct val="0"/>
      </a:spcBef>
      <a:spcAft>
        <a:spcPct val="0"/>
      </a:spcAft>
      <a:defRPr kern="1200">
        <a:solidFill>
          <a:schemeClr val="tx1"/>
        </a:solidFill>
        <a:latin typeface="Tahoma" pitchFamily="34" charset="0"/>
        <a:ea typeface="+mn-ea"/>
        <a:cs typeface="+mn-cs"/>
      </a:defRPr>
    </a:lvl4pPr>
    <a:lvl5pPr marL="1828800" algn="ctr" rtl="0" fontAlgn="base">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00"/>
    <a:srgbClr val="008000"/>
    <a:srgbClr val="FF00FF"/>
    <a:srgbClr val="996633"/>
    <a:srgbClr val="CC9900"/>
    <a:srgbClr val="33CCFF"/>
    <a:srgbClr val="E5FB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autoAdjust="0"/>
    <p:restoredTop sz="94747" autoAdjust="0"/>
  </p:normalViewPr>
  <p:slideViewPr>
    <p:cSldViewPr>
      <p:cViewPr>
        <p:scale>
          <a:sx n="120" d="100"/>
          <a:sy n="120" d="100"/>
        </p:scale>
        <p:origin x="384" y="-15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4803343 w 1000"/>
              <a:gd name="T3" fmla="*/ 0 h 1000"/>
              <a:gd name="T4" fmla="*/ 4803343 w 1000"/>
              <a:gd name="T5" fmla="*/ 109538 h 1000"/>
              <a:gd name="T6" fmla="*/ 0 w 1000"/>
              <a:gd name="T7" fmla="*/ 109538 h 1000"/>
              <a:gd name="T8" fmla="*/ 0 w 1000"/>
              <a:gd name="T9" fmla="*/ 0 h 1000"/>
              <a:gd name="T10" fmla="*/ 77724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s-CL"/>
          </a:p>
        </p:txBody>
      </p:sp>
      <p:sp>
        <p:nvSpPr>
          <p:cNvPr id="193538" name="Rectangle 2"/>
          <p:cNvSpPr>
            <a:spLocks noGrp="1" noChangeArrowheads="1"/>
          </p:cNvSpPr>
          <p:nvPr>
            <p:ph type="ctrTitle"/>
          </p:nvPr>
        </p:nvSpPr>
        <p:spPr bwMode="auto">
          <a:xfrm>
            <a:off x="685800" y="990600"/>
            <a:ext cx="7772400" cy="1371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4000"/>
            </a:lvl1pPr>
          </a:lstStyle>
          <a:p>
            <a:pPr lvl="0"/>
            <a:r>
              <a:rPr lang="es-VE" altLang="es-CL" noProof="0"/>
              <a:t>Haga clic para cambiar el estilo de título	</a:t>
            </a:r>
          </a:p>
        </p:txBody>
      </p:sp>
      <p:sp>
        <p:nvSpPr>
          <p:cNvPr id="193539" name="Rectangle 3"/>
          <p:cNvSpPr>
            <a:spLocks noGrp="1" noChangeArrowheads="1"/>
          </p:cNvSpPr>
          <p:nvPr>
            <p:ph type="subTitle" idx="1"/>
          </p:nvPr>
        </p:nvSpPr>
        <p:spPr bwMode="auto">
          <a:xfrm>
            <a:off x="1447800" y="3429000"/>
            <a:ext cx="7010400" cy="1600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buFont typeface="Wingdings" pitchFamily="2" charset="2"/>
              <a:buNone/>
              <a:defRPr sz="2800"/>
            </a:lvl1pPr>
          </a:lstStyle>
          <a:p>
            <a:pPr lvl="0"/>
            <a:r>
              <a:rPr lang="es-VE" altLang="es-CL" noProof="0"/>
              <a:t>Haga clic para modificar el estilo de subtítulo del patrón</a:t>
            </a:r>
          </a:p>
        </p:txBody>
      </p:sp>
      <p:sp>
        <p:nvSpPr>
          <p:cNvPr id="5" name="Rectangle 4"/>
          <p:cNvSpPr>
            <a:spLocks noGrp="1" noChangeArrowheads="1"/>
          </p:cNvSpPr>
          <p:nvPr>
            <p:ph type="dt" sz="half" idx="10"/>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latin typeface="+mn-lt"/>
              </a:defRPr>
            </a:lvl1pPr>
          </a:lstStyle>
          <a:p>
            <a:pPr>
              <a:defRPr/>
            </a:pPr>
            <a:endParaRPr lang="es-VE" altLang="es-CL"/>
          </a:p>
        </p:txBody>
      </p:sp>
      <p:sp>
        <p:nvSpPr>
          <p:cNvPr id="6" name="Rectangle 5"/>
          <p:cNvSpPr>
            <a:spLocks noGrp="1" noChangeArrowheads="1"/>
          </p:cNvSpPr>
          <p:nvPr>
            <p:ph type="ftr" sz="quarter" idx="11"/>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mn-lt"/>
              </a:defRPr>
            </a:lvl1pPr>
          </a:lstStyle>
          <a:p>
            <a:pPr>
              <a:defRPr/>
            </a:pPr>
            <a:endParaRPr lang="es-VE" altLang="es-CL"/>
          </a:p>
        </p:txBody>
      </p:sp>
      <p:sp>
        <p:nvSpPr>
          <p:cNvPr id="7" name="Rectangle 6"/>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mn-lt"/>
              </a:defRPr>
            </a:lvl1pPr>
          </a:lstStyle>
          <a:p>
            <a:pPr>
              <a:defRPr/>
            </a:pPr>
            <a:fld id="{45987B40-E78C-440D-BDE2-A68C4D6E5BDD}" type="slidenum">
              <a:rPr lang="es-VE" altLang="es-CL"/>
              <a:pPr>
                <a:defRPr/>
              </a:pPr>
              <a:t>‹Nº›</a:t>
            </a:fld>
            <a:endParaRPr lang="es-VE" altLang="es-CL"/>
          </a:p>
        </p:txBody>
      </p:sp>
    </p:spTree>
    <p:extLst>
      <p:ext uri="{BB962C8B-B14F-4D97-AF65-F5344CB8AC3E}">
        <p14:creationId xmlns:p14="http://schemas.microsoft.com/office/powerpoint/2010/main" val="3719250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endParaRPr lang="es-CL"/>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Tree>
    <p:extLst>
      <p:ext uri="{BB962C8B-B14F-4D97-AF65-F5344CB8AC3E}">
        <p14:creationId xmlns:p14="http://schemas.microsoft.com/office/powerpoint/2010/main" val="226494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endParaRPr lang="es-CL"/>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3437025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endParaRPr lang="es-CL"/>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Tree>
    <p:extLst>
      <p:ext uri="{BB962C8B-B14F-4D97-AF65-F5344CB8AC3E}">
        <p14:creationId xmlns:p14="http://schemas.microsoft.com/office/powerpoint/2010/main" val="1543064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endParaRPr lang="es-CL"/>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Tree>
    <p:extLst>
      <p:ext uri="{BB962C8B-B14F-4D97-AF65-F5344CB8AC3E}">
        <p14:creationId xmlns:p14="http://schemas.microsoft.com/office/powerpoint/2010/main" val="960129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endParaRPr lang="es-CL"/>
          </a:p>
        </p:txBody>
      </p:sp>
    </p:spTree>
    <p:extLst>
      <p:ext uri="{BB962C8B-B14F-4D97-AF65-F5344CB8AC3E}">
        <p14:creationId xmlns:p14="http://schemas.microsoft.com/office/powerpoint/2010/main" val="3869659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2" name="0 Imagen"/>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53027"/>
          <a:stretch>
            <a:fillRect/>
          </a:stretch>
        </p:blipFill>
        <p:spPr bwMode="auto">
          <a:xfrm>
            <a:off x="7524328" y="176572"/>
            <a:ext cx="13716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8621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endParaRPr lang="es-CL"/>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172347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endParaRPr lang="es-CL"/>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L" noProof="0"/>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516746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endParaRPr lang="es-CL"/>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Tree>
    <p:extLst>
      <p:ext uri="{BB962C8B-B14F-4D97-AF65-F5344CB8AC3E}">
        <p14:creationId xmlns:p14="http://schemas.microsoft.com/office/powerpoint/2010/main" val="3542706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endParaRPr lang="es-CL"/>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Tree>
    <p:extLst>
      <p:ext uri="{BB962C8B-B14F-4D97-AF65-F5344CB8AC3E}">
        <p14:creationId xmlns:p14="http://schemas.microsoft.com/office/powerpoint/2010/main" val="348421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AutoShape 4"/>
          <p:cNvSpPr>
            <a:spLocks noChangeArrowheads="1"/>
          </p:cNvSpPr>
          <p:nvPr/>
        </p:nvSpPr>
        <p:spPr bwMode="auto">
          <a:xfrm>
            <a:off x="611188" y="692150"/>
            <a:ext cx="7958137" cy="109538"/>
          </a:xfrm>
          <a:custGeom>
            <a:avLst/>
            <a:gdLst>
              <a:gd name="T0" fmla="*/ 0 w 1000"/>
              <a:gd name="T1" fmla="*/ 0 h 1000"/>
              <a:gd name="T2" fmla="*/ 4655510 w 1000"/>
              <a:gd name="T3" fmla="*/ 0 h 1000"/>
              <a:gd name="T4" fmla="*/ 4655510 w 1000"/>
              <a:gd name="T5" fmla="*/ 109538 h 1000"/>
              <a:gd name="T6" fmla="*/ 0 w 1000"/>
              <a:gd name="T7" fmla="*/ 109538 h 1000"/>
              <a:gd name="T8" fmla="*/ 0 w 1000"/>
              <a:gd name="T9" fmla="*/ 0 h 1000"/>
              <a:gd name="T10" fmla="*/ 795813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s-CL"/>
          </a:p>
        </p:txBody>
      </p:sp>
    </p:spTree>
  </p:cSld>
  <p:clrMap bg1="lt1" tx1="dk1" bg2="lt2" tx2="dk2" accent1="accent1" accent2="accent2" accent3="accent3" accent4="accent4" accent5="accent5" accent6="accent6" hlink="hlink" folHlink="folHlink"/>
  <p:sldLayoutIdLst>
    <p:sldLayoutId id="2147483714"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6.gi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5.gif"/><Relationship Id="rId5" Type="http://schemas.openxmlformats.org/officeDocument/2006/relationships/image" Target="../media/image4.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image" Target="../media/image10.wmf"/><Relationship Id="rId7" Type="http://schemas.openxmlformats.org/officeDocument/2006/relationships/image" Target="../media/image12.w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11.wmf"/><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8.wmf"/><Relationship Id="rId3" Type="http://schemas.openxmlformats.org/officeDocument/2006/relationships/image" Target="../media/image13.wmf"/><Relationship Id="rId7" Type="http://schemas.openxmlformats.org/officeDocument/2006/relationships/image" Target="../media/image15.wmf"/><Relationship Id="rId12" Type="http://schemas.openxmlformats.org/officeDocument/2006/relationships/oleObject" Target="../embeddings/oleObject13.bin"/><Relationship Id="rId17" Type="http://schemas.openxmlformats.org/officeDocument/2006/relationships/image" Target="../media/image20.wmf"/><Relationship Id="rId2" Type="http://schemas.openxmlformats.org/officeDocument/2006/relationships/oleObject" Target="../embeddings/oleObject8.bin"/><Relationship Id="rId16" Type="http://schemas.openxmlformats.org/officeDocument/2006/relationships/oleObject" Target="../embeddings/oleObject15.bin"/><Relationship Id="rId1" Type="http://schemas.openxmlformats.org/officeDocument/2006/relationships/slideLayout" Target="../slideLayouts/slideLayout7.xml"/><Relationship Id="rId6" Type="http://schemas.openxmlformats.org/officeDocument/2006/relationships/oleObject" Target="../embeddings/oleObject10.bin"/><Relationship Id="rId11" Type="http://schemas.openxmlformats.org/officeDocument/2006/relationships/image" Target="../media/image17.wmf"/><Relationship Id="rId5" Type="http://schemas.openxmlformats.org/officeDocument/2006/relationships/image" Target="../media/image14.wmf"/><Relationship Id="rId15" Type="http://schemas.openxmlformats.org/officeDocument/2006/relationships/image" Target="../media/image19.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6.wmf"/><Relationship Id="rId1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6.bin"/><Relationship Id="rId1" Type="http://schemas.openxmlformats.org/officeDocument/2006/relationships/slideLayout" Target="../slideLayouts/slideLayout7.xml"/><Relationship Id="rId6" Type="http://schemas.openxmlformats.org/officeDocument/2006/relationships/image" Target="../media/image23.gif"/><Relationship Id="rId5" Type="http://schemas.openxmlformats.org/officeDocument/2006/relationships/image" Target="../media/image22.wmf"/><Relationship Id="rId4" Type="http://schemas.openxmlformats.org/officeDocument/2006/relationships/oleObject" Target="../embeddings/oleObject17.bin"/></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image" Target="../media/image28.jpeg"/></Relationships>
</file>

<file path=ppt/slides/_rels/slide13.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image" Target="../media/image36.wmf"/><Relationship Id="rId18" Type="http://schemas.openxmlformats.org/officeDocument/2006/relationships/oleObject" Target="../embeddings/oleObject25.bin"/><Relationship Id="rId3" Type="http://schemas.openxmlformats.org/officeDocument/2006/relationships/image" Target="../media/image30.wmf"/><Relationship Id="rId7" Type="http://schemas.openxmlformats.org/officeDocument/2006/relationships/image" Target="../media/image32.wmf"/><Relationship Id="rId12" Type="http://schemas.openxmlformats.org/officeDocument/2006/relationships/oleObject" Target="../embeddings/oleObject22.bin"/><Relationship Id="rId17" Type="http://schemas.openxmlformats.org/officeDocument/2006/relationships/image" Target="../media/image38.wmf"/><Relationship Id="rId2" Type="http://schemas.openxmlformats.org/officeDocument/2006/relationships/oleObject" Target="../embeddings/oleObject18.bin"/><Relationship Id="rId16" Type="http://schemas.openxmlformats.org/officeDocument/2006/relationships/oleObject" Target="../embeddings/oleObject24.bin"/><Relationship Id="rId1" Type="http://schemas.openxmlformats.org/officeDocument/2006/relationships/slideLayout" Target="../slideLayouts/slideLayout7.xml"/><Relationship Id="rId6" Type="http://schemas.openxmlformats.org/officeDocument/2006/relationships/oleObject" Target="../embeddings/oleObject20.bin"/><Relationship Id="rId11" Type="http://schemas.openxmlformats.org/officeDocument/2006/relationships/image" Target="../media/image35.emf"/><Relationship Id="rId5" Type="http://schemas.openxmlformats.org/officeDocument/2006/relationships/image" Target="../media/image31.wmf"/><Relationship Id="rId15" Type="http://schemas.openxmlformats.org/officeDocument/2006/relationships/image" Target="../media/image37.wmf"/><Relationship Id="rId10" Type="http://schemas.openxmlformats.org/officeDocument/2006/relationships/oleObject" Target="../embeddings/oleObject21.bin"/><Relationship Id="rId19" Type="http://schemas.openxmlformats.org/officeDocument/2006/relationships/image" Target="../media/image39.wmf"/><Relationship Id="rId4" Type="http://schemas.openxmlformats.org/officeDocument/2006/relationships/oleObject" Target="../embeddings/oleObject19.bin"/><Relationship Id="rId9" Type="http://schemas.openxmlformats.org/officeDocument/2006/relationships/image" Target="../media/image34.wmf"/><Relationship Id="rId14" Type="http://schemas.openxmlformats.org/officeDocument/2006/relationships/oleObject" Target="../embeddings/oleObject23.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oleObject" Target="../embeddings/oleObject30.bin"/><Relationship Id="rId3" Type="http://schemas.openxmlformats.org/officeDocument/2006/relationships/oleObject" Target="../embeddings/oleObject26.bin"/><Relationship Id="rId7" Type="http://schemas.openxmlformats.org/officeDocument/2006/relationships/image" Target="../media/image43.wmf"/><Relationship Id="rId12" Type="http://schemas.openxmlformats.org/officeDocument/2006/relationships/image" Target="../media/image46.wmf"/><Relationship Id="rId2" Type="http://schemas.openxmlformats.org/officeDocument/2006/relationships/image" Target="../media/image40.wmf"/><Relationship Id="rId1" Type="http://schemas.openxmlformats.org/officeDocument/2006/relationships/slideLayout" Target="../slideLayouts/slideLayout7.xml"/><Relationship Id="rId6" Type="http://schemas.openxmlformats.org/officeDocument/2006/relationships/image" Target="../media/image42.wmf"/><Relationship Id="rId11" Type="http://schemas.openxmlformats.org/officeDocument/2006/relationships/image" Target="../media/image45.emf"/><Relationship Id="rId5" Type="http://schemas.openxmlformats.org/officeDocument/2006/relationships/oleObject" Target="../embeddings/oleObject27.bin"/><Relationship Id="rId15" Type="http://schemas.openxmlformats.org/officeDocument/2006/relationships/hyperlink" Target="http://www.walter-fendt.de/ph14s/equilibrium_s.htm" TargetMode="External"/><Relationship Id="rId10" Type="http://schemas.openxmlformats.org/officeDocument/2006/relationships/oleObject" Target="../embeddings/oleObject29.bin"/><Relationship Id="rId4" Type="http://schemas.openxmlformats.org/officeDocument/2006/relationships/image" Target="../media/image41.wmf"/><Relationship Id="rId9" Type="http://schemas.openxmlformats.org/officeDocument/2006/relationships/image" Target="../media/image44.emf"/><Relationship Id="rId14" Type="http://schemas.openxmlformats.org/officeDocument/2006/relationships/image" Target="../media/image47.wmf"/></Relationships>
</file>

<file path=ppt/slides/_rels/slide15.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36.bin"/><Relationship Id="rId18" Type="http://schemas.openxmlformats.org/officeDocument/2006/relationships/image" Target="../media/image55.wmf"/><Relationship Id="rId3" Type="http://schemas.openxmlformats.org/officeDocument/2006/relationships/oleObject" Target="../embeddings/oleObject31.bin"/><Relationship Id="rId21" Type="http://schemas.openxmlformats.org/officeDocument/2006/relationships/oleObject" Target="../embeddings/oleObject40.bin"/><Relationship Id="rId7" Type="http://schemas.openxmlformats.org/officeDocument/2006/relationships/oleObject" Target="../embeddings/oleObject33.bin"/><Relationship Id="rId12" Type="http://schemas.openxmlformats.org/officeDocument/2006/relationships/image" Target="../media/image52.wmf"/><Relationship Id="rId17" Type="http://schemas.openxmlformats.org/officeDocument/2006/relationships/oleObject" Target="../embeddings/oleObject38.bin"/><Relationship Id="rId2" Type="http://schemas.openxmlformats.org/officeDocument/2006/relationships/image" Target="../media/image46.wmf"/><Relationship Id="rId16" Type="http://schemas.openxmlformats.org/officeDocument/2006/relationships/image" Target="../media/image54.wmf"/><Relationship Id="rId20" Type="http://schemas.openxmlformats.org/officeDocument/2006/relationships/image" Target="../media/image56.wmf"/><Relationship Id="rId1" Type="http://schemas.openxmlformats.org/officeDocument/2006/relationships/slideLayout" Target="../slideLayouts/slideLayout7.xml"/><Relationship Id="rId6" Type="http://schemas.openxmlformats.org/officeDocument/2006/relationships/image" Target="../media/image49.wmf"/><Relationship Id="rId11" Type="http://schemas.openxmlformats.org/officeDocument/2006/relationships/oleObject" Target="../embeddings/oleObject35.bin"/><Relationship Id="rId5" Type="http://schemas.openxmlformats.org/officeDocument/2006/relationships/oleObject" Target="../embeddings/oleObject32.bin"/><Relationship Id="rId15" Type="http://schemas.openxmlformats.org/officeDocument/2006/relationships/oleObject" Target="../embeddings/oleObject37.bin"/><Relationship Id="rId10" Type="http://schemas.openxmlformats.org/officeDocument/2006/relationships/image" Target="../media/image51.wmf"/><Relationship Id="rId19" Type="http://schemas.openxmlformats.org/officeDocument/2006/relationships/oleObject" Target="../embeddings/oleObject39.bin"/><Relationship Id="rId4" Type="http://schemas.openxmlformats.org/officeDocument/2006/relationships/image" Target="../media/image48.wmf"/><Relationship Id="rId9" Type="http://schemas.openxmlformats.org/officeDocument/2006/relationships/oleObject" Target="../embeddings/oleObject34.bin"/><Relationship Id="rId14" Type="http://schemas.openxmlformats.org/officeDocument/2006/relationships/image" Target="../media/image53.wmf"/><Relationship Id="rId22" Type="http://schemas.openxmlformats.org/officeDocument/2006/relationships/image" Target="../media/image57.wmf"/></Relationships>
</file>

<file path=ppt/slides/_rels/slide16.xml.rels><?xml version="1.0" encoding="UTF-8" standalone="yes"?>
<Relationships xmlns="http://schemas.openxmlformats.org/package/2006/relationships"><Relationship Id="rId8" Type="http://schemas.openxmlformats.org/officeDocument/2006/relationships/image" Target="../media/image60.wmf"/><Relationship Id="rId13" Type="http://schemas.openxmlformats.org/officeDocument/2006/relationships/oleObject" Target="../embeddings/oleObject46.bin"/><Relationship Id="rId18" Type="http://schemas.openxmlformats.org/officeDocument/2006/relationships/image" Target="../media/image65.wmf"/><Relationship Id="rId3" Type="http://schemas.openxmlformats.org/officeDocument/2006/relationships/oleObject" Target="../embeddings/oleObject41.bin"/><Relationship Id="rId21" Type="http://schemas.openxmlformats.org/officeDocument/2006/relationships/oleObject" Target="../embeddings/oleObject50.bin"/><Relationship Id="rId7" Type="http://schemas.openxmlformats.org/officeDocument/2006/relationships/oleObject" Target="../embeddings/oleObject43.bin"/><Relationship Id="rId12" Type="http://schemas.openxmlformats.org/officeDocument/2006/relationships/image" Target="../media/image62.wmf"/><Relationship Id="rId17" Type="http://schemas.openxmlformats.org/officeDocument/2006/relationships/oleObject" Target="../embeddings/oleObject48.bin"/><Relationship Id="rId2" Type="http://schemas.openxmlformats.org/officeDocument/2006/relationships/image" Target="../media/image46.wmf"/><Relationship Id="rId16" Type="http://schemas.openxmlformats.org/officeDocument/2006/relationships/image" Target="../media/image64.wmf"/><Relationship Id="rId20" Type="http://schemas.openxmlformats.org/officeDocument/2006/relationships/image" Target="../media/image66.wmf"/><Relationship Id="rId1" Type="http://schemas.openxmlformats.org/officeDocument/2006/relationships/slideLayout" Target="../slideLayouts/slideLayout7.xml"/><Relationship Id="rId6" Type="http://schemas.openxmlformats.org/officeDocument/2006/relationships/image" Target="../media/image59.wmf"/><Relationship Id="rId11" Type="http://schemas.openxmlformats.org/officeDocument/2006/relationships/oleObject" Target="../embeddings/oleObject45.bin"/><Relationship Id="rId5" Type="http://schemas.openxmlformats.org/officeDocument/2006/relationships/oleObject" Target="../embeddings/oleObject42.bin"/><Relationship Id="rId15" Type="http://schemas.openxmlformats.org/officeDocument/2006/relationships/oleObject" Target="../embeddings/oleObject47.bin"/><Relationship Id="rId10" Type="http://schemas.openxmlformats.org/officeDocument/2006/relationships/image" Target="../media/image61.wmf"/><Relationship Id="rId19" Type="http://schemas.openxmlformats.org/officeDocument/2006/relationships/oleObject" Target="../embeddings/oleObject49.bin"/><Relationship Id="rId4" Type="http://schemas.openxmlformats.org/officeDocument/2006/relationships/image" Target="../media/image58.wmf"/><Relationship Id="rId9" Type="http://schemas.openxmlformats.org/officeDocument/2006/relationships/oleObject" Target="../embeddings/oleObject44.bin"/><Relationship Id="rId14" Type="http://schemas.openxmlformats.org/officeDocument/2006/relationships/image" Target="../media/image63.wmf"/><Relationship Id="rId22" Type="http://schemas.openxmlformats.org/officeDocument/2006/relationships/image" Target="../media/image67.wmf"/></Relationships>
</file>

<file path=ppt/slides/_rels/slide17.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55.wmf"/><Relationship Id="rId3" Type="http://schemas.openxmlformats.org/officeDocument/2006/relationships/oleObject" Target="../embeddings/oleObject51.bin"/><Relationship Id="rId7" Type="http://schemas.openxmlformats.org/officeDocument/2006/relationships/image" Target="../media/image71.png"/><Relationship Id="rId12" Type="http://schemas.openxmlformats.org/officeDocument/2006/relationships/oleObject" Target="../embeddings/oleObject52.bin"/><Relationship Id="rId2" Type="http://schemas.openxmlformats.org/officeDocument/2006/relationships/image" Target="../media/image40.wmf"/><Relationship Id="rId1" Type="http://schemas.openxmlformats.org/officeDocument/2006/relationships/slideLayout" Target="../slideLayouts/slideLayout7.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wmf"/><Relationship Id="rId9" Type="http://schemas.openxmlformats.org/officeDocument/2006/relationships/image" Target="../media/image73.png"/></Relationships>
</file>

<file path=ppt/slides/_rels/slide18.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57.bin"/><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80.wmf"/><Relationship Id="rId2" Type="http://schemas.openxmlformats.org/officeDocument/2006/relationships/image" Target="../media/image76.jpeg"/><Relationship Id="rId16" Type="http://schemas.openxmlformats.org/officeDocument/2006/relationships/image" Target="../media/image82.wmf"/><Relationship Id="rId1" Type="http://schemas.openxmlformats.org/officeDocument/2006/relationships/slideLayout" Target="../slideLayouts/slideLayout7.xml"/><Relationship Id="rId6" Type="http://schemas.openxmlformats.org/officeDocument/2006/relationships/image" Target="../media/image77.wmf"/><Relationship Id="rId11" Type="http://schemas.openxmlformats.org/officeDocument/2006/relationships/oleObject" Target="../embeddings/oleObject56.bin"/><Relationship Id="rId5" Type="http://schemas.openxmlformats.org/officeDocument/2006/relationships/oleObject" Target="../embeddings/oleObject53.bin"/><Relationship Id="rId15" Type="http://schemas.openxmlformats.org/officeDocument/2006/relationships/oleObject" Target="../embeddings/oleObject58.bin"/><Relationship Id="rId10" Type="http://schemas.openxmlformats.org/officeDocument/2006/relationships/image" Target="../media/image79.wmf"/><Relationship Id="rId4" Type="http://schemas.openxmlformats.org/officeDocument/2006/relationships/image" Target="../media/image55.wmf"/><Relationship Id="rId9" Type="http://schemas.openxmlformats.org/officeDocument/2006/relationships/oleObject" Target="../embeddings/oleObject55.bin"/><Relationship Id="rId14" Type="http://schemas.openxmlformats.org/officeDocument/2006/relationships/image" Target="../media/image81.wmf"/></Relationships>
</file>

<file path=ppt/slides/_rels/slide19.xml.rels><?xml version="1.0" encoding="UTF-8" standalone="yes"?>
<Relationships xmlns="http://schemas.openxmlformats.org/package/2006/relationships"><Relationship Id="rId13" Type="http://schemas.openxmlformats.org/officeDocument/2006/relationships/oleObject" Target="../embeddings/oleObject64.bin"/><Relationship Id="rId18" Type="http://schemas.openxmlformats.org/officeDocument/2006/relationships/image" Target="../media/image91.wmf"/><Relationship Id="rId26" Type="http://schemas.openxmlformats.org/officeDocument/2006/relationships/image" Target="../media/image95.wmf"/><Relationship Id="rId39" Type="http://schemas.openxmlformats.org/officeDocument/2006/relationships/oleObject" Target="../embeddings/oleObject77.bin"/><Relationship Id="rId21" Type="http://schemas.openxmlformats.org/officeDocument/2006/relationships/oleObject" Target="../embeddings/oleObject68.bin"/><Relationship Id="rId34" Type="http://schemas.openxmlformats.org/officeDocument/2006/relationships/image" Target="../media/image99.wmf"/><Relationship Id="rId42" Type="http://schemas.openxmlformats.org/officeDocument/2006/relationships/image" Target="../media/image103.wmf"/><Relationship Id="rId47" Type="http://schemas.openxmlformats.org/officeDocument/2006/relationships/oleObject" Target="../embeddings/oleObject81.bin"/><Relationship Id="rId50" Type="http://schemas.openxmlformats.org/officeDocument/2006/relationships/image" Target="../media/image107.wmf"/><Relationship Id="rId7" Type="http://schemas.openxmlformats.org/officeDocument/2006/relationships/oleObject" Target="../embeddings/oleObject61.bin"/><Relationship Id="rId2" Type="http://schemas.openxmlformats.org/officeDocument/2006/relationships/image" Target="../media/image83.png"/><Relationship Id="rId16" Type="http://schemas.openxmlformats.org/officeDocument/2006/relationships/image" Target="../media/image90.wmf"/><Relationship Id="rId29" Type="http://schemas.openxmlformats.org/officeDocument/2006/relationships/oleObject" Target="../embeddings/oleObject72.bin"/><Relationship Id="rId11" Type="http://schemas.openxmlformats.org/officeDocument/2006/relationships/oleObject" Target="../embeddings/oleObject63.bin"/><Relationship Id="rId24" Type="http://schemas.openxmlformats.org/officeDocument/2006/relationships/image" Target="../media/image94.wmf"/><Relationship Id="rId32" Type="http://schemas.openxmlformats.org/officeDocument/2006/relationships/image" Target="../media/image98.wmf"/><Relationship Id="rId37" Type="http://schemas.openxmlformats.org/officeDocument/2006/relationships/oleObject" Target="../embeddings/oleObject76.bin"/><Relationship Id="rId40" Type="http://schemas.openxmlformats.org/officeDocument/2006/relationships/image" Target="../media/image102.wmf"/><Relationship Id="rId45" Type="http://schemas.openxmlformats.org/officeDocument/2006/relationships/oleObject" Target="../embeddings/oleObject80.bin"/><Relationship Id="rId5" Type="http://schemas.openxmlformats.org/officeDocument/2006/relationships/oleObject" Target="../embeddings/oleObject60.bin"/><Relationship Id="rId15" Type="http://schemas.openxmlformats.org/officeDocument/2006/relationships/oleObject" Target="../embeddings/oleObject65.bin"/><Relationship Id="rId23" Type="http://schemas.openxmlformats.org/officeDocument/2006/relationships/oleObject" Target="../embeddings/oleObject69.bin"/><Relationship Id="rId28" Type="http://schemas.openxmlformats.org/officeDocument/2006/relationships/image" Target="../media/image96.wmf"/><Relationship Id="rId36" Type="http://schemas.openxmlformats.org/officeDocument/2006/relationships/image" Target="../media/image100.wmf"/><Relationship Id="rId49" Type="http://schemas.openxmlformats.org/officeDocument/2006/relationships/oleObject" Target="../embeddings/oleObject82.bin"/><Relationship Id="rId10" Type="http://schemas.openxmlformats.org/officeDocument/2006/relationships/image" Target="../media/image87.wmf"/><Relationship Id="rId19" Type="http://schemas.openxmlformats.org/officeDocument/2006/relationships/oleObject" Target="../embeddings/oleObject67.bin"/><Relationship Id="rId31" Type="http://schemas.openxmlformats.org/officeDocument/2006/relationships/oleObject" Target="../embeddings/oleObject73.bin"/><Relationship Id="rId44" Type="http://schemas.openxmlformats.org/officeDocument/2006/relationships/image" Target="../media/image104.wmf"/><Relationship Id="rId4" Type="http://schemas.openxmlformats.org/officeDocument/2006/relationships/image" Target="../media/image84.wmf"/><Relationship Id="rId9" Type="http://schemas.openxmlformats.org/officeDocument/2006/relationships/oleObject" Target="../embeddings/oleObject62.bin"/><Relationship Id="rId14" Type="http://schemas.openxmlformats.org/officeDocument/2006/relationships/image" Target="../media/image89.wmf"/><Relationship Id="rId22" Type="http://schemas.openxmlformats.org/officeDocument/2006/relationships/image" Target="../media/image93.wmf"/><Relationship Id="rId27" Type="http://schemas.openxmlformats.org/officeDocument/2006/relationships/oleObject" Target="../embeddings/oleObject71.bin"/><Relationship Id="rId30" Type="http://schemas.openxmlformats.org/officeDocument/2006/relationships/image" Target="../media/image97.wmf"/><Relationship Id="rId35" Type="http://schemas.openxmlformats.org/officeDocument/2006/relationships/oleObject" Target="../embeddings/oleObject75.bin"/><Relationship Id="rId43" Type="http://schemas.openxmlformats.org/officeDocument/2006/relationships/oleObject" Target="../embeddings/oleObject79.bin"/><Relationship Id="rId48" Type="http://schemas.openxmlformats.org/officeDocument/2006/relationships/image" Target="../media/image106.wmf"/><Relationship Id="rId8" Type="http://schemas.openxmlformats.org/officeDocument/2006/relationships/image" Target="../media/image86.wmf"/><Relationship Id="rId3" Type="http://schemas.openxmlformats.org/officeDocument/2006/relationships/oleObject" Target="../embeddings/oleObject59.bin"/><Relationship Id="rId12" Type="http://schemas.openxmlformats.org/officeDocument/2006/relationships/image" Target="../media/image88.wmf"/><Relationship Id="rId17" Type="http://schemas.openxmlformats.org/officeDocument/2006/relationships/oleObject" Target="../embeddings/oleObject66.bin"/><Relationship Id="rId25" Type="http://schemas.openxmlformats.org/officeDocument/2006/relationships/oleObject" Target="../embeddings/oleObject70.bin"/><Relationship Id="rId33" Type="http://schemas.openxmlformats.org/officeDocument/2006/relationships/oleObject" Target="../embeddings/oleObject74.bin"/><Relationship Id="rId38" Type="http://schemas.openxmlformats.org/officeDocument/2006/relationships/image" Target="../media/image101.wmf"/><Relationship Id="rId46" Type="http://schemas.openxmlformats.org/officeDocument/2006/relationships/image" Target="../media/image105.wmf"/><Relationship Id="rId20" Type="http://schemas.openxmlformats.org/officeDocument/2006/relationships/image" Target="../media/image92.wmf"/><Relationship Id="rId41" Type="http://schemas.openxmlformats.org/officeDocument/2006/relationships/oleObject" Target="../embeddings/oleObject78.bin"/><Relationship Id="rId1" Type="http://schemas.openxmlformats.org/officeDocument/2006/relationships/slideLayout" Target="../slideLayouts/slideLayout7.xml"/><Relationship Id="rId6" Type="http://schemas.openxmlformats.org/officeDocument/2006/relationships/image" Target="../media/image85.wmf"/></Relationships>
</file>

<file path=ppt/slides/_rels/slide20.xml.rels><?xml version="1.0" encoding="UTF-8" standalone="yes"?>
<Relationships xmlns="http://schemas.openxmlformats.org/package/2006/relationships"><Relationship Id="rId8" Type="http://schemas.openxmlformats.org/officeDocument/2006/relationships/image" Target="../media/image111.wmf"/><Relationship Id="rId13" Type="http://schemas.openxmlformats.org/officeDocument/2006/relationships/oleObject" Target="../embeddings/oleObject88.bin"/><Relationship Id="rId18" Type="http://schemas.openxmlformats.org/officeDocument/2006/relationships/image" Target="../media/image116.wmf"/><Relationship Id="rId26" Type="http://schemas.openxmlformats.org/officeDocument/2006/relationships/image" Target="../media/image121.wmf"/><Relationship Id="rId3" Type="http://schemas.openxmlformats.org/officeDocument/2006/relationships/image" Target="../media/image108.wmf"/><Relationship Id="rId21" Type="http://schemas.openxmlformats.org/officeDocument/2006/relationships/oleObject" Target="../embeddings/oleObject92.bin"/><Relationship Id="rId7" Type="http://schemas.openxmlformats.org/officeDocument/2006/relationships/oleObject" Target="../embeddings/oleObject85.bin"/><Relationship Id="rId12" Type="http://schemas.openxmlformats.org/officeDocument/2006/relationships/image" Target="../media/image113.wmf"/><Relationship Id="rId17" Type="http://schemas.openxmlformats.org/officeDocument/2006/relationships/oleObject" Target="../embeddings/oleObject90.bin"/><Relationship Id="rId25" Type="http://schemas.openxmlformats.org/officeDocument/2006/relationships/image" Target="../media/image120.wmf"/><Relationship Id="rId2" Type="http://schemas.openxmlformats.org/officeDocument/2006/relationships/oleObject" Target="../embeddings/oleObject83.bin"/><Relationship Id="rId16" Type="http://schemas.openxmlformats.org/officeDocument/2006/relationships/image" Target="../media/image115.wmf"/><Relationship Id="rId20" Type="http://schemas.openxmlformats.org/officeDocument/2006/relationships/image" Target="../media/image117.wmf"/><Relationship Id="rId1" Type="http://schemas.openxmlformats.org/officeDocument/2006/relationships/slideLayout" Target="../slideLayouts/slideLayout7.xml"/><Relationship Id="rId6" Type="http://schemas.openxmlformats.org/officeDocument/2006/relationships/image" Target="../media/image110.wmf"/><Relationship Id="rId11" Type="http://schemas.openxmlformats.org/officeDocument/2006/relationships/oleObject" Target="../embeddings/oleObject87.bin"/><Relationship Id="rId24" Type="http://schemas.openxmlformats.org/officeDocument/2006/relationships/image" Target="../media/image119.wmf"/><Relationship Id="rId5" Type="http://schemas.openxmlformats.org/officeDocument/2006/relationships/image" Target="../media/image109.wmf"/><Relationship Id="rId15" Type="http://schemas.openxmlformats.org/officeDocument/2006/relationships/oleObject" Target="../embeddings/oleObject89.bin"/><Relationship Id="rId23" Type="http://schemas.openxmlformats.org/officeDocument/2006/relationships/oleObject" Target="../embeddings/oleObject93.bin"/><Relationship Id="rId10" Type="http://schemas.openxmlformats.org/officeDocument/2006/relationships/image" Target="../media/image112.wmf"/><Relationship Id="rId19" Type="http://schemas.openxmlformats.org/officeDocument/2006/relationships/oleObject" Target="../embeddings/oleObject91.bin"/><Relationship Id="rId4" Type="http://schemas.openxmlformats.org/officeDocument/2006/relationships/oleObject" Target="../embeddings/oleObject84.bin"/><Relationship Id="rId9" Type="http://schemas.openxmlformats.org/officeDocument/2006/relationships/oleObject" Target="../embeddings/oleObject86.bin"/><Relationship Id="rId14" Type="http://schemas.openxmlformats.org/officeDocument/2006/relationships/image" Target="../media/image114.wmf"/><Relationship Id="rId22" Type="http://schemas.openxmlformats.org/officeDocument/2006/relationships/image" Target="../media/image118.wmf"/></Relationships>
</file>

<file path=ppt/slides/_rels/slide21.xml.rels><?xml version="1.0" encoding="UTF-8" standalone="yes"?>
<Relationships xmlns="http://schemas.openxmlformats.org/package/2006/relationships"><Relationship Id="rId13" Type="http://schemas.openxmlformats.org/officeDocument/2006/relationships/image" Target="../media/image127.wmf"/><Relationship Id="rId18" Type="http://schemas.openxmlformats.org/officeDocument/2006/relationships/oleObject" Target="../embeddings/oleObject102.bin"/><Relationship Id="rId26" Type="http://schemas.openxmlformats.org/officeDocument/2006/relationships/oleObject" Target="../embeddings/oleObject106.bin"/><Relationship Id="rId39" Type="http://schemas.openxmlformats.org/officeDocument/2006/relationships/image" Target="../media/image140.wmf"/><Relationship Id="rId21" Type="http://schemas.openxmlformats.org/officeDocument/2006/relationships/image" Target="../media/image131.wmf"/><Relationship Id="rId34" Type="http://schemas.openxmlformats.org/officeDocument/2006/relationships/oleObject" Target="../embeddings/oleObject110.bin"/><Relationship Id="rId7" Type="http://schemas.openxmlformats.org/officeDocument/2006/relationships/image" Target="../media/image124.wmf"/><Relationship Id="rId12" Type="http://schemas.openxmlformats.org/officeDocument/2006/relationships/oleObject" Target="../embeddings/oleObject99.bin"/><Relationship Id="rId17" Type="http://schemas.openxmlformats.org/officeDocument/2006/relationships/image" Target="../media/image129.wmf"/><Relationship Id="rId25" Type="http://schemas.openxmlformats.org/officeDocument/2006/relationships/image" Target="../media/image133.wmf"/><Relationship Id="rId33" Type="http://schemas.openxmlformats.org/officeDocument/2006/relationships/image" Target="../media/image137.wmf"/><Relationship Id="rId38" Type="http://schemas.openxmlformats.org/officeDocument/2006/relationships/oleObject" Target="../embeddings/oleObject112.bin"/><Relationship Id="rId2" Type="http://schemas.openxmlformats.org/officeDocument/2006/relationships/oleObject" Target="../embeddings/oleObject94.bin"/><Relationship Id="rId16" Type="http://schemas.openxmlformats.org/officeDocument/2006/relationships/oleObject" Target="../embeddings/oleObject101.bin"/><Relationship Id="rId20" Type="http://schemas.openxmlformats.org/officeDocument/2006/relationships/oleObject" Target="../embeddings/oleObject103.bin"/><Relationship Id="rId29" Type="http://schemas.openxmlformats.org/officeDocument/2006/relationships/image" Target="../media/image135.wmf"/><Relationship Id="rId1" Type="http://schemas.openxmlformats.org/officeDocument/2006/relationships/slideLayout" Target="../slideLayouts/slideLayout7.xml"/><Relationship Id="rId6" Type="http://schemas.openxmlformats.org/officeDocument/2006/relationships/oleObject" Target="../embeddings/oleObject96.bin"/><Relationship Id="rId11" Type="http://schemas.openxmlformats.org/officeDocument/2006/relationships/image" Target="../media/image126.wmf"/><Relationship Id="rId24" Type="http://schemas.openxmlformats.org/officeDocument/2006/relationships/oleObject" Target="../embeddings/oleObject105.bin"/><Relationship Id="rId32" Type="http://schemas.openxmlformats.org/officeDocument/2006/relationships/oleObject" Target="../embeddings/oleObject109.bin"/><Relationship Id="rId37" Type="http://schemas.openxmlformats.org/officeDocument/2006/relationships/image" Target="../media/image139.wmf"/><Relationship Id="rId5" Type="http://schemas.openxmlformats.org/officeDocument/2006/relationships/image" Target="../media/image123.wmf"/><Relationship Id="rId15" Type="http://schemas.openxmlformats.org/officeDocument/2006/relationships/image" Target="../media/image128.wmf"/><Relationship Id="rId23" Type="http://schemas.openxmlformats.org/officeDocument/2006/relationships/image" Target="../media/image132.wmf"/><Relationship Id="rId28" Type="http://schemas.openxmlformats.org/officeDocument/2006/relationships/oleObject" Target="../embeddings/oleObject107.bin"/><Relationship Id="rId36" Type="http://schemas.openxmlformats.org/officeDocument/2006/relationships/oleObject" Target="../embeddings/oleObject111.bin"/><Relationship Id="rId10" Type="http://schemas.openxmlformats.org/officeDocument/2006/relationships/oleObject" Target="../embeddings/oleObject98.bin"/><Relationship Id="rId19" Type="http://schemas.openxmlformats.org/officeDocument/2006/relationships/image" Target="../media/image130.wmf"/><Relationship Id="rId31" Type="http://schemas.openxmlformats.org/officeDocument/2006/relationships/image" Target="../media/image136.wmf"/><Relationship Id="rId4" Type="http://schemas.openxmlformats.org/officeDocument/2006/relationships/oleObject" Target="../embeddings/oleObject95.bin"/><Relationship Id="rId9" Type="http://schemas.openxmlformats.org/officeDocument/2006/relationships/image" Target="../media/image125.wmf"/><Relationship Id="rId14" Type="http://schemas.openxmlformats.org/officeDocument/2006/relationships/oleObject" Target="../embeddings/oleObject100.bin"/><Relationship Id="rId22" Type="http://schemas.openxmlformats.org/officeDocument/2006/relationships/oleObject" Target="../embeddings/oleObject104.bin"/><Relationship Id="rId27" Type="http://schemas.openxmlformats.org/officeDocument/2006/relationships/image" Target="../media/image134.wmf"/><Relationship Id="rId30" Type="http://schemas.openxmlformats.org/officeDocument/2006/relationships/oleObject" Target="../embeddings/oleObject108.bin"/><Relationship Id="rId35" Type="http://schemas.openxmlformats.org/officeDocument/2006/relationships/image" Target="../media/image138.wmf"/><Relationship Id="rId8" Type="http://schemas.openxmlformats.org/officeDocument/2006/relationships/oleObject" Target="../embeddings/oleObject97.bin"/><Relationship Id="rId3" Type="http://schemas.openxmlformats.org/officeDocument/2006/relationships/image" Target="../media/image122.wmf"/></Relationships>
</file>

<file path=ppt/slides/_rels/slide22.xml.rels><?xml version="1.0" encoding="UTF-8" standalone="yes"?>
<Relationships xmlns="http://schemas.openxmlformats.org/package/2006/relationships"><Relationship Id="rId2" Type="http://schemas.openxmlformats.org/officeDocument/2006/relationships/image" Target="../media/image14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image" Target="../media/image142.wmf"/><Relationship Id="rId7" Type="http://schemas.openxmlformats.org/officeDocument/2006/relationships/oleObject" Target="../embeddings/oleObject115.bin"/><Relationship Id="rId2" Type="http://schemas.openxmlformats.org/officeDocument/2006/relationships/oleObject" Target="../embeddings/oleObject113.bin"/><Relationship Id="rId1" Type="http://schemas.openxmlformats.org/officeDocument/2006/relationships/slideLayout" Target="../slideLayouts/slideLayout7.xml"/><Relationship Id="rId6" Type="http://schemas.openxmlformats.org/officeDocument/2006/relationships/image" Target="../media/image144.gif"/><Relationship Id="rId5" Type="http://schemas.openxmlformats.org/officeDocument/2006/relationships/image" Target="../media/image143.wmf"/><Relationship Id="rId4" Type="http://schemas.openxmlformats.org/officeDocument/2006/relationships/oleObject" Target="../embeddings/oleObject114.bin"/></Relationships>
</file>

<file path=ppt/slides/_rels/slide24.xml.rels><?xml version="1.0" encoding="UTF-8" standalone="yes"?>
<Relationships xmlns="http://schemas.openxmlformats.org/package/2006/relationships"><Relationship Id="rId13" Type="http://schemas.openxmlformats.org/officeDocument/2006/relationships/oleObject" Target="../embeddings/oleObject120.bin"/><Relationship Id="rId18" Type="http://schemas.openxmlformats.org/officeDocument/2006/relationships/image" Target="../media/image153.wmf"/><Relationship Id="rId26" Type="http://schemas.openxmlformats.org/officeDocument/2006/relationships/image" Target="../media/image157.wmf"/><Relationship Id="rId3" Type="http://schemas.openxmlformats.org/officeDocument/2006/relationships/oleObject" Target="../embeddings/oleObject52.bin"/><Relationship Id="rId21" Type="http://schemas.openxmlformats.org/officeDocument/2006/relationships/oleObject" Target="../embeddings/oleObject124.bin"/><Relationship Id="rId34" Type="http://schemas.openxmlformats.org/officeDocument/2006/relationships/image" Target="../media/image161.wmf"/><Relationship Id="rId7" Type="http://schemas.openxmlformats.org/officeDocument/2006/relationships/oleObject" Target="../embeddings/oleObject117.bin"/><Relationship Id="rId12" Type="http://schemas.openxmlformats.org/officeDocument/2006/relationships/image" Target="../media/image150.wmf"/><Relationship Id="rId17" Type="http://schemas.openxmlformats.org/officeDocument/2006/relationships/oleObject" Target="../embeddings/oleObject122.bin"/><Relationship Id="rId25" Type="http://schemas.openxmlformats.org/officeDocument/2006/relationships/oleObject" Target="../embeddings/oleObject126.bin"/><Relationship Id="rId33" Type="http://schemas.openxmlformats.org/officeDocument/2006/relationships/oleObject" Target="../embeddings/oleObject57.bin"/><Relationship Id="rId2" Type="http://schemas.openxmlformats.org/officeDocument/2006/relationships/image" Target="../media/image146.png"/><Relationship Id="rId16" Type="http://schemas.openxmlformats.org/officeDocument/2006/relationships/image" Target="../media/image152.wmf"/><Relationship Id="rId20" Type="http://schemas.openxmlformats.org/officeDocument/2006/relationships/image" Target="../media/image154.wmf"/><Relationship Id="rId29" Type="http://schemas.openxmlformats.org/officeDocument/2006/relationships/oleObject" Target="../embeddings/oleObject128.bin"/><Relationship Id="rId1" Type="http://schemas.openxmlformats.org/officeDocument/2006/relationships/slideLayout" Target="../slideLayouts/slideLayout7.xml"/><Relationship Id="rId6" Type="http://schemas.openxmlformats.org/officeDocument/2006/relationships/image" Target="../media/image147.wmf"/><Relationship Id="rId11" Type="http://schemas.openxmlformats.org/officeDocument/2006/relationships/oleObject" Target="../embeddings/oleObject119.bin"/><Relationship Id="rId24" Type="http://schemas.openxmlformats.org/officeDocument/2006/relationships/image" Target="../media/image156.wmf"/><Relationship Id="rId32" Type="http://schemas.openxmlformats.org/officeDocument/2006/relationships/image" Target="../media/image160.wmf"/><Relationship Id="rId5" Type="http://schemas.openxmlformats.org/officeDocument/2006/relationships/oleObject" Target="../embeddings/oleObject116.bin"/><Relationship Id="rId15" Type="http://schemas.openxmlformats.org/officeDocument/2006/relationships/oleObject" Target="../embeddings/oleObject121.bin"/><Relationship Id="rId23" Type="http://schemas.openxmlformats.org/officeDocument/2006/relationships/oleObject" Target="../embeddings/oleObject125.bin"/><Relationship Id="rId28" Type="http://schemas.openxmlformats.org/officeDocument/2006/relationships/image" Target="../media/image158.wmf"/><Relationship Id="rId36" Type="http://schemas.openxmlformats.org/officeDocument/2006/relationships/image" Target="../media/image162.wmf"/><Relationship Id="rId10" Type="http://schemas.openxmlformats.org/officeDocument/2006/relationships/image" Target="../media/image149.wmf"/><Relationship Id="rId19" Type="http://schemas.openxmlformats.org/officeDocument/2006/relationships/oleObject" Target="../embeddings/oleObject123.bin"/><Relationship Id="rId31" Type="http://schemas.openxmlformats.org/officeDocument/2006/relationships/oleObject" Target="../embeddings/oleObject129.bin"/><Relationship Id="rId4" Type="http://schemas.openxmlformats.org/officeDocument/2006/relationships/image" Target="../media/image55.wmf"/><Relationship Id="rId9" Type="http://schemas.openxmlformats.org/officeDocument/2006/relationships/oleObject" Target="../embeddings/oleObject118.bin"/><Relationship Id="rId14" Type="http://schemas.openxmlformats.org/officeDocument/2006/relationships/image" Target="../media/image151.wmf"/><Relationship Id="rId22" Type="http://schemas.openxmlformats.org/officeDocument/2006/relationships/image" Target="../media/image155.wmf"/><Relationship Id="rId27" Type="http://schemas.openxmlformats.org/officeDocument/2006/relationships/oleObject" Target="../embeddings/oleObject127.bin"/><Relationship Id="rId30" Type="http://schemas.openxmlformats.org/officeDocument/2006/relationships/image" Target="../media/image159.wmf"/><Relationship Id="rId35" Type="http://schemas.openxmlformats.org/officeDocument/2006/relationships/oleObject" Target="../embeddings/oleObject58.bin"/><Relationship Id="rId8" Type="http://schemas.openxmlformats.org/officeDocument/2006/relationships/image" Target="../media/image148.wmf"/></Relationships>
</file>

<file path=ppt/slides/_rels/slide25.xml.rels><?xml version="1.0" encoding="UTF-8" standalone="yes"?>
<Relationships xmlns="http://schemas.openxmlformats.org/package/2006/relationships"><Relationship Id="rId13" Type="http://schemas.openxmlformats.org/officeDocument/2006/relationships/oleObject" Target="../embeddings/oleObject134.bin"/><Relationship Id="rId18" Type="http://schemas.openxmlformats.org/officeDocument/2006/relationships/image" Target="../media/image170.wmf"/><Relationship Id="rId26" Type="http://schemas.openxmlformats.org/officeDocument/2006/relationships/image" Target="../media/image174.wmf"/><Relationship Id="rId39" Type="http://schemas.openxmlformats.org/officeDocument/2006/relationships/oleObject" Target="../embeddings/oleObject58.bin"/><Relationship Id="rId21" Type="http://schemas.openxmlformats.org/officeDocument/2006/relationships/oleObject" Target="../embeddings/oleObject138.bin"/><Relationship Id="rId34" Type="http://schemas.openxmlformats.org/officeDocument/2006/relationships/image" Target="../media/image178.wmf"/><Relationship Id="rId7" Type="http://schemas.openxmlformats.org/officeDocument/2006/relationships/oleObject" Target="../embeddings/oleObject131.bin"/><Relationship Id="rId12" Type="http://schemas.openxmlformats.org/officeDocument/2006/relationships/image" Target="../media/image167.wmf"/><Relationship Id="rId17" Type="http://schemas.openxmlformats.org/officeDocument/2006/relationships/oleObject" Target="../embeddings/oleObject136.bin"/><Relationship Id="rId25" Type="http://schemas.openxmlformats.org/officeDocument/2006/relationships/oleObject" Target="../embeddings/oleObject140.bin"/><Relationship Id="rId33" Type="http://schemas.openxmlformats.org/officeDocument/2006/relationships/oleObject" Target="../embeddings/oleObject144.bin"/><Relationship Id="rId38" Type="http://schemas.openxmlformats.org/officeDocument/2006/relationships/image" Target="../media/image161.wmf"/><Relationship Id="rId2" Type="http://schemas.openxmlformats.org/officeDocument/2006/relationships/image" Target="../media/image163.png"/><Relationship Id="rId16" Type="http://schemas.openxmlformats.org/officeDocument/2006/relationships/image" Target="../media/image169.wmf"/><Relationship Id="rId20" Type="http://schemas.openxmlformats.org/officeDocument/2006/relationships/image" Target="../media/image171.wmf"/><Relationship Id="rId29" Type="http://schemas.openxmlformats.org/officeDocument/2006/relationships/oleObject" Target="../embeddings/oleObject142.bin"/><Relationship Id="rId1" Type="http://schemas.openxmlformats.org/officeDocument/2006/relationships/slideLayout" Target="../slideLayouts/slideLayout7.xml"/><Relationship Id="rId6" Type="http://schemas.openxmlformats.org/officeDocument/2006/relationships/image" Target="../media/image164.wmf"/><Relationship Id="rId11" Type="http://schemas.openxmlformats.org/officeDocument/2006/relationships/oleObject" Target="../embeddings/oleObject133.bin"/><Relationship Id="rId24" Type="http://schemas.openxmlformats.org/officeDocument/2006/relationships/image" Target="../media/image173.wmf"/><Relationship Id="rId32" Type="http://schemas.openxmlformats.org/officeDocument/2006/relationships/image" Target="../media/image177.wmf"/><Relationship Id="rId37" Type="http://schemas.openxmlformats.org/officeDocument/2006/relationships/oleObject" Target="../embeddings/oleObject57.bin"/><Relationship Id="rId40" Type="http://schemas.openxmlformats.org/officeDocument/2006/relationships/image" Target="../media/image162.wmf"/><Relationship Id="rId5" Type="http://schemas.openxmlformats.org/officeDocument/2006/relationships/oleObject" Target="../embeddings/oleObject130.bin"/><Relationship Id="rId15" Type="http://schemas.openxmlformats.org/officeDocument/2006/relationships/oleObject" Target="../embeddings/oleObject135.bin"/><Relationship Id="rId23" Type="http://schemas.openxmlformats.org/officeDocument/2006/relationships/oleObject" Target="../embeddings/oleObject139.bin"/><Relationship Id="rId28" Type="http://schemas.openxmlformats.org/officeDocument/2006/relationships/image" Target="../media/image175.wmf"/><Relationship Id="rId36" Type="http://schemas.openxmlformats.org/officeDocument/2006/relationships/image" Target="../media/image179.wmf"/><Relationship Id="rId10" Type="http://schemas.openxmlformats.org/officeDocument/2006/relationships/image" Target="../media/image166.wmf"/><Relationship Id="rId19" Type="http://schemas.openxmlformats.org/officeDocument/2006/relationships/oleObject" Target="../embeddings/oleObject137.bin"/><Relationship Id="rId31" Type="http://schemas.openxmlformats.org/officeDocument/2006/relationships/oleObject" Target="../embeddings/oleObject143.bin"/><Relationship Id="rId4" Type="http://schemas.openxmlformats.org/officeDocument/2006/relationships/image" Target="../media/image55.wmf"/><Relationship Id="rId9" Type="http://schemas.openxmlformats.org/officeDocument/2006/relationships/oleObject" Target="../embeddings/oleObject132.bin"/><Relationship Id="rId14" Type="http://schemas.openxmlformats.org/officeDocument/2006/relationships/image" Target="../media/image168.wmf"/><Relationship Id="rId22" Type="http://schemas.openxmlformats.org/officeDocument/2006/relationships/image" Target="../media/image172.wmf"/><Relationship Id="rId27" Type="http://schemas.openxmlformats.org/officeDocument/2006/relationships/oleObject" Target="../embeddings/oleObject141.bin"/><Relationship Id="rId30" Type="http://schemas.openxmlformats.org/officeDocument/2006/relationships/image" Target="../media/image176.wmf"/><Relationship Id="rId35" Type="http://schemas.openxmlformats.org/officeDocument/2006/relationships/oleObject" Target="../embeddings/oleObject145.bin"/><Relationship Id="rId8" Type="http://schemas.openxmlformats.org/officeDocument/2006/relationships/image" Target="../media/image165.wmf"/><Relationship Id="rId3" Type="http://schemas.openxmlformats.org/officeDocument/2006/relationships/oleObject" Target="../embeddings/oleObject52.bin"/></Relationships>
</file>

<file path=ppt/slides/_rels/slide26.xml.rels><?xml version="1.0" encoding="UTF-8" standalone="yes"?>
<Relationships xmlns="http://schemas.openxmlformats.org/package/2006/relationships"><Relationship Id="rId13" Type="http://schemas.openxmlformats.org/officeDocument/2006/relationships/oleObject" Target="../embeddings/oleObject150.bin"/><Relationship Id="rId18" Type="http://schemas.openxmlformats.org/officeDocument/2006/relationships/image" Target="../media/image186.wmf"/><Relationship Id="rId26" Type="http://schemas.openxmlformats.org/officeDocument/2006/relationships/oleObject" Target="../embeddings/oleObject157.bin"/><Relationship Id="rId39" Type="http://schemas.openxmlformats.org/officeDocument/2006/relationships/image" Target="../media/image195.wmf"/><Relationship Id="rId21" Type="http://schemas.openxmlformats.org/officeDocument/2006/relationships/oleObject" Target="../embeddings/oleObject154.bin"/><Relationship Id="rId34" Type="http://schemas.openxmlformats.org/officeDocument/2006/relationships/oleObject" Target="../embeddings/oleObject161.bin"/><Relationship Id="rId42" Type="http://schemas.openxmlformats.org/officeDocument/2006/relationships/oleObject" Target="../embeddings/oleObject165.bin"/><Relationship Id="rId7" Type="http://schemas.openxmlformats.org/officeDocument/2006/relationships/oleObject" Target="../embeddings/oleObject147.bin"/><Relationship Id="rId2" Type="http://schemas.openxmlformats.org/officeDocument/2006/relationships/oleObject" Target="../embeddings/oleObject52.bin"/><Relationship Id="rId16" Type="http://schemas.openxmlformats.org/officeDocument/2006/relationships/image" Target="../media/image185.wmf"/><Relationship Id="rId20" Type="http://schemas.openxmlformats.org/officeDocument/2006/relationships/image" Target="../media/image187.wmf"/><Relationship Id="rId29" Type="http://schemas.openxmlformats.org/officeDocument/2006/relationships/image" Target="../media/image191.wmf"/><Relationship Id="rId41" Type="http://schemas.openxmlformats.org/officeDocument/2006/relationships/image" Target="../media/image196.wmf"/><Relationship Id="rId1" Type="http://schemas.openxmlformats.org/officeDocument/2006/relationships/slideLayout" Target="../slideLayouts/slideLayout7.xml"/><Relationship Id="rId6" Type="http://schemas.openxmlformats.org/officeDocument/2006/relationships/image" Target="../media/image180.wmf"/><Relationship Id="rId11" Type="http://schemas.openxmlformats.org/officeDocument/2006/relationships/oleObject" Target="../embeddings/oleObject149.bin"/><Relationship Id="rId24" Type="http://schemas.openxmlformats.org/officeDocument/2006/relationships/image" Target="../media/image189.wmf"/><Relationship Id="rId32" Type="http://schemas.openxmlformats.org/officeDocument/2006/relationships/oleObject" Target="../embeddings/oleObject160.bin"/><Relationship Id="rId37" Type="http://schemas.openxmlformats.org/officeDocument/2006/relationships/image" Target="../media/image194.wmf"/><Relationship Id="rId40" Type="http://schemas.openxmlformats.org/officeDocument/2006/relationships/oleObject" Target="../embeddings/oleObject164.bin"/><Relationship Id="rId5" Type="http://schemas.openxmlformats.org/officeDocument/2006/relationships/oleObject" Target="../embeddings/oleObject146.bin"/><Relationship Id="rId15" Type="http://schemas.openxmlformats.org/officeDocument/2006/relationships/oleObject" Target="../embeddings/oleObject151.bin"/><Relationship Id="rId23" Type="http://schemas.openxmlformats.org/officeDocument/2006/relationships/oleObject" Target="../embeddings/oleObject155.bin"/><Relationship Id="rId28" Type="http://schemas.openxmlformats.org/officeDocument/2006/relationships/oleObject" Target="../embeddings/oleObject158.bin"/><Relationship Id="rId36" Type="http://schemas.openxmlformats.org/officeDocument/2006/relationships/oleObject" Target="../embeddings/oleObject162.bin"/><Relationship Id="rId10" Type="http://schemas.openxmlformats.org/officeDocument/2006/relationships/image" Target="../media/image182.wmf"/><Relationship Id="rId19" Type="http://schemas.openxmlformats.org/officeDocument/2006/relationships/oleObject" Target="../embeddings/oleObject153.bin"/><Relationship Id="rId31" Type="http://schemas.openxmlformats.org/officeDocument/2006/relationships/image" Target="../media/image49.wmf"/><Relationship Id="rId4" Type="http://schemas.openxmlformats.org/officeDocument/2006/relationships/image" Target="../media/image40.wmf"/><Relationship Id="rId9" Type="http://schemas.openxmlformats.org/officeDocument/2006/relationships/oleObject" Target="../embeddings/oleObject148.bin"/><Relationship Id="rId14" Type="http://schemas.openxmlformats.org/officeDocument/2006/relationships/image" Target="../media/image184.wmf"/><Relationship Id="rId22" Type="http://schemas.openxmlformats.org/officeDocument/2006/relationships/image" Target="../media/image188.wmf"/><Relationship Id="rId27" Type="http://schemas.openxmlformats.org/officeDocument/2006/relationships/image" Target="../media/image190.wmf"/><Relationship Id="rId30" Type="http://schemas.openxmlformats.org/officeDocument/2006/relationships/oleObject" Target="../embeddings/oleObject159.bin"/><Relationship Id="rId35" Type="http://schemas.openxmlformats.org/officeDocument/2006/relationships/image" Target="../media/image193.wmf"/><Relationship Id="rId43" Type="http://schemas.openxmlformats.org/officeDocument/2006/relationships/image" Target="../media/image197.wmf"/><Relationship Id="rId8" Type="http://schemas.openxmlformats.org/officeDocument/2006/relationships/image" Target="../media/image181.wmf"/><Relationship Id="rId3" Type="http://schemas.openxmlformats.org/officeDocument/2006/relationships/image" Target="../media/image55.wmf"/><Relationship Id="rId12" Type="http://schemas.openxmlformats.org/officeDocument/2006/relationships/image" Target="../media/image183.wmf"/><Relationship Id="rId17" Type="http://schemas.openxmlformats.org/officeDocument/2006/relationships/oleObject" Target="../embeddings/oleObject152.bin"/><Relationship Id="rId25" Type="http://schemas.openxmlformats.org/officeDocument/2006/relationships/oleObject" Target="../embeddings/oleObject156.bin"/><Relationship Id="rId33" Type="http://schemas.openxmlformats.org/officeDocument/2006/relationships/image" Target="../media/image192.wmf"/><Relationship Id="rId38" Type="http://schemas.openxmlformats.org/officeDocument/2006/relationships/oleObject" Target="../embeddings/oleObject163.bin"/></Relationships>
</file>

<file path=ppt/slides/_rels/slide27.xml.rels><?xml version="1.0" encoding="UTF-8" standalone="yes"?>
<Relationships xmlns="http://schemas.openxmlformats.org/package/2006/relationships"><Relationship Id="rId8" Type="http://schemas.openxmlformats.org/officeDocument/2006/relationships/image" Target="../media/image200.wmf"/><Relationship Id="rId13" Type="http://schemas.openxmlformats.org/officeDocument/2006/relationships/oleObject" Target="../embeddings/oleObject171.bin"/><Relationship Id="rId18" Type="http://schemas.openxmlformats.org/officeDocument/2006/relationships/image" Target="../media/image205.wmf"/><Relationship Id="rId26" Type="http://schemas.openxmlformats.org/officeDocument/2006/relationships/image" Target="../media/image209.wmf"/><Relationship Id="rId3" Type="http://schemas.openxmlformats.org/officeDocument/2006/relationships/oleObject" Target="../embeddings/oleObject166.bin"/><Relationship Id="rId21" Type="http://schemas.openxmlformats.org/officeDocument/2006/relationships/oleObject" Target="../embeddings/oleObject175.bin"/><Relationship Id="rId7" Type="http://schemas.openxmlformats.org/officeDocument/2006/relationships/oleObject" Target="../embeddings/oleObject168.bin"/><Relationship Id="rId12" Type="http://schemas.openxmlformats.org/officeDocument/2006/relationships/image" Target="../media/image202.wmf"/><Relationship Id="rId17" Type="http://schemas.openxmlformats.org/officeDocument/2006/relationships/oleObject" Target="../embeddings/oleObject173.bin"/><Relationship Id="rId25" Type="http://schemas.openxmlformats.org/officeDocument/2006/relationships/oleObject" Target="../embeddings/oleObject177.bin"/><Relationship Id="rId2" Type="http://schemas.openxmlformats.org/officeDocument/2006/relationships/image" Target="../media/image40.wmf"/><Relationship Id="rId16" Type="http://schemas.openxmlformats.org/officeDocument/2006/relationships/image" Target="../media/image204.wmf"/><Relationship Id="rId20" Type="http://schemas.openxmlformats.org/officeDocument/2006/relationships/image" Target="../media/image206.wmf"/><Relationship Id="rId1" Type="http://schemas.openxmlformats.org/officeDocument/2006/relationships/slideLayout" Target="../slideLayouts/slideLayout7.xml"/><Relationship Id="rId6" Type="http://schemas.openxmlformats.org/officeDocument/2006/relationships/image" Target="../media/image199.wmf"/><Relationship Id="rId11" Type="http://schemas.openxmlformats.org/officeDocument/2006/relationships/oleObject" Target="../embeddings/oleObject170.bin"/><Relationship Id="rId24" Type="http://schemas.openxmlformats.org/officeDocument/2006/relationships/image" Target="../media/image208.wmf"/><Relationship Id="rId5" Type="http://schemas.openxmlformats.org/officeDocument/2006/relationships/oleObject" Target="../embeddings/oleObject167.bin"/><Relationship Id="rId15" Type="http://schemas.openxmlformats.org/officeDocument/2006/relationships/oleObject" Target="../embeddings/oleObject172.bin"/><Relationship Id="rId23" Type="http://schemas.openxmlformats.org/officeDocument/2006/relationships/oleObject" Target="../embeddings/oleObject176.bin"/><Relationship Id="rId28" Type="http://schemas.openxmlformats.org/officeDocument/2006/relationships/image" Target="../media/image210.wmf"/><Relationship Id="rId10" Type="http://schemas.openxmlformats.org/officeDocument/2006/relationships/image" Target="../media/image201.wmf"/><Relationship Id="rId19" Type="http://schemas.openxmlformats.org/officeDocument/2006/relationships/oleObject" Target="../embeddings/oleObject174.bin"/><Relationship Id="rId4" Type="http://schemas.openxmlformats.org/officeDocument/2006/relationships/image" Target="../media/image198.wmf"/><Relationship Id="rId9" Type="http://schemas.openxmlformats.org/officeDocument/2006/relationships/oleObject" Target="../embeddings/oleObject169.bin"/><Relationship Id="rId14" Type="http://schemas.openxmlformats.org/officeDocument/2006/relationships/image" Target="../media/image203.wmf"/><Relationship Id="rId22" Type="http://schemas.openxmlformats.org/officeDocument/2006/relationships/image" Target="../media/image207.wmf"/><Relationship Id="rId27" Type="http://schemas.openxmlformats.org/officeDocument/2006/relationships/oleObject" Target="../embeddings/oleObject178.bin"/></Relationships>
</file>

<file path=ppt/slides/_rels/slide28.xml.rels><?xml version="1.0" encoding="UTF-8" standalone="yes"?>
<Relationships xmlns="http://schemas.openxmlformats.org/package/2006/relationships"><Relationship Id="rId8" Type="http://schemas.openxmlformats.org/officeDocument/2006/relationships/image" Target="../media/image213.wmf"/><Relationship Id="rId13" Type="http://schemas.openxmlformats.org/officeDocument/2006/relationships/oleObject" Target="../embeddings/oleObject183.bin"/><Relationship Id="rId18" Type="http://schemas.openxmlformats.org/officeDocument/2006/relationships/image" Target="../media/image218.wmf"/><Relationship Id="rId26" Type="http://schemas.openxmlformats.org/officeDocument/2006/relationships/image" Target="../media/image222.wmf"/><Relationship Id="rId3" Type="http://schemas.openxmlformats.org/officeDocument/2006/relationships/oleObject" Target="../embeddings/oleObject52.bin"/><Relationship Id="rId21" Type="http://schemas.openxmlformats.org/officeDocument/2006/relationships/oleObject" Target="../embeddings/oleObject187.bin"/><Relationship Id="rId7" Type="http://schemas.openxmlformats.org/officeDocument/2006/relationships/oleObject" Target="../embeddings/oleObject180.bin"/><Relationship Id="rId12" Type="http://schemas.openxmlformats.org/officeDocument/2006/relationships/image" Target="../media/image215.wmf"/><Relationship Id="rId17" Type="http://schemas.openxmlformats.org/officeDocument/2006/relationships/oleObject" Target="../embeddings/oleObject185.bin"/><Relationship Id="rId25" Type="http://schemas.openxmlformats.org/officeDocument/2006/relationships/oleObject" Target="../embeddings/oleObject189.bin"/><Relationship Id="rId2" Type="http://schemas.openxmlformats.org/officeDocument/2006/relationships/image" Target="../media/image211.png"/><Relationship Id="rId16" Type="http://schemas.openxmlformats.org/officeDocument/2006/relationships/image" Target="../media/image217.wmf"/><Relationship Id="rId20" Type="http://schemas.openxmlformats.org/officeDocument/2006/relationships/image" Target="../media/image219.wmf"/><Relationship Id="rId29" Type="http://schemas.openxmlformats.org/officeDocument/2006/relationships/oleObject" Target="../embeddings/oleObject191.bin"/><Relationship Id="rId1" Type="http://schemas.openxmlformats.org/officeDocument/2006/relationships/slideLayout" Target="../slideLayouts/slideLayout7.xml"/><Relationship Id="rId6" Type="http://schemas.openxmlformats.org/officeDocument/2006/relationships/image" Target="../media/image212.wmf"/><Relationship Id="rId11" Type="http://schemas.openxmlformats.org/officeDocument/2006/relationships/oleObject" Target="../embeddings/oleObject182.bin"/><Relationship Id="rId24" Type="http://schemas.openxmlformats.org/officeDocument/2006/relationships/image" Target="../media/image221.wmf"/><Relationship Id="rId32" Type="http://schemas.openxmlformats.org/officeDocument/2006/relationships/image" Target="../media/image226.wmf"/><Relationship Id="rId5" Type="http://schemas.openxmlformats.org/officeDocument/2006/relationships/oleObject" Target="../embeddings/oleObject179.bin"/><Relationship Id="rId15" Type="http://schemas.openxmlformats.org/officeDocument/2006/relationships/oleObject" Target="../embeddings/oleObject184.bin"/><Relationship Id="rId23" Type="http://schemas.openxmlformats.org/officeDocument/2006/relationships/oleObject" Target="../embeddings/oleObject188.bin"/><Relationship Id="rId28" Type="http://schemas.openxmlformats.org/officeDocument/2006/relationships/image" Target="../media/image223.wmf"/><Relationship Id="rId10" Type="http://schemas.openxmlformats.org/officeDocument/2006/relationships/image" Target="../media/image214.wmf"/><Relationship Id="rId19" Type="http://schemas.openxmlformats.org/officeDocument/2006/relationships/oleObject" Target="../embeddings/oleObject186.bin"/><Relationship Id="rId31" Type="http://schemas.openxmlformats.org/officeDocument/2006/relationships/image" Target="../media/image225.wmf"/><Relationship Id="rId4" Type="http://schemas.openxmlformats.org/officeDocument/2006/relationships/image" Target="../media/image55.wmf"/><Relationship Id="rId9" Type="http://schemas.openxmlformats.org/officeDocument/2006/relationships/oleObject" Target="../embeddings/oleObject181.bin"/><Relationship Id="rId14" Type="http://schemas.openxmlformats.org/officeDocument/2006/relationships/image" Target="../media/image216.wmf"/><Relationship Id="rId22" Type="http://schemas.openxmlformats.org/officeDocument/2006/relationships/image" Target="../media/image220.wmf"/><Relationship Id="rId27" Type="http://schemas.openxmlformats.org/officeDocument/2006/relationships/oleObject" Target="../embeddings/oleObject190.bin"/><Relationship Id="rId30" Type="http://schemas.openxmlformats.org/officeDocument/2006/relationships/image" Target="../media/image224.wmf"/></Relationships>
</file>

<file path=ppt/slides/_rels/slide29.xml.rels><?xml version="1.0" encoding="UTF-8" standalone="yes"?>
<Relationships xmlns="http://schemas.openxmlformats.org/package/2006/relationships"><Relationship Id="rId8" Type="http://schemas.openxmlformats.org/officeDocument/2006/relationships/image" Target="../media/image229.wmf"/><Relationship Id="rId13" Type="http://schemas.openxmlformats.org/officeDocument/2006/relationships/oleObject" Target="../embeddings/oleObject197.bin"/><Relationship Id="rId18" Type="http://schemas.openxmlformats.org/officeDocument/2006/relationships/image" Target="../media/image234.wmf"/><Relationship Id="rId26" Type="http://schemas.openxmlformats.org/officeDocument/2006/relationships/image" Target="../media/image238.wmf"/><Relationship Id="rId3" Type="http://schemas.openxmlformats.org/officeDocument/2006/relationships/oleObject" Target="../embeddings/oleObject192.bin"/><Relationship Id="rId21" Type="http://schemas.openxmlformats.org/officeDocument/2006/relationships/oleObject" Target="../embeddings/oleObject201.bin"/><Relationship Id="rId7" Type="http://schemas.openxmlformats.org/officeDocument/2006/relationships/oleObject" Target="../embeddings/oleObject194.bin"/><Relationship Id="rId12" Type="http://schemas.openxmlformats.org/officeDocument/2006/relationships/image" Target="../media/image231.wmf"/><Relationship Id="rId17" Type="http://schemas.openxmlformats.org/officeDocument/2006/relationships/oleObject" Target="../embeddings/oleObject199.bin"/><Relationship Id="rId25" Type="http://schemas.openxmlformats.org/officeDocument/2006/relationships/oleObject" Target="../embeddings/oleObject203.bin"/><Relationship Id="rId2" Type="http://schemas.openxmlformats.org/officeDocument/2006/relationships/image" Target="../media/image211.png"/><Relationship Id="rId16" Type="http://schemas.openxmlformats.org/officeDocument/2006/relationships/image" Target="../media/image233.wmf"/><Relationship Id="rId20" Type="http://schemas.openxmlformats.org/officeDocument/2006/relationships/image" Target="../media/image235.wmf"/><Relationship Id="rId1" Type="http://schemas.openxmlformats.org/officeDocument/2006/relationships/slideLayout" Target="../slideLayouts/slideLayout7.xml"/><Relationship Id="rId6" Type="http://schemas.openxmlformats.org/officeDocument/2006/relationships/image" Target="../media/image228.wmf"/><Relationship Id="rId11" Type="http://schemas.openxmlformats.org/officeDocument/2006/relationships/oleObject" Target="../embeddings/oleObject196.bin"/><Relationship Id="rId24" Type="http://schemas.openxmlformats.org/officeDocument/2006/relationships/image" Target="../media/image237.wmf"/><Relationship Id="rId5" Type="http://schemas.openxmlformats.org/officeDocument/2006/relationships/oleObject" Target="../embeddings/oleObject193.bin"/><Relationship Id="rId15" Type="http://schemas.openxmlformats.org/officeDocument/2006/relationships/oleObject" Target="../embeddings/oleObject198.bin"/><Relationship Id="rId23" Type="http://schemas.openxmlformats.org/officeDocument/2006/relationships/oleObject" Target="../embeddings/oleObject202.bin"/><Relationship Id="rId28" Type="http://schemas.openxmlformats.org/officeDocument/2006/relationships/image" Target="../media/image239.wmf"/><Relationship Id="rId10" Type="http://schemas.openxmlformats.org/officeDocument/2006/relationships/image" Target="../media/image230.wmf"/><Relationship Id="rId19" Type="http://schemas.openxmlformats.org/officeDocument/2006/relationships/oleObject" Target="../embeddings/oleObject200.bin"/><Relationship Id="rId4" Type="http://schemas.openxmlformats.org/officeDocument/2006/relationships/image" Target="../media/image227.wmf"/><Relationship Id="rId9" Type="http://schemas.openxmlformats.org/officeDocument/2006/relationships/oleObject" Target="../embeddings/oleObject195.bin"/><Relationship Id="rId14" Type="http://schemas.openxmlformats.org/officeDocument/2006/relationships/image" Target="../media/image232.wmf"/><Relationship Id="rId22" Type="http://schemas.openxmlformats.org/officeDocument/2006/relationships/image" Target="../media/image236.wmf"/><Relationship Id="rId27" Type="http://schemas.openxmlformats.org/officeDocument/2006/relationships/oleObject" Target="../embeddings/oleObject204.bin"/></Relationships>
</file>

<file path=ppt/slides/_rels/slide30.xml.rels><?xml version="1.0" encoding="UTF-8" standalone="yes"?>
<Relationships xmlns="http://schemas.openxmlformats.org/package/2006/relationships"><Relationship Id="rId13" Type="http://schemas.openxmlformats.org/officeDocument/2006/relationships/oleObject" Target="../embeddings/oleObject209.bin"/><Relationship Id="rId18" Type="http://schemas.openxmlformats.org/officeDocument/2006/relationships/image" Target="../media/image246.wmf"/><Relationship Id="rId26" Type="http://schemas.openxmlformats.org/officeDocument/2006/relationships/image" Target="../media/image250.wmf"/><Relationship Id="rId39" Type="http://schemas.openxmlformats.org/officeDocument/2006/relationships/oleObject" Target="../embeddings/oleObject221.bin"/><Relationship Id="rId21" Type="http://schemas.openxmlformats.org/officeDocument/2006/relationships/oleObject" Target="../embeddings/oleObject213.bin"/><Relationship Id="rId34" Type="http://schemas.openxmlformats.org/officeDocument/2006/relationships/image" Target="../media/image254.wmf"/><Relationship Id="rId42" Type="http://schemas.openxmlformats.org/officeDocument/2006/relationships/image" Target="../media/image259.wmf"/><Relationship Id="rId7" Type="http://schemas.openxmlformats.org/officeDocument/2006/relationships/oleObject" Target="../embeddings/oleObject206.bin"/><Relationship Id="rId2" Type="http://schemas.openxmlformats.org/officeDocument/2006/relationships/oleObject" Target="../embeddings/oleObject52.bin"/><Relationship Id="rId16" Type="http://schemas.openxmlformats.org/officeDocument/2006/relationships/image" Target="../media/image245.wmf"/><Relationship Id="rId20" Type="http://schemas.openxmlformats.org/officeDocument/2006/relationships/image" Target="../media/image247.wmf"/><Relationship Id="rId29" Type="http://schemas.openxmlformats.org/officeDocument/2006/relationships/oleObject" Target="../embeddings/oleObject217.bin"/><Relationship Id="rId41" Type="http://schemas.openxmlformats.org/officeDocument/2006/relationships/oleObject" Target="../embeddings/oleObject222.bin"/><Relationship Id="rId1" Type="http://schemas.openxmlformats.org/officeDocument/2006/relationships/slideLayout" Target="../slideLayouts/slideLayout7.xml"/><Relationship Id="rId6" Type="http://schemas.openxmlformats.org/officeDocument/2006/relationships/image" Target="../media/image240.wmf"/><Relationship Id="rId11" Type="http://schemas.openxmlformats.org/officeDocument/2006/relationships/oleObject" Target="../embeddings/oleObject208.bin"/><Relationship Id="rId24" Type="http://schemas.openxmlformats.org/officeDocument/2006/relationships/image" Target="../media/image249.wmf"/><Relationship Id="rId32" Type="http://schemas.openxmlformats.org/officeDocument/2006/relationships/image" Target="../media/image253.wmf"/><Relationship Id="rId37" Type="http://schemas.openxmlformats.org/officeDocument/2006/relationships/oleObject" Target="../embeddings/oleObject220.bin"/><Relationship Id="rId40" Type="http://schemas.openxmlformats.org/officeDocument/2006/relationships/image" Target="../media/image258.wmf"/><Relationship Id="rId5" Type="http://schemas.openxmlformats.org/officeDocument/2006/relationships/oleObject" Target="../embeddings/oleObject205.bin"/><Relationship Id="rId15" Type="http://schemas.openxmlformats.org/officeDocument/2006/relationships/oleObject" Target="../embeddings/oleObject210.bin"/><Relationship Id="rId23" Type="http://schemas.openxmlformats.org/officeDocument/2006/relationships/oleObject" Target="../embeddings/oleObject214.bin"/><Relationship Id="rId28" Type="http://schemas.openxmlformats.org/officeDocument/2006/relationships/image" Target="../media/image251.wmf"/><Relationship Id="rId36" Type="http://schemas.openxmlformats.org/officeDocument/2006/relationships/image" Target="../media/image256.wmf"/><Relationship Id="rId10" Type="http://schemas.openxmlformats.org/officeDocument/2006/relationships/image" Target="../media/image242.wmf"/><Relationship Id="rId19" Type="http://schemas.openxmlformats.org/officeDocument/2006/relationships/oleObject" Target="../embeddings/oleObject212.bin"/><Relationship Id="rId31" Type="http://schemas.openxmlformats.org/officeDocument/2006/relationships/oleObject" Target="../embeddings/oleObject218.bin"/><Relationship Id="rId44" Type="http://schemas.openxmlformats.org/officeDocument/2006/relationships/image" Target="../media/image260.wmf"/><Relationship Id="rId4" Type="http://schemas.openxmlformats.org/officeDocument/2006/relationships/image" Target="../media/image83.png"/><Relationship Id="rId9" Type="http://schemas.openxmlformats.org/officeDocument/2006/relationships/oleObject" Target="../embeddings/oleObject207.bin"/><Relationship Id="rId14" Type="http://schemas.openxmlformats.org/officeDocument/2006/relationships/image" Target="../media/image244.wmf"/><Relationship Id="rId22" Type="http://schemas.openxmlformats.org/officeDocument/2006/relationships/image" Target="../media/image248.wmf"/><Relationship Id="rId27" Type="http://schemas.openxmlformats.org/officeDocument/2006/relationships/oleObject" Target="../embeddings/oleObject216.bin"/><Relationship Id="rId30" Type="http://schemas.openxmlformats.org/officeDocument/2006/relationships/image" Target="../media/image252.wmf"/><Relationship Id="rId35" Type="http://schemas.openxmlformats.org/officeDocument/2006/relationships/image" Target="../media/image255.wmf"/><Relationship Id="rId43" Type="http://schemas.openxmlformats.org/officeDocument/2006/relationships/oleObject" Target="../embeddings/oleObject223.bin"/><Relationship Id="rId8" Type="http://schemas.openxmlformats.org/officeDocument/2006/relationships/image" Target="../media/image241.wmf"/><Relationship Id="rId3" Type="http://schemas.openxmlformats.org/officeDocument/2006/relationships/image" Target="../media/image55.wmf"/><Relationship Id="rId12" Type="http://schemas.openxmlformats.org/officeDocument/2006/relationships/image" Target="../media/image243.wmf"/><Relationship Id="rId17" Type="http://schemas.openxmlformats.org/officeDocument/2006/relationships/oleObject" Target="../embeddings/oleObject211.bin"/><Relationship Id="rId25" Type="http://schemas.openxmlformats.org/officeDocument/2006/relationships/oleObject" Target="../embeddings/oleObject215.bin"/><Relationship Id="rId33" Type="http://schemas.openxmlformats.org/officeDocument/2006/relationships/oleObject" Target="../embeddings/oleObject219.bin"/><Relationship Id="rId38" Type="http://schemas.openxmlformats.org/officeDocument/2006/relationships/image" Target="../media/image257.wmf"/></Relationships>
</file>

<file path=ppt/slides/_rels/slide31.xml.rels><?xml version="1.0" encoding="UTF-8" standalone="yes"?>
<Relationships xmlns="http://schemas.openxmlformats.org/package/2006/relationships"><Relationship Id="rId13" Type="http://schemas.openxmlformats.org/officeDocument/2006/relationships/oleObject" Target="../embeddings/oleObject229.bin"/><Relationship Id="rId18" Type="http://schemas.openxmlformats.org/officeDocument/2006/relationships/image" Target="../media/image267.wmf"/><Relationship Id="rId26" Type="http://schemas.openxmlformats.org/officeDocument/2006/relationships/image" Target="../media/image271.wmf"/><Relationship Id="rId39" Type="http://schemas.openxmlformats.org/officeDocument/2006/relationships/image" Target="../media/image276.png"/><Relationship Id="rId21" Type="http://schemas.openxmlformats.org/officeDocument/2006/relationships/oleObject" Target="../embeddings/oleObject233.bin"/><Relationship Id="rId34" Type="http://schemas.openxmlformats.org/officeDocument/2006/relationships/image" Target="../media/image273.wmf"/><Relationship Id="rId42" Type="http://schemas.openxmlformats.org/officeDocument/2006/relationships/oleObject" Target="../embeddings/oleObject243.bin"/><Relationship Id="rId7" Type="http://schemas.openxmlformats.org/officeDocument/2006/relationships/image" Target="../media/image262.wmf"/><Relationship Id="rId2" Type="http://schemas.openxmlformats.org/officeDocument/2006/relationships/oleObject" Target="../embeddings/oleObject52.bin"/><Relationship Id="rId16" Type="http://schemas.openxmlformats.org/officeDocument/2006/relationships/image" Target="../media/image266.wmf"/><Relationship Id="rId29" Type="http://schemas.openxmlformats.org/officeDocument/2006/relationships/oleObject" Target="../embeddings/oleObject237.bin"/><Relationship Id="rId1" Type="http://schemas.openxmlformats.org/officeDocument/2006/relationships/slideLayout" Target="../slideLayouts/slideLayout7.xml"/><Relationship Id="rId6" Type="http://schemas.openxmlformats.org/officeDocument/2006/relationships/oleObject" Target="../embeddings/oleObject225.bin"/><Relationship Id="rId11" Type="http://schemas.openxmlformats.org/officeDocument/2006/relationships/oleObject" Target="../embeddings/oleObject228.bin"/><Relationship Id="rId24" Type="http://schemas.openxmlformats.org/officeDocument/2006/relationships/image" Target="../media/image270.wmf"/><Relationship Id="rId32" Type="http://schemas.openxmlformats.org/officeDocument/2006/relationships/image" Target="../media/image193.wmf"/><Relationship Id="rId37" Type="http://schemas.openxmlformats.org/officeDocument/2006/relationships/image" Target="../media/image274.wmf"/><Relationship Id="rId40" Type="http://schemas.openxmlformats.org/officeDocument/2006/relationships/oleObject" Target="../embeddings/oleObject242.bin"/><Relationship Id="rId45" Type="http://schemas.openxmlformats.org/officeDocument/2006/relationships/image" Target="../media/image279.wmf"/><Relationship Id="rId5" Type="http://schemas.openxmlformats.org/officeDocument/2006/relationships/image" Target="../media/image261.wmf"/><Relationship Id="rId15" Type="http://schemas.openxmlformats.org/officeDocument/2006/relationships/oleObject" Target="../embeddings/oleObject230.bin"/><Relationship Id="rId23" Type="http://schemas.openxmlformats.org/officeDocument/2006/relationships/oleObject" Target="../embeddings/oleObject234.bin"/><Relationship Id="rId28" Type="http://schemas.openxmlformats.org/officeDocument/2006/relationships/image" Target="../media/image192.wmf"/><Relationship Id="rId36" Type="http://schemas.openxmlformats.org/officeDocument/2006/relationships/oleObject" Target="../embeddings/oleObject241.bin"/><Relationship Id="rId10" Type="http://schemas.openxmlformats.org/officeDocument/2006/relationships/oleObject" Target="../embeddings/oleObject227.bin"/><Relationship Id="rId19" Type="http://schemas.openxmlformats.org/officeDocument/2006/relationships/oleObject" Target="../embeddings/oleObject232.bin"/><Relationship Id="rId31" Type="http://schemas.openxmlformats.org/officeDocument/2006/relationships/oleObject" Target="../embeddings/oleObject238.bin"/><Relationship Id="rId44" Type="http://schemas.openxmlformats.org/officeDocument/2006/relationships/oleObject" Target="../embeddings/oleObject244.bin"/><Relationship Id="rId4" Type="http://schemas.openxmlformats.org/officeDocument/2006/relationships/oleObject" Target="../embeddings/oleObject224.bin"/><Relationship Id="rId9" Type="http://schemas.openxmlformats.org/officeDocument/2006/relationships/image" Target="../media/image263.wmf"/><Relationship Id="rId14" Type="http://schemas.openxmlformats.org/officeDocument/2006/relationships/image" Target="../media/image265.wmf"/><Relationship Id="rId22" Type="http://schemas.openxmlformats.org/officeDocument/2006/relationships/image" Target="../media/image269.wmf"/><Relationship Id="rId27" Type="http://schemas.openxmlformats.org/officeDocument/2006/relationships/oleObject" Target="../embeddings/oleObject236.bin"/><Relationship Id="rId30" Type="http://schemas.openxmlformats.org/officeDocument/2006/relationships/image" Target="../media/image272.wmf"/><Relationship Id="rId35" Type="http://schemas.openxmlformats.org/officeDocument/2006/relationships/oleObject" Target="../embeddings/oleObject240.bin"/><Relationship Id="rId43" Type="http://schemas.openxmlformats.org/officeDocument/2006/relationships/image" Target="../media/image278.wmf"/><Relationship Id="rId8" Type="http://schemas.openxmlformats.org/officeDocument/2006/relationships/oleObject" Target="../embeddings/oleObject226.bin"/><Relationship Id="rId3" Type="http://schemas.openxmlformats.org/officeDocument/2006/relationships/image" Target="../media/image55.wmf"/><Relationship Id="rId12" Type="http://schemas.openxmlformats.org/officeDocument/2006/relationships/image" Target="../media/image264.wmf"/><Relationship Id="rId17" Type="http://schemas.openxmlformats.org/officeDocument/2006/relationships/oleObject" Target="../embeddings/oleObject231.bin"/><Relationship Id="rId25" Type="http://schemas.openxmlformats.org/officeDocument/2006/relationships/oleObject" Target="../embeddings/oleObject235.bin"/><Relationship Id="rId33" Type="http://schemas.openxmlformats.org/officeDocument/2006/relationships/oleObject" Target="../embeddings/oleObject239.bin"/><Relationship Id="rId38" Type="http://schemas.openxmlformats.org/officeDocument/2006/relationships/image" Target="../media/image275.png"/><Relationship Id="rId20" Type="http://schemas.openxmlformats.org/officeDocument/2006/relationships/image" Target="../media/image268.wmf"/><Relationship Id="rId41" Type="http://schemas.openxmlformats.org/officeDocument/2006/relationships/image" Target="../media/image277.wmf"/></Relationships>
</file>

<file path=ppt/slides/_rels/slide32.xml.rels><?xml version="1.0" encoding="UTF-8" standalone="yes"?>
<Relationships xmlns="http://schemas.openxmlformats.org/package/2006/relationships"><Relationship Id="rId13" Type="http://schemas.openxmlformats.org/officeDocument/2006/relationships/oleObject" Target="../embeddings/oleObject245.bin"/><Relationship Id="rId18" Type="http://schemas.openxmlformats.org/officeDocument/2006/relationships/image" Target="../media/image282.wmf"/><Relationship Id="rId26" Type="http://schemas.openxmlformats.org/officeDocument/2006/relationships/image" Target="../media/image285.wmf"/><Relationship Id="rId39" Type="http://schemas.openxmlformats.org/officeDocument/2006/relationships/oleObject" Target="../embeddings/oleObject257.bin"/><Relationship Id="rId21" Type="http://schemas.openxmlformats.org/officeDocument/2006/relationships/oleObject" Target="../embeddings/oleObject249.bin"/><Relationship Id="rId34" Type="http://schemas.openxmlformats.org/officeDocument/2006/relationships/image" Target="../media/image289.wmf"/><Relationship Id="rId42" Type="http://schemas.openxmlformats.org/officeDocument/2006/relationships/image" Target="../media/image293.wmf"/><Relationship Id="rId7" Type="http://schemas.openxmlformats.org/officeDocument/2006/relationships/image" Target="../media/image263.wmf"/><Relationship Id="rId2" Type="http://schemas.openxmlformats.org/officeDocument/2006/relationships/oleObject" Target="../embeddings/oleObject224.bin"/><Relationship Id="rId16" Type="http://schemas.openxmlformats.org/officeDocument/2006/relationships/image" Target="../media/image281.wmf"/><Relationship Id="rId20" Type="http://schemas.openxmlformats.org/officeDocument/2006/relationships/image" Target="../media/image283.wmf"/><Relationship Id="rId29" Type="http://schemas.openxmlformats.org/officeDocument/2006/relationships/oleObject" Target="../embeddings/oleObject252.bin"/><Relationship Id="rId41" Type="http://schemas.openxmlformats.org/officeDocument/2006/relationships/oleObject" Target="../embeddings/oleObject258.bin"/><Relationship Id="rId1" Type="http://schemas.openxmlformats.org/officeDocument/2006/relationships/slideLayout" Target="../slideLayouts/slideLayout7.xml"/><Relationship Id="rId6" Type="http://schemas.openxmlformats.org/officeDocument/2006/relationships/oleObject" Target="../embeddings/oleObject226.bin"/><Relationship Id="rId11" Type="http://schemas.openxmlformats.org/officeDocument/2006/relationships/oleObject" Target="../embeddings/oleObject229.bin"/><Relationship Id="rId24" Type="http://schemas.openxmlformats.org/officeDocument/2006/relationships/image" Target="../media/image55.wmf"/><Relationship Id="rId32" Type="http://schemas.openxmlformats.org/officeDocument/2006/relationships/image" Target="../media/image288.wmf"/><Relationship Id="rId37" Type="http://schemas.openxmlformats.org/officeDocument/2006/relationships/oleObject" Target="../embeddings/oleObject256.bin"/><Relationship Id="rId40" Type="http://schemas.openxmlformats.org/officeDocument/2006/relationships/image" Target="../media/image292.wmf"/><Relationship Id="rId5" Type="http://schemas.openxmlformats.org/officeDocument/2006/relationships/image" Target="../media/image262.wmf"/><Relationship Id="rId15" Type="http://schemas.openxmlformats.org/officeDocument/2006/relationships/oleObject" Target="../embeddings/oleObject246.bin"/><Relationship Id="rId23" Type="http://schemas.openxmlformats.org/officeDocument/2006/relationships/oleObject" Target="../embeddings/oleObject52.bin"/><Relationship Id="rId28" Type="http://schemas.openxmlformats.org/officeDocument/2006/relationships/image" Target="../media/image286.wmf"/><Relationship Id="rId36" Type="http://schemas.openxmlformats.org/officeDocument/2006/relationships/image" Target="../media/image290.wmf"/><Relationship Id="rId10" Type="http://schemas.openxmlformats.org/officeDocument/2006/relationships/image" Target="../media/image264.wmf"/><Relationship Id="rId19" Type="http://schemas.openxmlformats.org/officeDocument/2006/relationships/oleObject" Target="../embeddings/oleObject248.bin"/><Relationship Id="rId31" Type="http://schemas.openxmlformats.org/officeDocument/2006/relationships/oleObject" Target="../embeddings/oleObject253.bin"/><Relationship Id="rId4" Type="http://schemas.openxmlformats.org/officeDocument/2006/relationships/oleObject" Target="../embeddings/oleObject225.bin"/><Relationship Id="rId9" Type="http://schemas.openxmlformats.org/officeDocument/2006/relationships/oleObject" Target="../embeddings/oleObject228.bin"/><Relationship Id="rId14" Type="http://schemas.openxmlformats.org/officeDocument/2006/relationships/image" Target="../media/image280.wmf"/><Relationship Id="rId22" Type="http://schemas.openxmlformats.org/officeDocument/2006/relationships/image" Target="../media/image284.wmf"/><Relationship Id="rId27" Type="http://schemas.openxmlformats.org/officeDocument/2006/relationships/oleObject" Target="../embeddings/oleObject251.bin"/><Relationship Id="rId30" Type="http://schemas.openxmlformats.org/officeDocument/2006/relationships/image" Target="../media/image287.wmf"/><Relationship Id="rId35" Type="http://schemas.openxmlformats.org/officeDocument/2006/relationships/oleObject" Target="../embeddings/oleObject255.bin"/><Relationship Id="rId8" Type="http://schemas.openxmlformats.org/officeDocument/2006/relationships/oleObject" Target="../embeddings/oleObject227.bin"/><Relationship Id="rId3" Type="http://schemas.openxmlformats.org/officeDocument/2006/relationships/image" Target="../media/image261.wmf"/><Relationship Id="rId12" Type="http://schemas.openxmlformats.org/officeDocument/2006/relationships/image" Target="../media/image265.wmf"/><Relationship Id="rId17" Type="http://schemas.openxmlformats.org/officeDocument/2006/relationships/oleObject" Target="../embeddings/oleObject247.bin"/><Relationship Id="rId25" Type="http://schemas.openxmlformats.org/officeDocument/2006/relationships/oleObject" Target="../embeddings/oleObject250.bin"/><Relationship Id="rId33" Type="http://schemas.openxmlformats.org/officeDocument/2006/relationships/oleObject" Target="../embeddings/oleObject254.bin"/><Relationship Id="rId38" Type="http://schemas.openxmlformats.org/officeDocument/2006/relationships/image" Target="../media/image291.wmf"/></Relationships>
</file>

<file path=ppt/slides/_rels/slide33.xml.rels><?xml version="1.0" encoding="UTF-8" standalone="yes"?>
<Relationships xmlns="http://schemas.openxmlformats.org/package/2006/relationships"><Relationship Id="rId13" Type="http://schemas.openxmlformats.org/officeDocument/2006/relationships/oleObject" Target="../embeddings/oleObject264.bin"/><Relationship Id="rId18" Type="http://schemas.openxmlformats.org/officeDocument/2006/relationships/image" Target="../media/image302.wmf"/><Relationship Id="rId26" Type="http://schemas.openxmlformats.org/officeDocument/2006/relationships/image" Target="../media/image306.wmf"/><Relationship Id="rId39" Type="http://schemas.openxmlformats.org/officeDocument/2006/relationships/oleObject" Target="../embeddings/oleObject277.bin"/><Relationship Id="rId21" Type="http://schemas.openxmlformats.org/officeDocument/2006/relationships/oleObject" Target="../embeddings/oleObject268.bin"/><Relationship Id="rId34" Type="http://schemas.openxmlformats.org/officeDocument/2006/relationships/image" Target="../media/image310.wmf"/><Relationship Id="rId7" Type="http://schemas.openxmlformats.org/officeDocument/2006/relationships/oleObject" Target="../embeddings/oleObject261.bin"/><Relationship Id="rId12" Type="http://schemas.openxmlformats.org/officeDocument/2006/relationships/image" Target="../media/image299.wmf"/><Relationship Id="rId17" Type="http://schemas.openxmlformats.org/officeDocument/2006/relationships/oleObject" Target="../embeddings/oleObject266.bin"/><Relationship Id="rId25" Type="http://schemas.openxmlformats.org/officeDocument/2006/relationships/oleObject" Target="../embeddings/oleObject270.bin"/><Relationship Id="rId33" Type="http://schemas.openxmlformats.org/officeDocument/2006/relationships/oleObject" Target="../embeddings/oleObject274.bin"/><Relationship Id="rId38" Type="http://schemas.openxmlformats.org/officeDocument/2006/relationships/image" Target="../media/image312.wmf"/><Relationship Id="rId2" Type="http://schemas.openxmlformats.org/officeDocument/2006/relationships/image" Target="../media/image294.png"/><Relationship Id="rId16" Type="http://schemas.openxmlformats.org/officeDocument/2006/relationships/image" Target="../media/image301.wmf"/><Relationship Id="rId20" Type="http://schemas.openxmlformats.org/officeDocument/2006/relationships/image" Target="../media/image303.wmf"/><Relationship Id="rId29" Type="http://schemas.openxmlformats.org/officeDocument/2006/relationships/oleObject" Target="../embeddings/oleObject272.bin"/><Relationship Id="rId1" Type="http://schemas.openxmlformats.org/officeDocument/2006/relationships/slideLayout" Target="../slideLayouts/slideLayout7.xml"/><Relationship Id="rId6" Type="http://schemas.openxmlformats.org/officeDocument/2006/relationships/image" Target="../media/image296.wmf"/><Relationship Id="rId11" Type="http://schemas.openxmlformats.org/officeDocument/2006/relationships/oleObject" Target="../embeddings/oleObject263.bin"/><Relationship Id="rId24" Type="http://schemas.openxmlformats.org/officeDocument/2006/relationships/image" Target="../media/image305.wmf"/><Relationship Id="rId32" Type="http://schemas.openxmlformats.org/officeDocument/2006/relationships/image" Target="../media/image309.wmf"/><Relationship Id="rId37" Type="http://schemas.openxmlformats.org/officeDocument/2006/relationships/oleObject" Target="../embeddings/oleObject276.bin"/><Relationship Id="rId40" Type="http://schemas.openxmlformats.org/officeDocument/2006/relationships/image" Target="../media/image313.wmf"/><Relationship Id="rId5" Type="http://schemas.openxmlformats.org/officeDocument/2006/relationships/oleObject" Target="../embeddings/oleObject260.bin"/><Relationship Id="rId15" Type="http://schemas.openxmlformats.org/officeDocument/2006/relationships/oleObject" Target="../embeddings/oleObject265.bin"/><Relationship Id="rId23" Type="http://schemas.openxmlformats.org/officeDocument/2006/relationships/oleObject" Target="../embeddings/oleObject269.bin"/><Relationship Id="rId28" Type="http://schemas.openxmlformats.org/officeDocument/2006/relationships/image" Target="../media/image307.wmf"/><Relationship Id="rId36" Type="http://schemas.openxmlformats.org/officeDocument/2006/relationships/image" Target="../media/image311.wmf"/><Relationship Id="rId10" Type="http://schemas.openxmlformats.org/officeDocument/2006/relationships/image" Target="../media/image298.wmf"/><Relationship Id="rId19" Type="http://schemas.openxmlformats.org/officeDocument/2006/relationships/oleObject" Target="../embeddings/oleObject267.bin"/><Relationship Id="rId31" Type="http://schemas.openxmlformats.org/officeDocument/2006/relationships/oleObject" Target="../embeddings/oleObject273.bin"/><Relationship Id="rId4" Type="http://schemas.openxmlformats.org/officeDocument/2006/relationships/image" Target="../media/image295.wmf"/><Relationship Id="rId9" Type="http://schemas.openxmlformats.org/officeDocument/2006/relationships/oleObject" Target="../embeddings/oleObject262.bin"/><Relationship Id="rId14" Type="http://schemas.openxmlformats.org/officeDocument/2006/relationships/image" Target="../media/image300.wmf"/><Relationship Id="rId22" Type="http://schemas.openxmlformats.org/officeDocument/2006/relationships/image" Target="../media/image304.wmf"/><Relationship Id="rId27" Type="http://schemas.openxmlformats.org/officeDocument/2006/relationships/oleObject" Target="../embeddings/oleObject271.bin"/><Relationship Id="rId30" Type="http://schemas.openxmlformats.org/officeDocument/2006/relationships/image" Target="../media/image308.wmf"/><Relationship Id="rId35" Type="http://schemas.openxmlformats.org/officeDocument/2006/relationships/oleObject" Target="../embeddings/oleObject275.bin"/><Relationship Id="rId8" Type="http://schemas.openxmlformats.org/officeDocument/2006/relationships/image" Target="../media/image297.wmf"/><Relationship Id="rId3" Type="http://schemas.openxmlformats.org/officeDocument/2006/relationships/oleObject" Target="../embeddings/oleObject259.bin"/></Relationships>
</file>

<file path=ppt/slides/_rels/slide34.xml.rels><?xml version="1.0" encoding="UTF-8" standalone="yes"?>
<Relationships xmlns="http://schemas.openxmlformats.org/package/2006/relationships"><Relationship Id="rId13" Type="http://schemas.openxmlformats.org/officeDocument/2006/relationships/oleObject" Target="../embeddings/oleObject283.bin"/><Relationship Id="rId18" Type="http://schemas.openxmlformats.org/officeDocument/2006/relationships/image" Target="../media/image321.wmf"/><Relationship Id="rId26" Type="http://schemas.openxmlformats.org/officeDocument/2006/relationships/oleObject" Target="../embeddings/oleObject289.bin"/><Relationship Id="rId39" Type="http://schemas.openxmlformats.org/officeDocument/2006/relationships/image" Target="../media/image332.wmf"/><Relationship Id="rId21" Type="http://schemas.openxmlformats.org/officeDocument/2006/relationships/image" Target="../media/image323.wmf"/><Relationship Id="rId34" Type="http://schemas.openxmlformats.org/officeDocument/2006/relationships/oleObject" Target="../embeddings/oleObject293.bin"/><Relationship Id="rId7" Type="http://schemas.openxmlformats.org/officeDocument/2006/relationships/oleObject" Target="../embeddings/oleObject280.bin"/><Relationship Id="rId12" Type="http://schemas.openxmlformats.org/officeDocument/2006/relationships/image" Target="../media/image318.wmf"/><Relationship Id="rId17" Type="http://schemas.openxmlformats.org/officeDocument/2006/relationships/oleObject" Target="../embeddings/oleObject285.bin"/><Relationship Id="rId25" Type="http://schemas.openxmlformats.org/officeDocument/2006/relationships/image" Target="../media/image325.wmf"/><Relationship Id="rId33" Type="http://schemas.openxmlformats.org/officeDocument/2006/relationships/image" Target="../media/image329.wmf"/><Relationship Id="rId38" Type="http://schemas.openxmlformats.org/officeDocument/2006/relationships/oleObject" Target="../embeddings/oleObject295.bin"/><Relationship Id="rId2" Type="http://schemas.openxmlformats.org/officeDocument/2006/relationships/image" Target="../media/image294.png"/><Relationship Id="rId16" Type="http://schemas.openxmlformats.org/officeDocument/2006/relationships/image" Target="../media/image320.wmf"/><Relationship Id="rId20" Type="http://schemas.openxmlformats.org/officeDocument/2006/relationships/image" Target="../media/image322.wmf"/><Relationship Id="rId29" Type="http://schemas.openxmlformats.org/officeDocument/2006/relationships/image" Target="../media/image327.wmf"/><Relationship Id="rId1" Type="http://schemas.openxmlformats.org/officeDocument/2006/relationships/slideLayout" Target="../slideLayouts/slideLayout7.xml"/><Relationship Id="rId6" Type="http://schemas.openxmlformats.org/officeDocument/2006/relationships/image" Target="../media/image315.wmf"/><Relationship Id="rId11" Type="http://schemas.openxmlformats.org/officeDocument/2006/relationships/oleObject" Target="../embeddings/oleObject282.bin"/><Relationship Id="rId24" Type="http://schemas.openxmlformats.org/officeDocument/2006/relationships/oleObject" Target="../embeddings/oleObject288.bin"/><Relationship Id="rId32" Type="http://schemas.openxmlformats.org/officeDocument/2006/relationships/oleObject" Target="../embeddings/oleObject292.bin"/><Relationship Id="rId37" Type="http://schemas.openxmlformats.org/officeDocument/2006/relationships/image" Target="../media/image331.wmf"/><Relationship Id="rId5" Type="http://schemas.openxmlformats.org/officeDocument/2006/relationships/oleObject" Target="../embeddings/oleObject279.bin"/><Relationship Id="rId15" Type="http://schemas.openxmlformats.org/officeDocument/2006/relationships/oleObject" Target="../embeddings/oleObject284.bin"/><Relationship Id="rId23" Type="http://schemas.openxmlformats.org/officeDocument/2006/relationships/image" Target="../media/image324.wmf"/><Relationship Id="rId28" Type="http://schemas.openxmlformats.org/officeDocument/2006/relationships/oleObject" Target="../embeddings/oleObject290.bin"/><Relationship Id="rId36" Type="http://schemas.openxmlformats.org/officeDocument/2006/relationships/oleObject" Target="../embeddings/oleObject294.bin"/><Relationship Id="rId10" Type="http://schemas.openxmlformats.org/officeDocument/2006/relationships/image" Target="../media/image317.wmf"/><Relationship Id="rId19" Type="http://schemas.openxmlformats.org/officeDocument/2006/relationships/oleObject" Target="../embeddings/oleObject286.bin"/><Relationship Id="rId31" Type="http://schemas.openxmlformats.org/officeDocument/2006/relationships/image" Target="../media/image328.wmf"/><Relationship Id="rId4" Type="http://schemas.openxmlformats.org/officeDocument/2006/relationships/image" Target="../media/image314.wmf"/><Relationship Id="rId9" Type="http://schemas.openxmlformats.org/officeDocument/2006/relationships/oleObject" Target="../embeddings/oleObject281.bin"/><Relationship Id="rId14" Type="http://schemas.openxmlformats.org/officeDocument/2006/relationships/image" Target="../media/image319.wmf"/><Relationship Id="rId22" Type="http://schemas.openxmlformats.org/officeDocument/2006/relationships/oleObject" Target="../embeddings/oleObject287.bin"/><Relationship Id="rId27" Type="http://schemas.openxmlformats.org/officeDocument/2006/relationships/image" Target="../media/image326.wmf"/><Relationship Id="rId30" Type="http://schemas.openxmlformats.org/officeDocument/2006/relationships/oleObject" Target="../embeddings/oleObject291.bin"/><Relationship Id="rId35" Type="http://schemas.openxmlformats.org/officeDocument/2006/relationships/image" Target="../media/image330.wmf"/><Relationship Id="rId8" Type="http://schemas.openxmlformats.org/officeDocument/2006/relationships/image" Target="../media/image316.wmf"/><Relationship Id="rId3" Type="http://schemas.openxmlformats.org/officeDocument/2006/relationships/oleObject" Target="../embeddings/oleObject278.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98.bin"/><Relationship Id="rId13" Type="http://schemas.openxmlformats.org/officeDocument/2006/relationships/image" Target="../media/image338.wmf"/><Relationship Id="rId3" Type="http://schemas.openxmlformats.org/officeDocument/2006/relationships/image" Target="../media/image333.jpeg"/><Relationship Id="rId7" Type="http://schemas.openxmlformats.org/officeDocument/2006/relationships/image" Target="../media/image335.wmf"/><Relationship Id="rId12" Type="http://schemas.openxmlformats.org/officeDocument/2006/relationships/oleObject" Target="../embeddings/oleObject300.bin"/><Relationship Id="rId2" Type="http://schemas.openxmlformats.org/officeDocument/2006/relationships/image" Target="../media/image146.png"/><Relationship Id="rId1" Type="http://schemas.openxmlformats.org/officeDocument/2006/relationships/slideLayout" Target="../slideLayouts/slideLayout7.xml"/><Relationship Id="rId6" Type="http://schemas.openxmlformats.org/officeDocument/2006/relationships/oleObject" Target="../embeddings/oleObject297.bin"/><Relationship Id="rId11" Type="http://schemas.openxmlformats.org/officeDocument/2006/relationships/image" Target="../media/image337.wmf"/><Relationship Id="rId5" Type="http://schemas.openxmlformats.org/officeDocument/2006/relationships/image" Target="../media/image334.wmf"/><Relationship Id="rId15" Type="http://schemas.openxmlformats.org/officeDocument/2006/relationships/image" Target="../media/image339.wmf"/><Relationship Id="rId10" Type="http://schemas.openxmlformats.org/officeDocument/2006/relationships/oleObject" Target="../embeddings/oleObject299.bin"/><Relationship Id="rId4" Type="http://schemas.openxmlformats.org/officeDocument/2006/relationships/oleObject" Target="../embeddings/oleObject296.bin"/><Relationship Id="rId9" Type="http://schemas.openxmlformats.org/officeDocument/2006/relationships/image" Target="../media/image336.wmf"/><Relationship Id="rId14" Type="http://schemas.openxmlformats.org/officeDocument/2006/relationships/oleObject" Target="../embeddings/oleObject301.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1 Título"/>
          <p:cNvSpPr>
            <a:spLocks noGrp="1"/>
          </p:cNvSpPr>
          <p:nvPr>
            <p:ph type="ctrTitle"/>
          </p:nvPr>
        </p:nvSpPr>
        <p:spPr>
          <a:noFill/>
        </p:spPr>
        <p:txBody>
          <a:bodyPr/>
          <a:lstStyle/>
          <a:p>
            <a:pPr eaLnBrk="1" hangingPunct="1"/>
            <a:r>
              <a:rPr lang="es-CL" altLang="es-CL" dirty="0"/>
              <a:t>TERCERA UNIDAD</a:t>
            </a:r>
          </a:p>
        </p:txBody>
      </p:sp>
      <p:sp>
        <p:nvSpPr>
          <p:cNvPr id="3075" name="2 Subtítulo"/>
          <p:cNvSpPr>
            <a:spLocks noGrp="1"/>
          </p:cNvSpPr>
          <p:nvPr>
            <p:ph type="subTitle" idx="1"/>
          </p:nvPr>
        </p:nvSpPr>
        <p:spPr>
          <a:xfrm>
            <a:off x="1406525" y="2852738"/>
            <a:ext cx="7010400" cy="1600200"/>
          </a:xfrm>
          <a:noFill/>
        </p:spPr>
        <p:txBody>
          <a:bodyPr/>
          <a:lstStyle/>
          <a:p>
            <a:pPr eaLnBrk="1" hangingPunct="1"/>
            <a:r>
              <a:rPr lang="es-CL" altLang="es-CL" dirty="0"/>
              <a:t>DINAMICA DE LA PARTICULA</a:t>
            </a:r>
          </a:p>
        </p:txBody>
      </p:sp>
      <p:pic>
        <p:nvPicPr>
          <p:cNvPr id="3076" name="0 Imagen"/>
          <p:cNvPicPr>
            <a:picLocks noChangeAspect="1" noChangeArrowheads="1"/>
          </p:cNvPicPr>
          <p:nvPr/>
        </p:nvPicPr>
        <p:blipFill>
          <a:blip r:embed="rId2" cstate="print">
            <a:extLst>
              <a:ext uri="{28A0092B-C50C-407E-A947-70E740481C1C}">
                <a14:useLocalDpi xmlns:a14="http://schemas.microsoft.com/office/drawing/2010/main" val="0"/>
              </a:ext>
            </a:extLst>
          </a:blip>
          <a:srcRect l="53027"/>
          <a:stretch>
            <a:fillRect/>
          </a:stretch>
        </p:blipFill>
        <p:spPr bwMode="auto">
          <a:xfrm>
            <a:off x="685800" y="401638"/>
            <a:ext cx="13716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3 CuadroTexto"/>
          <p:cNvSpPr txBox="1">
            <a:spLocks noChangeArrowheads="1"/>
          </p:cNvSpPr>
          <p:nvPr/>
        </p:nvSpPr>
        <p:spPr bwMode="auto">
          <a:xfrm>
            <a:off x="4643438" y="6246813"/>
            <a:ext cx="41052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i="1"/>
              <a:t>Profesor Juan Víctor Retamal González</a:t>
            </a:r>
          </a:p>
        </p:txBody>
      </p:sp>
      <p:pic>
        <p:nvPicPr>
          <p:cNvPr id="3078" name="4 Imagen"/>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r="3026"/>
          <a:stretch>
            <a:fillRect/>
          </a:stretch>
        </p:blipFill>
        <p:spPr bwMode="auto">
          <a:xfrm>
            <a:off x="468313" y="3675063"/>
            <a:ext cx="4022725" cy="294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5 Rectángulo"/>
          <p:cNvSpPr>
            <a:spLocks noChangeArrowheads="1"/>
          </p:cNvSpPr>
          <p:nvPr/>
        </p:nvSpPr>
        <p:spPr bwMode="auto">
          <a:xfrm>
            <a:off x="2555875" y="279400"/>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200" b="1"/>
              <a:t>UNIVERSIDAD TECNOLOGICA DE CHILE</a:t>
            </a:r>
            <a:endParaRPr lang="es-CL" altLang="es-CL" sz="1200"/>
          </a:p>
          <a:p>
            <a:pPr eaLnBrk="1" hangingPunct="1"/>
            <a:r>
              <a:rPr lang="es-ES" altLang="es-CL" sz="1200" b="1"/>
              <a:t>INSTITUTO PROFESIONAL</a:t>
            </a:r>
            <a:endParaRPr lang="es-CL" altLang="es-CL" sz="1200"/>
          </a:p>
          <a:p>
            <a:pPr eaLnBrk="1" hangingPunct="1"/>
            <a:r>
              <a:rPr lang="es-ES" altLang="es-CL" sz="1200" b="1"/>
              <a:t>CENTRO DE FORMACION TECNICA</a:t>
            </a:r>
            <a:endParaRPr lang="es-CL" altLang="es-CL" sz="1200"/>
          </a:p>
        </p:txBody>
      </p:sp>
      <p:sp>
        <p:nvSpPr>
          <p:cNvPr id="3080" name="6 CuadroTexto"/>
          <p:cNvSpPr txBox="1">
            <a:spLocks noChangeArrowheads="1"/>
          </p:cNvSpPr>
          <p:nvPr/>
        </p:nvSpPr>
        <p:spPr bwMode="auto">
          <a:xfrm>
            <a:off x="4660900" y="4113213"/>
            <a:ext cx="302577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3600" b="1">
                <a:solidFill>
                  <a:srgbClr val="C00000"/>
                </a:solidFill>
              </a:rPr>
              <a:t>TEORIA Y</a:t>
            </a:r>
          </a:p>
          <a:p>
            <a:pPr eaLnBrk="1" hangingPunct="1"/>
            <a:r>
              <a:rPr lang="es-CL" altLang="es-CL" sz="3600" b="1">
                <a:solidFill>
                  <a:srgbClr val="C00000"/>
                </a:solidFill>
              </a:rPr>
              <a:t>EJERCICIOS</a:t>
            </a:r>
          </a:p>
        </p:txBody>
      </p:sp>
    </p:spTree>
    <p:extLst>
      <p:ext uri="{BB962C8B-B14F-4D97-AF65-F5344CB8AC3E}">
        <p14:creationId xmlns:p14="http://schemas.microsoft.com/office/powerpoint/2010/main" val="1664934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4"/>
          <p:cNvSpPr txBox="1">
            <a:spLocks noChangeArrowheads="1"/>
          </p:cNvSpPr>
          <p:nvPr/>
        </p:nvSpPr>
        <p:spPr bwMode="hidden">
          <a:xfrm>
            <a:off x="323850" y="3068638"/>
            <a:ext cx="8316913"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531813"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VE" altLang="es-CL" sz="1600" b="1" dirty="0">
                <a:solidFill>
                  <a:srgbClr val="C00000"/>
                </a:solidFill>
                <a:latin typeface="Arial" charset="0"/>
              </a:rPr>
              <a:t> DINAMICA DE LA PARTICULA</a:t>
            </a:r>
          </a:p>
          <a:p>
            <a:pPr algn="just" eaLnBrk="1" hangingPunct="1">
              <a:buFont typeface="Tahoma" pitchFamily="34" charset="0"/>
              <a:buChar char="¥"/>
            </a:pPr>
            <a:endParaRPr lang="es-ES" altLang="es-CL" sz="1600" b="1" dirty="0">
              <a:latin typeface="Arial" charset="0"/>
            </a:endParaRPr>
          </a:p>
          <a:p>
            <a:pPr lvl="1" algn="just" eaLnBrk="1" hangingPunct="1">
              <a:lnSpc>
                <a:spcPct val="150000"/>
              </a:lnSpc>
              <a:buFont typeface="Tahoma" pitchFamily="34" charset="0"/>
              <a:buChar char="¥"/>
            </a:pPr>
            <a:r>
              <a:rPr lang="es-VE" altLang="es-CL" sz="1600" b="1" dirty="0">
                <a:latin typeface="Arial" charset="0"/>
              </a:rPr>
              <a:t> Concepto de fuerza</a:t>
            </a:r>
          </a:p>
          <a:p>
            <a:pPr lvl="1" algn="just" eaLnBrk="1" hangingPunct="1">
              <a:lnSpc>
                <a:spcPct val="150000"/>
              </a:lnSpc>
              <a:buFont typeface="Tahoma" pitchFamily="34" charset="0"/>
              <a:buChar char="¥"/>
            </a:pPr>
            <a:r>
              <a:rPr lang="es-VE" altLang="es-CL" sz="1600" b="1" dirty="0">
                <a:latin typeface="Arial" charset="0"/>
              </a:rPr>
              <a:t> Primera ley de Newton</a:t>
            </a:r>
          </a:p>
          <a:p>
            <a:pPr lvl="1" algn="just" eaLnBrk="1" hangingPunct="1">
              <a:lnSpc>
                <a:spcPct val="150000"/>
              </a:lnSpc>
              <a:buFont typeface="Tahoma" pitchFamily="34" charset="0"/>
              <a:buChar char="¥"/>
            </a:pPr>
            <a:r>
              <a:rPr lang="es-VE" altLang="es-CL" sz="1600" b="1" dirty="0">
                <a:latin typeface="Arial" charset="0"/>
              </a:rPr>
              <a:t> Concepto de masa</a:t>
            </a:r>
          </a:p>
          <a:p>
            <a:pPr lvl="1" algn="just" eaLnBrk="1" hangingPunct="1">
              <a:lnSpc>
                <a:spcPct val="150000"/>
              </a:lnSpc>
              <a:buFont typeface="Tahoma" pitchFamily="34" charset="0"/>
              <a:buChar char="¥"/>
            </a:pPr>
            <a:r>
              <a:rPr lang="es-VE" altLang="es-CL" sz="1600" b="1" dirty="0">
                <a:latin typeface="Arial" charset="0"/>
              </a:rPr>
              <a:t> Segunda ley de Newton</a:t>
            </a:r>
          </a:p>
          <a:p>
            <a:pPr lvl="1" algn="just" eaLnBrk="1" hangingPunct="1">
              <a:lnSpc>
                <a:spcPct val="150000"/>
              </a:lnSpc>
              <a:buFont typeface="Tahoma" pitchFamily="34" charset="0"/>
              <a:buChar char="¥"/>
            </a:pPr>
            <a:r>
              <a:rPr lang="es-VE" altLang="es-CL" sz="1600" b="1" dirty="0">
                <a:latin typeface="Arial" charset="0"/>
              </a:rPr>
              <a:t> Concepto de peso</a:t>
            </a:r>
          </a:p>
          <a:p>
            <a:pPr lvl="1" algn="just" eaLnBrk="1" hangingPunct="1">
              <a:lnSpc>
                <a:spcPct val="150000"/>
              </a:lnSpc>
              <a:buFont typeface="Tahoma" pitchFamily="34" charset="0"/>
              <a:buChar char="¥"/>
            </a:pPr>
            <a:r>
              <a:rPr lang="es-VE" altLang="es-CL" sz="1600" b="1" dirty="0">
                <a:latin typeface="Arial" charset="0"/>
              </a:rPr>
              <a:t> Tercera ley de Newton</a:t>
            </a:r>
          </a:p>
          <a:p>
            <a:pPr lvl="1" algn="just" eaLnBrk="1" hangingPunct="1">
              <a:lnSpc>
                <a:spcPct val="150000"/>
              </a:lnSpc>
              <a:buFont typeface="Tahoma" pitchFamily="34" charset="0"/>
              <a:buChar char="¥"/>
            </a:pPr>
            <a:r>
              <a:rPr lang="es-VE" altLang="es-CL" sz="1600" b="1" dirty="0">
                <a:latin typeface="Arial" charset="0"/>
              </a:rPr>
              <a:t> Alguna aplicaciones de las leyes de Newton</a:t>
            </a:r>
          </a:p>
          <a:p>
            <a:pPr algn="just" eaLnBrk="1" hangingPunct="1">
              <a:buFont typeface="Tahoma" pitchFamily="34" charset="0"/>
              <a:buChar char="¥"/>
            </a:pPr>
            <a:endParaRPr lang="es-VE" altLang="es-CL" sz="1600" b="1" dirty="0">
              <a:latin typeface="Arial" charset="0"/>
            </a:endParaRPr>
          </a:p>
        </p:txBody>
      </p:sp>
      <p:sp>
        <p:nvSpPr>
          <p:cNvPr id="4099" name="1 CuadroTexto"/>
          <p:cNvSpPr txBox="1">
            <a:spLocks noChangeArrowheads="1"/>
          </p:cNvSpPr>
          <p:nvPr/>
        </p:nvSpPr>
        <p:spPr bwMode="auto">
          <a:xfrm>
            <a:off x="323850" y="981075"/>
            <a:ext cx="84677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lnSpc>
                <a:spcPct val="150000"/>
              </a:lnSpc>
            </a:pPr>
            <a:r>
              <a:rPr lang="es-MX" altLang="es-CL" b="1" dirty="0">
                <a:solidFill>
                  <a:srgbClr val="C00000"/>
                </a:solidFill>
              </a:rPr>
              <a:t>APRENDIZAJES ESPERADOS</a:t>
            </a:r>
          </a:p>
          <a:p>
            <a:pPr algn="just" eaLnBrk="1" hangingPunct="1">
              <a:lnSpc>
                <a:spcPct val="150000"/>
              </a:lnSpc>
            </a:pPr>
            <a:endParaRPr lang="es-MX" altLang="es-CL" dirty="0"/>
          </a:p>
          <a:p>
            <a:pPr algn="just" eaLnBrk="1" hangingPunct="1">
              <a:lnSpc>
                <a:spcPct val="150000"/>
              </a:lnSpc>
            </a:pPr>
            <a:r>
              <a:rPr lang="es-MX" altLang="es-CL" dirty="0"/>
              <a:t>Resuelve problemas de la especialidad y/o disciplina que involucre tópicos de dinámica de fuerzas. (Integrada Competencia Genérica Resolución de Problemas)</a:t>
            </a:r>
          </a:p>
        </p:txBody>
      </p:sp>
      <p:sp>
        <p:nvSpPr>
          <p:cNvPr id="2" name="1 CuadroTexto"/>
          <p:cNvSpPr txBox="1"/>
          <p:nvPr/>
        </p:nvSpPr>
        <p:spPr>
          <a:xfrm>
            <a:off x="540806" y="169228"/>
            <a:ext cx="3595856" cy="369332"/>
          </a:xfrm>
          <a:prstGeom prst="rect">
            <a:avLst/>
          </a:prstGeom>
          <a:noFill/>
        </p:spPr>
        <p:txBody>
          <a:bodyPr wrap="none" rtlCol="0">
            <a:spAutoFit/>
          </a:bodyPr>
          <a:lstStyle/>
          <a:p>
            <a:r>
              <a:rPr lang="es-CL" b="1" dirty="0"/>
              <a:t>DINAMICA DE LA PARTICULA</a:t>
            </a:r>
          </a:p>
        </p:txBody>
      </p:sp>
    </p:spTree>
    <p:extLst>
      <p:ext uri="{BB962C8B-B14F-4D97-AF65-F5344CB8AC3E}">
        <p14:creationId xmlns:p14="http://schemas.microsoft.com/office/powerpoint/2010/main" val="819355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5"/>
          <p:cNvSpPr txBox="1">
            <a:spLocks noChangeArrowheads="1"/>
          </p:cNvSpPr>
          <p:nvPr/>
        </p:nvSpPr>
        <p:spPr bwMode="hidden">
          <a:xfrm>
            <a:off x="323850" y="1844675"/>
            <a:ext cx="8316913" cy="383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901700" indent="-369888"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lnSpc>
                <a:spcPct val="150000"/>
              </a:lnSpc>
              <a:buFont typeface="Tahoma" pitchFamily="34" charset="0"/>
              <a:buNone/>
            </a:pPr>
            <a:r>
              <a:rPr lang="es-ES" altLang="es-CL" b="1" dirty="0">
                <a:solidFill>
                  <a:srgbClr val="C00000"/>
                </a:solidFill>
                <a:latin typeface="Arial" charset="0"/>
              </a:rPr>
              <a:t>Definición: </a:t>
            </a:r>
            <a:r>
              <a:rPr lang="es-ES" altLang="es-CL" dirty="0">
                <a:latin typeface="Arial" charset="0"/>
              </a:rPr>
              <a:t>La Dinámica estudia las causas que originan el movimiento y la deformación de los cuerpos, basándose en los conceptos de masa y fuerza.</a:t>
            </a:r>
          </a:p>
          <a:p>
            <a:pPr algn="just" eaLnBrk="1" hangingPunct="1">
              <a:lnSpc>
                <a:spcPct val="150000"/>
              </a:lnSpc>
              <a:buFont typeface="Tahoma" pitchFamily="34" charset="0"/>
              <a:buNone/>
            </a:pPr>
            <a:endParaRPr lang="es-ES" altLang="es-CL" dirty="0">
              <a:latin typeface="Arial" charset="0"/>
            </a:endParaRPr>
          </a:p>
          <a:p>
            <a:pPr algn="just" eaLnBrk="1" hangingPunct="1">
              <a:lnSpc>
                <a:spcPct val="150000"/>
              </a:lnSpc>
              <a:buFont typeface="Tahoma" pitchFamily="34" charset="0"/>
              <a:buNone/>
            </a:pPr>
            <a:r>
              <a:rPr lang="es-ES" altLang="es-CL" dirty="0">
                <a:latin typeface="Arial" charset="0"/>
              </a:rPr>
              <a:t>La anterior definición conduce al estudio de cuatro ideas fundamentales</a:t>
            </a:r>
          </a:p>
          <a:p>
            <a:pPr algn="just" eaLnBrk="1" hangingPunct="1">
              <a:lnSpc>
                <a:spcPct val="150000"/>
              </a:lnSpc>
              <a:buFont typeface="Tahoma" pitchFamily="34" charset="0"/>
              <a:buNone/>
            </a:pPr>
            <a:endParaRPr lang="es-ES" altLang="es-CL" dirty="0">
              <a:latin typeface="Arial" charset="0"/>
            </a:endParaRPr>
          </a:p>
          <a:p>
            <a:pPr lvl="1" algn="just" eaLnBrk="1" hangingPunct="1">
              <a:lnSpc>
                <a:spcPct val="150000"/>
              </a:lnSpc>
              <a:buFont typeface="Wingdings" pitchFamily="2" charset="2"/>
              <a:buChar char="Ø"/>
            </a:pPr>
            <a:r>
              <a:rPr lang="es-ES" altLang="es-CL" dirty="0">
                <a:latin typeface="Arial" charset="0"/>
              </a:rPr>
              <a:t>El concepto de fuerza</a:t>
            </a:r>
          </a:p>
          <a:p>
            <a:pPr lvl="1" algn="just" eaLnBrk="1" hangingPunct="1">
              <a:lnSpc>
                <a:spcPct val="150000"/>
              </a:lnSpc>
              <a:buFont typeface="Wingdings" pitchFamily="2" charset="2"/>
              <a:buChar char="Ø"/>
            </a:pPr>
            <a:r>
              <a:rPr lang="es-ES" altLang="es-CL" dirty="0">
                <a:latin typeface="Arial" charset="0"/>
              </a:rPr>
              <a:t>Las leyes del movimiento</a:t>
            </a:r>
          </a:p>
          <a:p>
            <a:pPr lvl="1" algn="just" eaLnBrk="1" hangingPunct="1">
              <a:lnSpc>
                <a:spcPct val="150000"/>
              </a:lnSpc>
              <a:buFont typeface="Wingdings" pitchFamily="2" charset="2"/>
              <a:buChar char="Ø"/>
            </a:pPr>
            <a:r>
              <a:rPr lang="es-ES" altLang="es-CL" dirty="0">
                <a:latin typeface="Arial" charset="0"/>
              </a:rPr>
              <a:t>El concepto de masa y </a:t>
            </a:r>
          </a:p>
          <a:p>
            <a:pPr lvl="1" algn="just" eaLnBrk="1" hangingPunct="1">
              <a:lnSpc>
                <a:spcPct val="150000"/>
              </a:lnSpc>
              <a:buFont typeface="Wingdings" pitchFamily="2" charset="2"/>
              <a:buChar char="Ø"/>
            </a:pPr>
            <a:r>
              <a:rPr lang="es-ES" altLang="es-CL" dirty="0">
                <a:latin typeface="Arial" charset="0"/>
              </a:rPr>
              <a:t>Las leyes de fuerza.</a:t>
            </a:r>
          </a:p>
        </p:txBody>
      </p:sp>
      <p:sp>
        <p:nvSpPr>
          <p:cNvPr id="5123" name="Text Box 6"/>
          <p:cNvSpPr txBox="1">
            <a:spLocks noChangeArrowheads="1"/>
          </p:cNvSpPr>
          <p:nvPr/>
        </p:nvSpPr>
        <p:spPr bwMode="hidden">
          <a:xfrm>
            <a:off x="3492500" y="1117600"/>
            <a:ext cx="14700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2000" b="1">
                <a:solidFill>
                  <a:srgbClr val="C00000"/>
                </a:solidFill>
                <a:latin typeface="Arial" charset="0"/>
              </a:rPr>
              <a:t>DINÁMICA</a:t>
            </a:r>
            <a:endParaRPr lang="es-VE" altLang="es-CL" sz="2000" b="1">
              <a:solidFill>
                <a:srgbClr val="C00000"/>
              </a:solidFill>
              <a:latin typeface="Arial" charset="0"/>
            </a:endParaRPr>
          </a:p>
        </p:txBody>
      </p:sp>
      <p:sp>
        <p:nvSpPr>
          <p:cNvPr id="4" name="3 CuadroTexto"/>
          <p:cNvSpPr txBox="1"/>
          <p:nvPr/>
        </p:nvSpPr>
        <p:spPr>
          <a:xfrm>
            <a:off x="540806" y="169228"/>
            <a:ext cx="3595856" cy="369332"/>
          </a:xfrm>
          <a:prstGeom prst="rect">
            <a:avLst/>
          </a:prstGeom>
          <a:noFill/>
        </p:spPr>
        <p:txBody>
          <a:bodyPr wrap="none" rtlCol="0">
            <a:spAutoFit/>
          </a:bodyPr>
          <a:lstStyle/>
          <a:p>
            <a:r>
              <a:rPr lang="es-CL" b="1" dirty="0"/>
              <a:t>DINAMICA DE LA PARTICULA</a:t>
            </a:r>
          </a:p>
        </p:txBody>
      </p:sp>
    </p:spTree>
    <p:extLst>
      <p:ext uri="{BB962C8B-B14F-4D97-AF65-F5344CB8AC3E}">
        <p14:creationId xmlns:p14="http://schemas.microsoft.com/office/powerpoint/2010/main" val="3447668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PRIMERA LEY DE MOVIMIENTO (Primera Ley de Newton)</a:t>
            </a:r>
            <a:endParaRPr lang="es-ES" altLang="es-CL" sz="1600">
              <a:latin typeface="Arial" charset="0"/>
            </a:endParaRPr>
          </a:p>
        </p:txBody>
      </p:sp>
      <p:sp>
        <p:nvSpPr>
          <p:cNvPr id="6147" name="Text Box 21"/>
          <p:cNvSpPr txBox="1">
            <a:spLocks noChangeArrowheads="1"/>
          </p:cNvSpPr>
          <p:nvPr/>
        </p:nvSpPr>
        <p:spPr bwMode="hidden">
          <a:xfrm>
            <a:off x="539750" y="1154113"/>
            <a:ext cx="8064500"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5738" indent="-185738"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_tradnl" altLang="es-CL" sz="1600" b="1" dirty="0">
                <a:solidFill>
                  <a:srgbClr val="C00000"/>
                </a:solidFill>
                <a:latin typeface="Arial" charset="0"/>
              </a:rPr>
              <a:t>Consideraciones previas:</a:t>
            </a:r>
          </a:p>
          <a:p>
            <a:pPr algn="just" eaLnBrk="1" hangingPunct="1"/>
            <a:endParaRPr lang="es-ES_tradnl" altLang="es-CL" sz="1600" dirty="0">
              <a:latin typeface="Arial" charset="0"/>
            </a:endParaRPr>
          </a:p>
          <a:p>
            <a:pPr algn="just" eaLnBrk="1" hangingPunct="1">
              <a:buFontTx/>
              <a:buChar char="•"/>
            </a:pPr>
            <a:r>
              <a:rPr lang="es-ES_tradnl" altLang="es-CL" sz="1600" dirty="0">
                <a:latin typeface="Arial" charset="0"/>
              </a:rPr>
              <a:t>Los sistemas de referencia son sólo Sistemas de Referencia Inerciales (SRI).</a:t>
            </a:r>
          </a:p>
          <a:p>
            <a:pPr algn="just" eaLnBrk="1" hangingPunct="1">
              <a:buFontTx/>
              <a:buChar char="•"/>
            </a:pPr>
            <a:r>
              <a:rPr lang="es-ES_tradnl" altLang="es-CL" sz="1600" dirty="0">
                <a:latin typeface="Arial" charset="0"/>
              </a:rPr>
              <a:t>El tiempo medido en todos los SRI es el mismo.</a:t>
            </a:r>
          </a:p>
          <a:p>
            <a:pPr algn="just" eaLnBrk="1" hangingPunct="1">
              <a:buFontTx/>
              <a:buChar char="•"/>
            </a:pPr>
            <a:r>
              <a:rPr lang="es-ES_tradnl" altLang="es-CL" sz="1600" dirty="0">
                <a:latin typeface="Arial" charset="0"/>
              </a:rPr>
              <a:t>Se cumplen las transformaciones de Galileo.</a:t>
            </a:r>
          </a:p>
          <a:p>
            <a:pPr algn="just" eaLnBrk="1" hangingPunct="1">
              <a:buFontTx/>
              <a:buChar char="•"/>
            </a:pPr>
            <a:r>
              <a:rPr lang="es-ES_tradnl" altLang="es-CL" sz="1600" dirty="0">
                <a:latin typeface="Arial" charset="0"/>
              </a:rPr>
              <a:t>Los SRI y los objetos se mueven a velocidades menores que la velocidad de la luz.</a:t>
            </a:r>
            <a:endParaRPr lang="es-VE" altLang="es-CL" sz="1600" dirty="0">
              <a:latin typeface="Arial" charset="0"/>
            </a:endParaRPr>
          </a:p>
        </p:txBody>
      </p:sp>
      <p:sp>
        <p:nvSpPr>
          <p:cNvPr id="6148" name="Text Box 22"/>
          <p:cNvSpPr txBox="1">
            <a:spLocks noChangeArrowheads="1"/>
          </p:cNvSpPr>
          <p:nvPr/>
        </p:nvSpPr>
        <p:spPr bwMode="hidden">
          <a:xfrm>
            <a:off x="539750" y="2997200"/>
            <a:ext cx="8064500"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_tradnl" altLang="es-CL" sz="1600" b="1" dirty="0">
                <a:solidFill>
                  <a:srgbClr val="C00000"/>
                </a:solidFill>
                <a:latin typeface="Arial" charset="0"/>
              </a:rPr>
              <a:t>La primera ley de Movimiento </a:t>
            </a:r>
            <a:r>
              <a:rPr lang="es-ES_tradnl" altLang="es-CL" sz="1600" dirty="0">
                <a:latin typeface="Arial" charset="0"/>
              </a:rPr>
              <a:t>fue establecida por Galileo y expresada formalmente por Newton:</a:t>
            </a:r>
          </a:p>
          <a:p>
            <a:pPr algn="just" eaLnBrk="1" hangingPunct="1"/>
            <a:endParaRPr lang="es-VE" altLang="es-CL" sz="1600" dirty="0">
              <a:latin typeface="Arial" charset="0"/>
            </a:endParaRPr>
          </a:p>
          <a:p>
            <a:pPr algn="just" eaLnBrk="1" hangingPunct="1"/>
            <a:r>
              <a:rPr lang="es-VE" altLang="es-CL" sz="1600" i="1" dirty="0">
                <a:latin typeface="Arial" charset="0"/>
              </a:rPr>
              <a:t>Todo cuerpo que está</a:t>
            </a:r>
            <a:r>
              <a:rPr lang="es-ES" altLang="es-CL" sz="1600" i="1" dirty="0">
                <a:latin typeface="Arial" charset="0"/>
              </a:rPr>
              <a:t> en reposo o moviéndose con velocidad constante, permanecerá en reposo o con velocidad constante, a no ser que algún agente externo lo obligue a cambiar su estado de reposo o movimiento</a:t>
            </a:r>
            <a:r>
              <a:rPr lang="es-ES" altLang="es-CL" sz="1600" dirty="0">
                <a:latin typeface="Arial" charset="0"/>
              </a:rPr>
              <a:t>.</a:t>
            </a:r>
            <a:endParaRPr lang="es-VE" altLang="es-CL" sz="1600" dirty="0">
              <a:latin typeface="Arial" charset="0"/>
            </a:endParaRPr>
          </a:p>
        </p:txBody>
      </p:sp>
      <p:sp>
        <p:nvSpPr>
          <p:cNvPr id="6149" name="Text Box 23"/>
          <p:cNvSpPr txBox="1">
            <a:spLocks noChangeArrowheads="1"/>
          </p:cNvSpPr>
          <p:nvPr/>
        </p:nvSpPr>
        <p:spPr bwMode="hidden">
          <a:xfrm>
            <a:off x="539750" y="5013325"/>
            <a:ext cx="80645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5738" indent="-185738"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_tradnl" altLang="es-CL" sz="1600" b="1" dirty="0">
                <a:solidFill>
                  <a:srgbClr val="C00000"/>
                </a:solidFill>
                <a:latin typeface="Arial" charset="0"/>
              </a:rPr>
              <a:t>Consecuencias de la Ley:</a:t>
            </a:r>
          </a:p>
          <a:p>
            <a:pPr algn="just" eaLnBrk="1" hangingPunct="1"/>
            <a:endParaRPr lang="es-ES_tradnl" altLang="es-CL" sz="1600" dirty="0">
              <a:latin typeface="Arial" charset="0"/>
            </a:endParaRPr>
          </a:p>
          <a:p>
            <a:pPr algn="just" eaLnBrk="1" hangingPunct="1">
              <a:buFontTx/>
              <a:buChar char="•"/>
            </a:pPr>
            <a:r>
              <a:rPr lang="es-VE" altLang="es-CL" sz="1600" dirty="0">
                <a:latin typeface="Arial" charset="0"/>
              </a:rPr>
              <a:t>Los objetos no pueden cambiar por sí solos su estado de movimiento</a:t>
            </a:r>
          </a:p>
          <a:p>
            <a:pPr algn="just" eaLnBrk="1" hangingPunct="1">
              <a:buFontTx/>
              <a:buChar char="•"/>
            </a:pPr>
            <a:r>
              <a:rPr lang="es-VE" altLang="es-CL" sz="1600" dirty="0">
                <a:latin typeface="Arial" charset="0"/>
              </a:rPr>
              <a:t>Para que se originen cambios en el estado de movimiento, se necesitan al menos dos cuerpos que interactúen. </a:t>
            </a:r>
          </a:p>
        </p:txBody>
      </p:sp>
    </p:spTree>
    <p:extLst>
      <p:ext uri="{BB962C8B-B14F-4D97-AF65-F5344CB8AC3E}">
        <p14:creationId xmlns:p14="http://schemas.microsoft.com/office/powerpoint/2010/main" val="3717673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PRIMERA LEY DE MOVIMIENTO (Primera Ley de Newton)</a:t>
            </a:r>
            <a:endParaRPr lang="es-ES" altLang="es-CL" sz="1600">
              <a:latin typeface="Arial" charset="0"/>
            </a:endParaRPr>
          </a:p>
        </p:txBody>
      </p:sp>
      <p:sp>
        <p:nvSpPr>
          <p:cNvPr id="7171" name="Text Box 5"/>
          <p:cNvSpPr txBox="1">
            <a:spLocks noChangeArrowheads="1"/>
          </p:cNvSpPr>
          <p:nvPr/>
        </p:nvSpPr>
        <p:spPr bwMode="hidden">
          <a:xfrm>
            <a:off x="539750" y="985838"/>
            <a:ext cx="8064500" cy="575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lnSpc>
                <a:spcPct val="150000"/>
              </a:lnSpc>
            </a:pPr>
            <a:r>
              <a:rPr lang="es-ES_tradnl" altLang="es-CL" sz="1600" dirty="0">
                <a:latin typeface="Arial" charset="0"/>
              </a:rPr>
              <a:t>La </a:t>
            </a:r>
            <a:r>
              <a:rPr lang="es-ES_tradnl" altLang="es-CL" sz="1600" b="1" dirty="0">
                <a:latin typeface="Arial" charset="0"/>
              </a:rPr>
              <a:t>primera ley de Movimiento</a:t>
            </a:r>
            <a:r>
              <a:rPr lang="es-ES_tradnl" altLang="es-CL" sz="1600" dirty="0">
                <a:latin typeface="Arial" charset="0"/>
              </a:rPr>
              <a:t> fue discutida y establecida por Galileo como consta en su primera obra </a:t>
            </a:r>
            <a:r>
              <a:rPr lang="es-ES" altLang="es-CL" sz="1600" dirty="0">
                <a:latin typeface="Arial" charset="0"/>
              </a:rPr>
              <a:t>Diálogos</a:t>
            </a:r>
            <a:r>
              <a:rPr lang="es-ES_tradnl" altLang="es-CL" sz="1600" dirty="0">
                <a:latin typeface="Arial" charset="0"/>
              </a:rPr>
              <a:t> y refrendada más tarde en la Obra Discursos. </a:t>
            </a:r>
          </a:p>
          <a:p>
            <a:pPr algn="just" eaLnBrk="1" hangingPunct="1">
              <a:lnSpc>
                <a:spcPct val="150000"/>
              </a:lnSpc>
            </a:pPr>
            <a:endParaRPr lang="es-ES_tradnl" altLang="es-CL" sz="1600" dirty="0">
              <a:latin typeface="Arial" charset="0"/>
            </a:endParaRPr>
          </a:p>
          <a:p>
            <a:pPr algn="just" eaLnBrk="1" hangingPunct="1">
              <a:lnSpc>
                <a:spcPct val="150000"/>
              </a:lnSpc>
            </a:pPr>
            <a:r>
              <a:rPr lang="es-VE" altLang="es-CL" sz="1600" b="1" i="1" dirty="0">
                <a:solidFill>
                  <a:srgbClr val="C00000"/>
                </a:solidFill>
                <a:latin typeface="Arial" charset="0"/>
              </a:rPr>
              <a:t>Todo cuerpo que está</a:t>
            </a:r>
            <a:r>
              <a:rPr lang="es-ES" altLang="es-CL" sz="1600" b="1" i="1" dirty="0">
                <a:solidFill>
                  <a:srgbClr val="C00000"/>
                </a:solidFill>
                <a:latin typeface="Arial" charset="0"/>
              </a:rPr>
              <a:t> en reposo o moviéndose con velocidad constante,  permanecerá en reposo o con velocidad constante, a no ser que algún agente externo lo obligue a cambiar su estado de reposo o movimiento</a:t>
            </a:r>
            <a:r>
              <a:rPr lang="es-ES" altLang="es-CL" sz="1600" dirty="0">
                <a:solidFill>
                  <a:srgbClr val="C00000"/>
                </a:solidFill>
                <a:latin typeface="Arial" charset="0"/>
              </a:rPr>
              <a:t>.</a:t>
            </a:r>
          </a:p>
          <a:p>
            <a:pPr algn="just" eaLnBrk="1" hangingPunct="1">
              <a:lnSpc>
                <a:spcPct val="150000"/>
              </a:lnSpc>
            </a:pPr>
            <a:endParaRPr lang="es-ES" altLang="es-CL" sz="1600" dirty="0">
              <a:latin typeface="Arial" charset="0"/>
            </a:endParaRPr>
          </a:p>
          <a:p>
            <a:pPr algn="just" eaLnBrk="1" hangingPunct="1">
              <a:lnSpc>
                <a:spcPct val="200000"/>
              </a:lnSpc>
            </a:pPr>
            <a:r>
              <a:rPr lang="es-ES" altLang="es-CL" sz="1600" dirty="0">
                <a:latin typeface="Arial" charset="0"/>
              </a:rPr>
              <a:t>Ejemplos de ésta ley se observan a menudo en la vida cotidiana, algunos de ellos:</a:t>
            </a:r>
          </a:p>
          <a:p>
            <a:pPr algn="just" eaLnBrk="1" hangingPunct="1">
              <a:lnSpc>
                <a:spcPct val="150000"/>
              </a:lnSpc>
            </a:pPr>
            <a:r>
              <a:rPr lang="es-ES" altLang="es-CL" sz="1600" dirty="0">
                <a:latin typeface="Arial" charset="0"/>
              </a:rPr>
              <a:t>Un perro al salir del agua sacude su pelaje haciendo girar su piel en un sentido y luego en sentido contrario. El agua que estaba “adherida” a su pelaje sigue el movimiento que tenía antes que el perro invierta el sentido de movimiento. Seguidamente al llegar al extremo de su segundo movimiento repite el primero y así sucesivamente, por lo cual cada vez que el pelaje cambia de sentido de giro, el agua adherida a él sigue su trayectoria original, es decir el perro gira su pelaje No el agua que posee su pelaje, para así instintivamente despojarse del agua, gracias a la primera ley de movimiento.</a:t>
            </a:r>
            <a:endParaRPr lang="es-VE" altLang="es-CL" sz="1600" dirty="0">
              <a:latin typeface="Arial" charset="0"/>
            </a:endParaRPr>
          </a:p>
        </p:txBody>
      </p:sp>
    </p:spTree>
    <p:extLst>
      <p:ext uri="{BB962C8B-B14F-4D97-AF65-F5344CB8AC3E}">
        <p14:creationId xmlns:p14="http://schemas.microsoft.com/office/powerpoint/2010/main" val="1759678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14"/>
          <p:cNvSpPr>
            <a:spLocks noChangeArrowheads="1"/>
          </p:cNvSpPr>
          <p:nvPr/>
        </p:nvSpPr>
        <p:spPr bwMode="hidden">
          <a:xfrm>
            <a:off x="611188" y="4652963"/>
            <a:ext cx="4457700" cy="1476375"/>
          </a:xfrm>
          <a:prstGeom prst="bevel">
            <a:avLst>
              <a:gd name="adj" fmla="val 4676"/>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8195" name="Text Box 4"/>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CONCEPTO DE MASA INERCIAL</a:t>
            </a:r>
            <a:endParaRPr lang="es-ES" altLang="es-CL" sz="1600">
              <a:latin typeface="Arial" charset="0"/>
            </a:endParaRPr>
          </a:p>
        </p:txBody>
      </p:sp>
      <p:sp>
        <p:nvSpPr>
          <p:cNvPr id="8196" name="Text Box 5"/>
          <p:cNvSpPr txBox="1">
            <a:spLocks noChangeArrowheads="1"/>
          </p:cNvSpPr>
          <p:nvPr/>
        </p:nvSpPr>
        <p:spPr bwMode="hidden">
          <a:xfrm>
            <a:off x="539750" y="908050"/>
            <a:ext cx="80645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dirty="0">
                <a:latin typeface="Arial" charset="0"/>
              </a:rPr>
              <a:t>Para definir el concepto de masa inercial se realizarán tres experimentos, considerando en ellos que no existe roce alguno:</a:t>
            </a:r>
          </a:p>
          <a:p>
            <a:pPr algn="just" eaLnBrk="1" hangingPunct="1"/>
            <a:endParaRPr lang="es-ES" altLang="es-CL" sz="1600" dirty="0">
              <a:latin typeface="Arial" charset="0"/>
            </a:endParaRPr>
          </a:p>
          <a:p>
            <a:pPr algn="just" eaLnBrk="1" hangingPunct="1"/>
            <a:r>
              <a:rPr lang="es-ES" altLang="es-CL" sz="1600" dirty="0">
                <a:latin typeface="Arial" charset="0"/>
              </a:rPr>
              <a:t>1er. Experimento, Se hace interactuar un Objeto (1), con un Objeto (2), por medio de un resorte (figura 1)</a:t>
            </a:r>
            <a:endParaRPr lang="es-VE" altLang="es-CL" sz="1600" dirty="0">
              <a:latin typeface="Arial" charset="0"/>
            </a:endParaRPr>
          </a:p>
        </p:txBody>
      </p:sp>
      <p:sp>
        <p:nvSpPr>
          <p:cNvPr id="8197" name="AutoShape 7"/>
          <p:cNvSpPr>
            <a:spLocks noChangeArrowheads="1"/>
          </p:cNvSpPr>
          <p:nvPr/>
        </p:nvSpPr>
        <p:spPr bwMode="hidden">
          <a:xfrm>
            <a:off x="614363" y="2352675"/>
            <a:ext cx="4457700" cy="1476375"/>
          </a:xfrm>
          <a:prstGeom prst="bevel">
            <a:avLst>
              <a:gd name="adj" fmla="val 4676"/>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8198" name="Text Box 8"/>
          <p:cNvSpPr txBox="1">
            <a:spLocks noChangeArrowheads="1"/>
          </p:cNvSpPr>
          <p:nvPr/>
        </p:nvSpPr>
        <p:spPr bwMode="hidden">
          <a:xfrm>
            <a:off x="5219700" y="2565400"/>
            <a:ext cx="3455988"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dirty="0">
                <a:latin typeface="Arial" charset="0"/>
              </a:rPr>
              <a:t>En él se observa que:</a:t>
            </a:r>
          </a:p>
          <a:p>
            <a:pPr algn="just" eaLnBrk="1" hangingPunct="1"/>
            <a:endParaRPr lang="es-ES" altLang="es-CL" sz="1600" dirty="0">
              <a:latin typeface="Arial" charset="0"/>
            </a:endParaRPr>
          </a:p>
          <a:p>
            <a:pPr algn="just" eaLnBrk="1" hangingPunct="1"/>
            <a:endParaRPr lang="es-ES" altLang="es-CL" sz="1600" dirty="0">
              <a:latin typeface="Arial" charset="0"/>
            </a:endParaRPr>
          </a:p>
          <a:p>
            <a:pPr algn="just" eaLnBrk="1" hangingPunct="1"/>
            <a:r>
              <a:rPr lang="es-ES" altLang="es-CL" sz="1600" dirty="0">
                <a:latin typeface="Arial" charset="0"/>
              </a:rPr>
              <a:t>donde </a:t>
            </a:r>
            <a:r>
              <a:rPr lang="es-ES" altLang="es-CL" sz="1600" b="1" i="1" dirty="0">
                <a:latin typeface="Arial" charset="0"/>
              </a:rPr>
              <a:t>k</a:t>
            </a:r>
            <a:r>
              <a:rPr lang="es-ES" altLang="es-CL" sz="1600" b="1" i="1" baseline="-25000" dirty="0">
                <a:latin typeface="Arial" charset="0"/>
              </a:rPr>
              <a:t>21</a:t>
            </a:r>
            <a:r>
              <a:rPr lang="es-ES" altLang="es-CL" sz="1600" dirty="0">
                <a:latin typeface="Arial" charset="0"/>
              </a:rPr>
              <a:t> es una constante positiva</a:t>
            </a:r>
          </a:p>
        </p:txBody>
      </p:sp>
      <p:graphicFrame>
        <p:nvGraphicFramePr>
          <p:cNvPr id="8199" name="Object 9"/>
          <p:cNvGraphicFramePr>
            <a:graphicFrameLocks noChangeAspect="1"/>
          </p:cNvGraphicFramePr>
          <p:nvPr/>
        </p:nvGraphicFramePr>
        <p:xfrm>
          <a:off x="7283450" y="2471738"/>
          <a:ext cx="930275" cy="596900"/>
        </p:xfrm>
        <a:graphic>
          <a:graphicData uri="http://schemas.openxmlformats.org/presentationml/2006/ole">
            <mc:AlternateContent xmlns:mc="http://schemas.openxmlformats.org/markup-compatibility/2006">
              <mc:Choice xmlns:v="urn:schemas-microsoft-com:vml" Requires="v">
                <p:oleObj name="Ecuación" r:id="rId2" imgW="672808" imgH="431613" progId="Equation.3">
                  <p:embed/>
                </p:oleObj>
              </mc:Choice>
              <mc:Fallback>
                <p:oleObj name="Ecuación" r:id="rId2" imgW="672808" imgH="43161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3450" y="2471738"/>
                        <a:ext cx="93027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0" name="Text Box 10"/>
          <p:cNvSpPr txBox="1">
            <a:spLocks noChangeArrowheads="1"/>
          </p:cNvSpPr>
          <p:nvPr/>
        </p:nvSpPr>
        <p:spPr bwMode="hidden">
          <a:xfrm>
            <a:off x="611188" y="3933825"/>
            <a:ext cx="80645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2do. Experimento, Se hace interactuar el Objeto (1), con un Objeto (3), por medio de un resorte (figura 2)</a:t>
            </a:r>
            <a:endParaRPr lang="es-VE" altLang="es-CL" sz="1600">
              <a:latin typeface="Arial" charset="0"/>
            </a:endParaRPr>
          </a:p>
        </p:txBody>
      </p:sp>
      <p:sp>
        <p:nvSpPr>
          <p:cNvPr id="8201" name="Text Box 15"/>
          <p:cNvSpPr txBox="1">
            <a:spLocks noChangeArrowheads="1"/>
          </p:cNvSpPr>
          <p:nvPr/>
        </p:nvSpPr>
        <p:spPr bwMode="hidden">
          <a:xfrm>
            <a:off x="5292725" y="4868863"/>
            <a:ext cx="3455988"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En él se observa que:</a:t>
            </a:r>
          </a:p>
          <a:p>
            <a:pPr algn="just" eaLnBrk="1" hangingPunct="1"/>
            <a:endParaRPr lang="es-ES" altLang="es-CL" sz="1600">
              <a:latin typeface="Arial" charset="0"/>
            </a:endParaRPr>
          </a:p>
          <a:p>
            <a:pPr algn="just" eaLnBrk="1" hangingPunct="1"/>
            <a:endParaRPr lang="es-ES" altLang="es-CL" sz="1600">
              <a:latin typeface="Arial" charset="0"/>
            </a:endParaRPr>
          </a:p>
          <a:p>
            <a:pPr algn="just" eaLnBrk="1" hangingPunct="1"/>
            <a:r>
              <a:rPr lang="es-ES" altLang="es-CL" sz="1600">
                <a:latin typeface="Arial" charset="0"/>
              </a:rPr>
              <a:t>donde </a:t>
            </a:r>
            <a:r>
              <a:rPr lang="es-ES" altLang="es-CL" sz="1600" b="1" i="1">
                <a:latin typeface="Arial" charset="0"/>
              </a:rPr>
              <a:t>k</a:t>
            </a:r>
            <a:r>
              <a:rPr lang="es-ES" altLang="es-CL" sz="1600" b="1" i="1" baseline="-25000">
                <a:latin typeface="Arial" charset="0"/>
              </a:rPr>
              <a:t>31</a:t>
            </a:r>
            <a:r>
              <a:rPr lang="es-ES" altLang="es-CL" sz="1600">
                <a:latin typeface="Arial" charset="0"/>
              </a:rPr>
              <a:t> es una constante positiva</a:t>
            </a:r>
          </a:p>
        </p:txBody>
      </p:sp>
      <p:graphicFrame>
        <p:nvGraphicFramePr>
          <p:cNvPr id="8202" name="Object 16"/>
          <p:cNvGraphicFramePr>
            <a:graphicFrameLocks noChangeAspect="1"/>
          </p:cNvGraphicFramePr>
          <p:nvPr/>
        </p:nvGraphicFramePr>
        <p:xfrm>
          <a:off x="7354888" y="4776788"/>
          <a:ext cx="912812" cy="596900"/>
        </p:xfrm>
        <a:graphic>
          <a:graphicData uri="http://schemas.openxmlformats.org/presentationml/2006/ole">
            <mc:AlternateContent xmlns:mc="http://schemas.openxmlformats.org/markup-compatibility/2006">
              <mc:Choice xmlns:v="urn:schemas-microsoft-com:vml" Requires="v">
                <p:oleObj name="Ecuación" r:id="rId4" imgW="660113" imgH="431613" progId="Equation.3">
                  <p:embed/>
                </p:oleObj>
              </mc:Choice>
              <mc:Fallback>
                <p:oleObj name="Ecuación" r:id="rId4" imgW="660113" imgH="4316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4888" y="4776788"/>
                        <a:ext cx="912812"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203" name="Picture 18" descr="Masa_Inercial_01"/>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419350"/>
            <a:ext cx="4314825"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4" name="Text Box 12"/>
          <p:cNvSpPr txBox="1">
            <a:spLocks noChangeArrowheads="1"/>
          </p:cNvSpPr>
          <p:nvPr/>
        </p:nvSpPr>
        <p:spPr bwMode="hidden">
          <a:xfrm>
            <a:off x="684213" y="3429000"/>
            <a:ext cx="10080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(figura 1)</a:t>
            </a:r>
            <a:endParaRPr lang="es-VE" altLang="es-CL" sz="1600">
              <a:latin typeface="Arial" charset="0"/>
            </a:endParaRPr>
          </a:p>
        </p:txBody>
      </p:sp>
      <p:pic>
        <p:nvPicPr>
          <p:cNvPr id="8205" name="Picture 19" descr="Masa_Inercial_02"/>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682625" y="4719638"/>
            <a:ext cx="4314825"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6" name="Text Box 17"/>
          <p:cNvSpPr txBox="1">
            <a:spLocks noChangeArrowheads="1"/>
          </p:cNvSpPr>
          <p:nvPr/>
        </p:nvSpPr>
        <p:spPr bwMode="hidden">
          <a:xfrm>
            <a:off x="684213" y="5734050"/>
            <a:ext cx="10080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(figura 2)</a:t>
            </a:r>
            <a:endParaRPr lang="es-VE" altLang="es-CL" sz="1600">
              <a:latin typeface="Arial" charset="0"/>
            </a:endParaRPr>
          </a:p>
        </p:txBody>
      </p:sp>
    </p:spTree>
    <p:extLst>
      <p:ext uri="{BB962C8B-B14F-4D97-AF65-F5344CB8AC3E}">
        <p14:creationId xmlns:p14="http://schemas.microsoft.com/office/powerpoint/2010/main" val="3442392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4"/>
          <p:cNvSpPr>
            <a:spLocks noChangeArrowheads="1"/>
          </p:cNvSpPr>
          <p:nvPr/>
        </p:nvSpPr>
        <p:spPr bwMode="hidden">
          <a:xfrm>
            <a:off x="539750" y="1700213"/>
            <a:ext cx="4457700" cy="1476375"/>
          </a:xfrm>
          <a:prstGeom prst="bevel">
            <a:avLst>
              <a:gd name="adj" fmla="val 4676"/>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9219" name="Text Box 5"/>
          <p:cNvSpPr txBox="1">
            <a:spLocks noChangeArrowheads="1"/>
          </p:cNvSpPr>
          <p:nvPr/>
        </p:nvSpPr>
        <p:spPr bwMode="hidden">
          <a:xfrm>
            <a:off x="539750" y="981075"/>
            <a:ext cx="80645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3er. Experimento, Se hace interactuar el Objeto (2), con el Objeto (3), por medio de un resorte (figura 3)</a:t>
            </a:r>
            <a:endParaRPr lang="es-VE" altLang="es-CL" sz="1600">
              <a:latin typeface="Arial" charset="0"/>
            </a:endParaRPr>
          </a:p>
        </p:txBody>
      </p:sp>
      <p:sp>
        <p:nvSpPr>
          <p:cNvPr id="9220" name="Text Box 7"/>
          <p:cNvSpPr txBox="1">
            <a:spLocks noChangeArrowheads="1"/>
          </p:cNvSpPr>
          <p:nvPr/>
        </p:nvSpPr>
        <p:spPr bwMode="hidden">
          <a:xfrm>
            <a:off x="5221288" y="1916113"/>
            <a:ext cx="3455987"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En él se observa que:</a:t>
            </a:r>
          </a:p>
          <a:p>
            <a:pPr algn="just" eaLnBrk="1" hangingPunct="1"/>
            <a:endParaRPr lang="es-ES" altLang="es-CL" sz="1600">
              <a:latin typeface="Arial" charset="0"/>
            </a:endParaRPr>
          </a:p>
          <a:p>
            <a:pPr algn="just" eaLnBrk="1" hangingPunct="1"/>
            <a:endParaRPr lang="es-ES" altLang="es-CL" sz="1600">
              <a:latin typeface="Arial" charset="0"/>
            </a:endParaRPr>
          </a:p>
          <a:p>
            <a:pPr algn="just" eaLnBrk="1" hangingPunct="1"/>
            <a:r>
              <a:rPr lang="es-ES" altLang="es-CL" sz="1600">
                <a:latin typeface="Arial" charset="0"/>
              </a:rPr>
              <a:t>donde </a:t>
            </a:r>
            <a:r>
              <a:rPr lang="es-ES" altLang="es-CL" sz="1600" b="1" i="1">
                <a:latin typeface="Arial" charset="0"/>
              </a:rPr>
              <a:t>k</a:t>
            </a:r>
            <a:r>
              <a:rPr lang="es-ES" altLang="es-CL" sz="1600" b="1" i="1" baseline="-25000">
                <a:latin typeface="Arial" charset="0"/>
              </a:rPr>
              <a:t>31</a:t>
            </a:r>
            <a:r>
              <a:rPr lang="es-ES" altLang="es-CL" sz="1600">
                <a:latin typeface="Arial" charset="0"/>
              </a:rPr>
              <a:t> es una constante positiva</a:t>
            </a:r>
          </a:p>
        </p:txBody>
      </p:sp>
      <p:graphicFrame>
        <p:nvGraphicFramePr>
          <p:cNvPr id="9221" name="Object 8"/>
          <p:cNvGraphicFramePr>
            <a:graphicFrameLocks noChangeAspect="1"/>
          </p:cNvGraphicFramePr>
          <p:nvPr/>
        </p:nvGraphicFramePr>
        <p:xfrm>
          <a:off x="7273925" y="1824038"/>
          <a:ext cx="930275" cy="596900"/>
        </p:xfrm>
        <a:graphic>
          <a:graphicData uri="http://schemas.openxmlformats.org/presentationml/2006/ole">
            <mc:AlternateContent xmlns:mc="http://schemas.openxmlformats.org/markup-compatibility/2006">
              <mc:Choice xmlns:v="urn:schemas-microsoft-com:vml" Requires="v">
                <p:oleObj name="Ecuación" r:id="rId2" imgW="672808" imgH="431613" progId="Equation.3">
                  <p:embed/>
                </p:oleObj>
              </mc:Choice>
              <mc:Fallback>
                <p:oleObj name="Ecuación" r:id="rId2" imgW="672808" imgH="43161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3925" y="1824038"/>
                        <a:ext cx="93027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2" name="Text Box 10"/>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CONCEPTO DE MASA INERCIAL</a:t>
            </a:r>
            <a:endParaRPr lang="es-ES" altLang="es-CL" sz="1600">
              <a:latin typeface="Arial" charset="0"/>
            </a:endParaRPr>
          </a:p>
        </p:txBody>
      </p:sp>
      <p:pic>
        <p:nvPicPr>
          <p:cNvPr id="9223" name="Picture 12" descr="Masa_Inercial_03"/>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766888"/>
            <a:ext cx="4314825"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Text Box 9"/>
          <p:cNvSpPr txBox="1">
            <a:spLocks noChangeArrowheads="1"/>
          </p:cNvSpPr>
          <p:nvPr/>
        </p:nvSpPr>
        <p:spPr bwMode="hidden">
          <a:xfrm>
            <a:off x="611188" y="2781300"/>
            <a:ext cx="10080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(figura 3)</a:t>
            </a:r>
            <a:endParaRPr lang="es-VE" altLang="es-CL" sz="1600">
              <a:latin typeface="Arial" charset="0"/>
            </a:endParaRPr>
          </a:p>
        </p:txBody>
      </p:sp>
      <p:sp>
        <p:nvSpPr>
          <p:cNvPr id="9225" name="Text Box 13"/>
          <p:cNvSpPr txBox="1">
            <a:spLocks noChangeArrowheads="1"/>
          </p:cNvSpPr>
          <p:nvPr/>
        </p:nvSpPr>
        <p:spPr bwMode="hidden">
          <a:xfrm>
            <a:off x="539750" y="3573463"/>
            <a:ext cx="80645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dirty="0">
                <a:latin typeface="Arial" charset="0"/>
              </a:rPr>
              <a:t>Dado que las aceleraciones miden el grado en que cambia la velocidad de cada partícula, es obvio, que si ambas partículas son diferentes las aceleraciones sean también diferentes. Por ello la que adquiere mayor aceleración es la que presentará una menor oposición al cambio del estado de movimiento, e inversamente lo realizará la otra partícula. Por lo tanto, se puede expresar la constante como: </a:t>
            </a:r>
            <a:endParaRPr lang="es-VE" altLang="es-CL" sz="1600" dirty="0">
              <a:latin typeface="Arial" charset="0"/>
            </a:endParaRPr>
          </a:p>
        </p:txBody>
      </p:sp>
      <p:graphicFrame>
        <p:nvGraphicFramePr>
          <p:cNvPr id="9226" name="Object 14"/>
          <p:cNvGraphicFramePr>
            <a:graphicFrameLocks noChangeAspect="1"/>
          </p:cNvGraphicFramePr>
          <p:nvPr/>
        </p:nvGraphicFramePr>
        <p:xfrm>
          <a:off x="3563938" y="4868863"/>
          <a:ext cx="806450" cy="631825"/>
        </p:xfrm>
        <a:graphic>
          <a:graphicData uri="http://schemas.openxmlformats.org/presentationml/2006/ole">
            <mc:AlternateContent xmlns:mc="http://schemas.openxmlformats.org/markup-compatibility/2006">
              <mc:Choice xmlns:v="urn:schemas-microsoft-com:vml" Requires="v">
                <p:oleObj name="Ecuación" r:id="rId5" imgW="583947" imgH="457002" progId="Equation.3">
                  <p:embed/>
                </p:oleObj>
              </mc:Choice>
              <mc:Fallback>
                <p:oleObj name="Ecuación" r:id="rId5" imgW="583947" imgH="45700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3938" y="4868863"/>
                        <a:ext cx="806450"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7" name="Text Box 15"/>
          <p:cNvSpPr txBox="1">
            <a:spLocks noChangeArrowheads="1"/>
          </p:cNvSpPr>
          <p:nvPr/>
        </p:nvSpPr>
        <p:spPr bwMode="hidden">
          <a:xfrm>
            <a:off x="611188" y="5543550"/>
            <a:ext cx="8064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donde </a:t>
            </a:r>
            <a:r>
              <a:rPr lang="es-ES" altLang="es-CL" sz="1600" b="1" i="1">
                <a:latin typeface="Arial" charset="0"/>
              </a:rPr>
              <a:t>m</a:t>
            </a:r>
            <a:r>
              <a:rPr lang="es-ES" altLang="es-CL" sz="1600" b="1" i="1" baseline="-25000">
                <a:latin typeface="Arial" charset="0"/>
              </a:rPr>
              <a:t>i</a:t>
            </a:r>
            <a:r>
              <a:rPr lang="es-ES" altLang="es-CL" sz="1600">
                <a:latin typeface="Arial" charset="0"/>
              </a:rPr>
              <a:t> es la </a:t>
            </a:r>
            <a:r>
              <a:rPr lang="es-ES" altLang="es-CL" sz="1600" b="1" i="1">
                <a:latin typeface="Arial" charset="0"/>
              </a:rPr>
              <a:t>Masa Inercial</a:t>
            </a:r>
            <a:r>
              <a:rPr lang="es-ES" altLang="es-CL" sz="1600">
                <a:latin typeface="Arial" charset="0"/>
              </a:rPr>
              <a:t> de la partícula i-esima. </a:t>
            </a:r>
            <a:endParaRPr lang="es-VE" altLang="es-CL" sz="1600">
              <a:latin typeface="Arial" charset="0"/>
            </a:endParaRPr>
          </a:p>
        </p:txBody>
      </p:sp>
      <p:sp>
        <p:nvSpPr>
          <p:cNvPr id="9228" name="Text Box 16"/>
          <p:cNvSpPr txBox="1">
            <a:spLocks noChangeArrowheads="1"/>
          </p:cNvSpPr>
          <p:nvPr/>
        </p:nvSpPr>
        <p:spPr bwMode="hidden">
          <a:xfrm>
            <a:off x="4495800" y="5018088"/>
            <a:ext cx="615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a:latin typeface="Arial" charset="0"/>
              </a:rPr>
              <a:t>ec 1</a:t>
            </a:r>
            <a:endParaRPr lang="es-VE" altLang="es-CL">
              <a:latin typeface="Arial" charset="0"/>
            </a:endParaRPr>
          </a:p>
        </p:txBody>
      </p:sp>
    </p:spTree>
    <p:extLst>
      <p:ext uri="{BB962C8B-B14F-4D97-AF65-F5344CB8AC3E}">
        <p14:creationId xmlns:p14="http://schemas.microsoft.com/office/powerpoint/2010/main" val="3617542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CONCEPTO DE MASA INERCIAL Y Unidad de medida</a:t>
            </a:r>
            <a:endParaRPr lang="es-ES" altLang="es-CL" sz="1600">
              <a:latin typeface="Arial" charset="0"/>
            </a:endParaRPr>
          </a:p>
        </p:txBody>
      </p:sp>
      <p:sp>
        <p:nvSpPr>
          <p:cNvPr id="10243" name="Text Box 5"/>
          <p:cNvSpPr txBox="1">
            <a:spLocks noChangeArrowheads="1"/>
          </p:cNvSpPr>
          <p:nvPr/>
        </p:nvSpPr>
        <p:spPr bwMode="hidden">
          <a:xfrm>
            <a:off x="539750" y="981075"/>
            <a:ext cx="8064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Si se toma el carro (1) como patrón unitario de masa (1 Kilogramo), entonces  </a:t>
            </a:r>
            <a:endParaRPr lang="es-VE" altLang="es-CL" sz="1600">
              <a:latin typeface="Arial" charset="0"/>
            </a:endParaRPr>
          </a:p>
        </p:txBody>
      </p:sp>
      <p:graphicFrame>
        <p:nvGraphicFramePr>
          <p:cNvPr id="10245" name="Object 7"/>
          <p:cNvGraphicFramePr>
            <a:graphicFrameLocks noChangeAspect="1"/>
          </p:cNvGraphicFramePr>
          <p:nvPr/>
        </p:nvGraphicFramePr>
        <p:xfrm>
          <a:off x="4446588" y="1341438"/>
          <a:ext cx="876300" cy="596900"/>
        </p:xfrm>
        <a:graphic>
          <a:graphicData uri="http://schemas.openxmlformats.org/presentationml/2006/ole">
            <mc:AlternateContent xmlns:mc="http://schemas.openxmlformats.org/markup-compatibility/2006">
              <mc:Choice xmlns:v="urn:schemas-microsoft-com:vml" Requires="v">
                <p:oleObj name="Ecuación" r:id="rId2" imgW="634725" imgH="431613" progId="Equation.3">
                  <p:embed/>
                </p:oleObj>
              </mc:Choice>
              <mc:Fallback>
                <p:oleObj name="Ecuación" r:id="rId2" imgW="634725" imgH="43161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6588" y="1341438"/>
                        <a:ext cx="8763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6" name="Text Box 9"/>
          <p:cNvSpPr txBox="1">
            <a:spLocks noChangeArrowheads="1"/>
          </p:cNvSpPr>
          <p:nvPr/>
        </p:nvSpPr>
        <p:spPr bwMode="hidden">
          <a:xfrm>
            <a:off x="539750" y="2060575"/>
            <a:ext cx="80645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dirty="0">
                <a:latin typeface="Arial" charset="0"/>
              </a:rPr>
              <a:t>Por lo tanto, para determinar la masa de cualquier partícula se debe hacer interactuar con el carro patrón (1), midiendo en tal caso el cociente de las aceleraciones.</a:t>
            </a:r>
          </a:p>
          <a:p>
            <a:pPr algn="just" eaLnBrk="1" hangingPunct="1"/>
            <a:endParaRPr lang="es-ES" altLang="es-CL" sz="1600" dirty="0">
              <a:latin typeface="Arial" charset="0"/>
            </a:endParaRPr>
          </a:p>
          <a:p>
            <a:pPr algn="just" eaLnBrk="1" hangingPunct="1"/>
            <a:r>
              <a:rPr lang="es-ES" altLang="es-CL" sz="1600" dirty="0">
                <a:latin typeface="Arial" charset="0"/>
              </a:rPr>
              <a:t>En términos generales, para determinar la masa de una partícula (x) cualquiera, se tiene: </a:t>
            </a:r>
            <a:endParaRPr lang="es-VE" altLang="es-CL" sz="1600" dirty="0">
              <a:latin typeface="Arial" charset="0"/>
            </a:endParaRPr>
          </a:p>
        </p:txBody>
      </p:sp>
      <p:sp>
        <p:nvSpPr>
          <p:cNvPr id="10247" name="Text Box 10"/>
          <p:cNvSpPr txBox="1">
            <a:spLocks noChangeArrowheads="1"/>
          </p:cNvSpPr>
          <p:nvPr/>
        </p:nvSpPr>
        <p:spPr bwMode="hidden">
          <a:xfrm>
            <a:off x="3925888" y="1436688"/>
            <a:ext cx="3587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600">
                <a:latin typeface="Arial" charset="0"/>
              </a:rPr>
              <a:t>y  </a:t>
            </a:r>
            <a:endParaRPr lang="es-VE" altLang="es-CL" sz="1600">
              <a:latin typeface="Arial" charset="0"/>
            </a:endParaRPr>
          </a:p>
        </p:txBody>
      </p:sp>
      <p:sp>
        <p:nvSpPr>
          <p:cNvPr id="10248" name="Text Box 11"/>
          <p:cNvSpPr txBox="1">
            <a:spLocks noChangeArrowheads="1"/>
          </p:cNvSpPr>
          <p:nvPr/>
        </p:nvSpPr>
        <p:spPr bwMode="hidden">
          <a:xfrm>
            <a:off x="539750" y="4149725"/>
            <a:ext cx="80645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donde </a:t>
            </a:r>
            <a:r>
              <a:rPr lang="es-ES" altLang="es-CL" sz="1600" b="1">
                <a:latin typeface="Arial" charset="0"/>
              </a:rPr>
              <a:t>m</a:t>
            </a:r>
            <a:r>
              <a:rPr lang="es-ES" altLang="es-CL" sz="1600" b="1" baseline="-25000">
                <a:latin typeface="Arial" charset="0"/>
              </a:rPr>
              <a:t>x</a:t>
            </a:r>
            <a:r>
              <a:rPr lang="es-ES" altLang="es-CL" sz="1600">
                <a:latin typeface="Arial" charset="0"/>
              </a:rPr>
              <a:t> es la </a:t>
            </a:r>
            <a:r>
              <a:rPr lang="es-ES" altLang="es-CL" sz="1600" i="1">
                <a:latin typeface="Arial" charset="0"/>
              </a:rPr>
              <a:t>masa inercial de la partícula (x), </a:t>
            </a:r>
            <a:r>
              <a:rPr lang="es-ES" altLang="es-CL" sz="1600">
                <a:latin typeface="Arial" charset="0"/>
              </a:rPr>
              <a:t>en tales circunstancias</a:t>
            </a:r>
            <a:r>
              <a:rPr lang="es-ES" altLang="es-CL" sz="1600" i="1">
                <a:latin typeface="Arial" charset="0"/>
              </a:rPr>
              <a:t> </a:t>
            </a:r>
            <a:r>
              <a:rPr lang="es-ES" altLang="es-CL" sz="1600">
                <a:latin typeface="Arial" charset="0"/>
              </a:rPr>
              <a:t>la ec.2 es la </a:t>
            </a:r>
            <a:r>
              <a:rPr lang="es-ES" altLang="es-CL" sz="1600" b="1">
                <a:latin typeface="Arial" charset="0"/>
              </a:rPr>
              <a:t>definición de Masa Inercial</a:t>
            </a:r>
            <a:endParaRPr lang="es-VE" altLang="es-CL" sz="1600" b="1">
              <a:latin typeface="Arial" charset="0"/>
            </a:endParaRPr>
          </a:p>
        </p:txBody>
      </p:sp>
      <p:graphicFrame>
        <p:nvGraphicFramePr>
          <p:cNvPr id="10249" name="Object 20"/>
          <p:cNvGraphicFramePr>
            <a:graphicFrameLocks noChangeAspect="1"/>
          </p:cNvGraphicFramePr>
          <p:nvPr>
            <p:extLst>
              <p:ext uri="{D42A27DB-BD31-4B8C-83A1-F6EECF244321}">
                <p14:modId xmlns:p14="http://schemas.microsoft.com/office/powerpoint/2010/main" val="396727475"/>
              </p:ext>
            </p:extLst>
          </p:nvPr>
        </p:nvGraphicFramePr>
        <p:xfrm>
          <a:off x="3786188" y="3284538"/>
          <a:ext cx="930275" cy="596900"/>
        </p:xfrm>
        <a:graphic>
          <a:graphicData uri="http://schemas.openxmlformats.org/presentationml/2006/ole">
            <mc:AlternateContent xmlns:mc="http://schemas.openxmlformats.org/markup-compatibility/2006">
              <mc:Choice xmlns:v="urn:schemas-microsoft-com:vml" Requires="v">
                <p:oleObj name="Equation" r:id="rId4" imgW="672808" imgH="431613" progId="Equation.DSMT4">
                  <p:embed/>
                </p:oleObj>
              </mc:Choice>
              <mc:Fallback>
                <p:oleObj name="Equation" r:id="rId4" imgW="672808" imgH="4316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6188" y="3284538"/>
                        <a:ext cx="930275" cy="596900"/>
                      </a:xfrm>
                      <a:prstGeom prst="rect">
                        <a:avLst/>
                      </a:prstGeom>
                      <a:solidFill>
                        <a:schemeClr val="accent2">
                          <a:lumMod val="20000"/>
                          <a:lumOff val="80000"/>
                        </a:schemeClr>
                      </a:solidFill>
                      <a:ln>
                        <a:noFill/>
                      </a:ln>
                      <a:effectLst/>
                    </p:spPr>
                  </p:pic>
                </p:oleObj>
              </mc:Fallback>
            </mc:AlternateContent>
          </a:graphicData>
        </a:graphic>
      </p:graphicFrame>
      <p:sp>
        <p:nvSpPr>
          <p:cNvPr id="10250" name="Text Box 21"/>
          <p:cNvSpPr txBox="1">
            <a:spLocks noChangeArrowheads="1"/>
          </p:cNvSpPr>
          <p:nvPr/>
        </p:nvSpPr>
        <p:spPr bwMode="hidden">
          <a:xfrm>
            <a:off x="4927600" y="3362325"/>
            <a:ext cx="615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a:latin typeface="Arial" charset="0"/>
              </a:rPr>
              <a:t>ec 2</a:t>
            </a:r>
            <a:endParaRPr lang="es-VE" altLang="es-CL">
              <a:latin typeface="Arial" charset="0"/>
            </a:endParaRPr>
          </a:p>
        </p:txBody>
      </p:sp>
      <p:graphicFrame>
        <p:nvGraphicFramePr>
          <p:cNvPr id="2" name="1 Objeto"/>
          <p:cNvGraphicFramePr>
            <a:graphicFrameLocks noChangeAspect="1"/>
          </p:cNvGraphicFramePr>
          <p:nvPr>
            <p:extLst>
              <p:ext uri="{D42A27DB-BD31-4B8C-83A1-F6EECF244321}">
                <p14:modId xmlns:p14="http://schemas.microsoft.com/office/powerpoint/2010/main" val="2907637442"/>
              </p:ext>
            </p:extLst>
          </p:nvPr>
        </p:nvGraphicFramePr>
        <p:xfrm>
          <a:off x="2843807" y="1340768"/>
          <a:ext cx="864097" cy="587586"/>
        </p:xfrm>
        <a:graphic>
          <a:graphicData uri="http://schemas.openxmlformats.org/presentationml/2006/ole">
            <mc:AlternateContent xmlns:mc="http://schemas.openxmlformats.org/markup-compatibility/2006">
              <mc:Choice xmlns:v="urn:schemas-microsoft-com:vml" Requires="v">
                <p:oleObj name="Equation" r:id="rId6" imgW="634680" imgH="431640" progId="Equation.DSMT4">
                  <p:embed/>
                </p:oleObj>
              </mc:Choice>
              <mc:Fallback>
                <p:oleObj name="Equation" r:id="rId6" imgW="634680" imgH="431640" progId="Equation.DSMT4">
                  <p:embed/>
                  <p:pic>
                    <p:nvPicPr>
                      <p:cNvPr id="0" name=""/>
                      <p:cNvPicPr/>
                      <p:nvPr/>
                    </p:nvPicPr>
                    <p:blipFill>
                      <a:blip r:embed="rId7"/>
                      <a:stretch>
                        <a:fillRect/>
                      </a:stretch>
                    </p:blipFill>
                    <p:spPr>
                      <a:xfrm>
                        <a:off x="2843807" y="1340768"/>
                        <a:ext cx="864097" cy="587586"/>
                      </a:xfrm>
                      <a:prstGeom prst="rect">
                        <a:avLst/>
                      </a:prstGeom>
                    </p:spPr>
                  </p:pic>
                </p:oleObj>
              </mc:Fallback>
            </mc:AlternateContent>
          </a:graphicData>
        </a:graphic>
      </p:graphicFrame>
    </p:spTree>
    <p:extLst>
      <p:ext uri="{BB962C8B-B14F-4D97-AF65-F5344CB8AC3E}">
        <p14:creationId xmlns:p14="http://schemas.microsoft.com/office/powerpoint/2010/main" val="3577224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p:cNvSpPr txBox="1">
            <a:spLocks noChangeArrowheads="1"/>
          </p:cNvSpPr>
          <p:nvPr/>
        </p:nvSpPr>
        <p:spPr bwMode="hidden">
          <a:xfrm>
            <a:off x="539750" y="1125538"/>
            <a:ext cx="8064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dirty="0">
                <a:latin typeface="Arial" charset="0"/>
              </a:rPr>
              <a:t>Por otra parte, experimentalmente se obtiene que:</a:t>
            </a:r>
            <a:endParaRPr lang="es-VE" altLang="es-CL" sz="1600" dirty="0">
              <a:latin typeface="Arial" charset="0"/>
            </a:endParaRPr>
          </a:p>
        </p:txBody>
      </p:sp>
      <p:graphicFrame>
        <p:nvGraphicFramePr>
          <p:cNvPr id="11267" name="Object 5"/>
          <p:cNvGraphicFramePr>
            <a:graphicFrameLocks noChangeAspect="1"/>
          </p:cNvGraphicFramePr>
          <p:nvPr/>
        </p:nvGraphicFramePr>
        <p:xfrm>
          <a:off x="1835150" y="1633538"/>
          <a:ext cx="1965325" cy="315912"/>
        </p:xfrm>
        <a:graphic>
          <a:graphicData uri="http://schemas.openxmlformats.org/presentationml/2006/ole">
            <mc:AlternateContent xmlns:mc="http://schemas.openxmlformats.org/markup-compatibility/2006">
              <mc:Choice xmlns:v="urn:schemas-microsoft-com:vml" Requires="v">
                <p:oleObj name="Ecuación" r:id="rId2" imgW="1422400" imgH="228600" progId="Equation.3">
                  <p:embed/>
                </p:oleObj>
              </mc:Choice>
              <mc:Fallback>
                <p:oleObj name="Ecuación" r:id="rId2" imgW="142240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1633538"/>
                        <a:ext cx="1965325"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8" name="Text Box 6"/>
          <p:cNvSpPr txBox="1">
            <a:spLocks noChangeArrowheads="1"/>
          </p:cNvSpPr>
          <p:nvPr/>
        </p:nvSpPr>
        <p:spPr bwMode="hidden">
          <a:xfrm>
            <a:off x="611188" y="2209800"/>
            <a:ext cx="865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pero:</a:t>
            </a:r>
            <a:endParaRPr lang="es-VE" altLang="es-CL" sz="1600">
              <a:latin typeface="Arial" charset="0"/>
            </a:endParaRPr>
          </a:p>
        </p:txBody>
      </p:sp>
      <p:graphicFrame>
        <p:nvGraphicFramePr>
          <p:cNvPr id="11269" name="Object 7"/>
          <p:cNvGraphicFramePr>
            <a:graphicFrameLocks noChangeAspect="1"/>
          </p:cNvGraphicFramePr>
          <p:nvPr/>
        </p:nvGraphicFramePr>
        <p:xfrm>
          <a:off x="1619250" y="2138363"/>
          <a:ext cx="790575" cy="596900"/>
        </p:xfrm>
        <a:graphic>
          <a:graphicData uri="http://schemas.openxmlformats.org/presentationml/2006/ole">
            <mc:AlternateContent xmlns:mc="http://schemas.openxmlformats.org/markup-compatibility/2006">
              <mc:Choice xmlns:v="urn:schemas-microsoft-com:vml" Requires="v">
                <p:oleObj name="Ecuación" r:id="rId4" imgW="571252" imgH="431613" progId="Equation.3">
                  <p:embed/>
                </p:oleObj>
              </mc:Choice>
              <mc:Fallback>
                <p:oleObj name="Ecuación" r:id="rId4" imgW="571252" imgH="4316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2138363"/>
                        <a:ext cx="79057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0" name="Text Box 8"/>
          <p:cNvSpPr txBox="1">
            <a:spLocks noChangeArrowheads="1"/>
          </p:cNvSpPr>
          <p:nvPr/>
        </p:nvSpPr>
        <p:spPr bwMode="hidden">
          <a:xfrm>
            <a:off x="2484438" y="2209800"/>
            <a:ext cx="3587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600">
                <a:latin typeface="Arial" charset="0"/>
              </a:rPr>
              <a:t>y  </a:t>
            </a:r>
            <a:endParaRPr lang="es-VE" altLang="es-CL" sz="1600">
              <a:latin typeface="Arial" charset="0"/>
            </a:endParaRPr>
          </a:p>
        </p:txBody>
      </p:sp>
      <p:graphicFrame>
        <p:nvGraphicFramePr>
          <p:cNvPr id="11271" name="Object 9"/>
          <p:cNvGraphicFramePr>
            <a:graphicFrameLocks noChangeAspect="1"/>
          </p:cNvGraphicFramePr>
          <p:nvPr/>
        </p:nvGraphicFramePr>
        <p:xfrm>
          <a:off x="2908300" y="2138363"/>
          <a:ext cx="808038" cy="596900"/>
        </p:xfrm>
        <a:graphic>
          <a:graphicData uri="http://schemas.openxmlformats.org/presentationml/2006/ole">
            <mc:AlternateContent xmlns:mc="http://schemas.openxmlformats.org/markup-compatibility/2006">
              <mc:Choice xmlns:v="urn:schemas-microsoft-com:vml" Requires="v">
                <p:oleObj name="Ecuación" r:id="rId6" imgW="583947" imgH="431613" progId="Equation.3">
                  <p:embed/>
                </p:oleObj>
              </mc:Choice>
              <mc:Fallback>
                <p:oleObj name="Ecuación" r:id="rId6" imgW="583947" imgH="431613"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8300" y="2138363"/>
                        <a:ext cx="808038"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10"/>
          <p:cNvGraphicFramePr>
            <a:graphicFrameLocks noChangeAspect="1"/>
          </p:cNvGraphicFramePr>
          <p:nvPr/>
        </p:nvGraphicFramePr>
        <p:xfrm>
          <a:off x="4241800" y="1922463"/>
          <a:ext cx="2000250" cy="596900"/>
        </p:xfrm>
        <a:graphic>
          <a:graphicData uri="http://schemas.openxmlformats.org/presentationml/2006/ole">
            <mc:AlternateContent xmlns:mc="http://schemas.openxmlformats.org/markup-compatibility/2006">
              <mc:Choice xmlns:v="urn:schemas-microsoft-com:vml" Requires="v">
                <p:oleObj name="Ecuación" r:id="rId8" imgW="1447800" imgH="431800" progId="Equation.3">
                  <p:embed/>
                </p:oleObj>
              </mc:Choice>
              <mc:Fallback>
                <p:oleObj name="Ecuación" r:id="rId8" imgW="1447800" imgH="431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1800" y="1922463"/>
                        <a:ext cx="200025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3" name="Object 11"/>
          <p:cNvGraphicFramePr>
            <a:graphicFrameLocks noChangeAspect="1"/>
          </p:cNvGraphicFramePr>
          <p:nvPr/>
        </p:nvGraphicFramePr>
        <p:xfrm>
          <a:off x="4572000" y="2857500"/>
          <a:ext cx="1666875" cy="315913"/>
        </p:xfrm>
        <a:graphic>
          <a:graphicData uri="http://schemas.openxmlformats.org/presentationml/2006/ole">
            <mc:AlternateContent xmlns:mc="http://schemas.openxmlformats.org/markup-compatibility/2006">
              <mc:Choice xmlns:v="urn:schemas-microsoft-com:vml" Requires="v">
                <p:oleObj name="Ecuación" r:id="rId10" imgW="1206500" imgH="228600" progId="Equation.3">
                  <p:embed/>
                </p:oleObj>
              </mc:Choice>
              <mc:Fallback>
                <p:oleObj name="Ecuación" r:id="rId10" imgW="120650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2857500"/>
                        <a:ext cx="1666875" cy="315913"/>
                      </a:xfrm>
                      <a:prstGeom prst="rect">
                        <a:avLst/>
                      </a:prstGeom>
                      <a:noFill/>
                      <a:ln>
                        <a:noFill/>
                      </a:ln>
                      <a:effectLst/>
                      <a:extLst>
                        <a:ext uri="{909E8E84-426E-40DD-AFC4-6F175D3DCCD1}">
                          <a14:hiddenFill xmlns:a14="http://schemas.microsoft.com/office/drawing/2010/main">
                            <a:solidFill>
                              <a:srgbClr val="FFDAD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4" name="AutoShape 12"/>
          <p:cNvSpPr>
            <a:spLocks/>
          </p:cNvSpPr>
          <p:nvPr/>
        </p:nvSpPr>
        <p:spPr bwMode="hidden">
          <a:xfrm>
            <a:off x="3851275" y="1562100"/>
            <a:ext cx="73025" cy="1295400"/>
          </a:xfrm>
          <a:prstGeom prst="rightBrace">
            <a:avLst>
              <a:gd name="adj1" fmla="val 147826"/>
              <a:gd name="adj2" fmla="val 50000"/>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VE" altLang="es-CL">
              <a:solidFill>
                <a:srgbClr val="FF3300"/>
              </a:solidFill>
            </a:endParaRPr>
          </a:p>
        </p:txBody>
      </p:sp>
      <p:sp>
        <p:nvSpPr>
          <p:cNvPr id="11275" name="Text Box 13"/>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CONCEPTO DE FUERZA, SEGUNDA LEY DE MOVIMIENTO</a:t>
            </a:r>
            <a:endParaRPr lang="es-ES" altLang="es-CL" sz="1600">
              <a:latin typeface="Arial" charset="0"/>
            </a:endParaRPr>
          </a:p>
        </p:txBody>
      </p:sp>
      <p:sp>
        <p:nvSpPr>
          <p:cNvPr id="11276" name="Text Box 14"/>
          <p:cNvSpPr txBox="1">
            <a:spLocks noChangeArrowheads="1"/>
          </p:cNvSpPr>
          <p:nvPr/>
        </p:nvSpPr>
        <p:spPr bwMode="hidden">
          <a:xfrm>
            <a:off x="539750" y="3357563"/>
            <a:ext cx="8064500" cy="2078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dirty="0">
                <a:latin typeface="Arial" charset="0"/>
              </a:rPr>
              <a:t>Definición de Fuerza:</a:t>
            </a:r>
            <a:r>
              <a:rPr lang="es-ES" altLang="es-CL" dirty="0"/>
              <a:t> </a:t>
            </a:r>
            <a:r>
              <a:rPr lang="es-ES" altLang="es-CL" sz="1600" dirty="0">
                <a:latin typeface="Arial" charset="0"/>
              </a:rPr>
              <a:t>La causante física del cambio de velocidad que una partícula experimenta cuando interactúa inercialmente con otra es la fuerza </a:t>
            </a:r>
            <a:r>
              <a:rPr lang="es-ES" altLang="es-CL" sz="1600" b="1" i="1" dirty="0">
                <a:latin typeface="Arial" charset="0"/>
              </a:rPr>
              <a:t>F</a:t>
            </a:r>
            <a:r>
              <a:rPr lang="es-ES" altLang="es-CL" sz="1600" dirty="0">
                <a:latin typeface="Arial" charset="0"/>
              </a:rPr>
              <a:t> que ésta ejerce sobre aquélla, y es igual a </a:t>
            </a:r>
            <a:r>
              <a:rPr lang="es-ES" altLang="es-CL" sz="1600" b="1" i="1" dirty="0" err="1">
                <a:latin typeface="Arial" charset="0"/>
              </a:rPr>
              <a:t>ma</a:t>
            </a:r>
            <a:r>
              <a:rPr lang="es-ES" altLang="es-CL" sz="1600" dirty="0">
                <a:latin typeface="Arial" charset="0"/>
              </a:rPr>
              <a:t>, siendo </a:t>
            </a:r>
            <a:r>
              <a:rPr lang="es-ES" altLang="es-CL" sz="1600" b="1" i="1" dirty="0">
                <a:latin typeface="Arial" charset="0"/>
              </a:rPr>
              <a:t>m</a:t>
            </a:r>
            <a:r>
              <a:rPr lang="es-ES" altLang="es-CL" sz="1600" dirty="0">
                <a:latin typeface="Arial" charset="0"/>
              </a:rPr>
              <a:t> la masa inercial y </a:t>
            </a:r>
            <a:r>
              <a:rPr lang="es-ES" altLang="es-CL" sz="1600" b="1" i="1" dirty="0">
                <a:latin typeface="Arial" charset="0"/>
              </a:rPr>
              <a:t>a</a:t>
            </a:r>
            <a:r>
              <a:rPr lang="es-ES" altLang="es-CL" sz="1600" dirty="0">
                <a:latin typeface="Arial" charset="0"/>
              </a:rPr>
              <a:t> su aceleración. </a:t>
            </a:r>
            <a:endParaRPr lang="es-ES" altLang="es-CL" sz="1600" b="1" dirty="0">
              <a:latin typeface="Arial" charset="0"/>
            </a:endParaRPr>
          </a:p>
          <a:p>
            <a:pPr algn="just" eaLnBrk="1" hangingPunct="1"/>
            <a:endParaRPr lang="es-ES" altLang="es-CL" sz="1600" dirty="0">
              <a:latin typeface="Arial" charset="0"/>
            </a:endParaRPr>
          </a:p>
          <a:p>
            <a:pPr algn="just" eaLnBrk="1" hangingPunct="1"/>
            <a:endParaRPr lang="es-ES" altLang="es-CL" sz="1600" dirty="0">
              <a:latin typeface="Arial" charset="0"/>
            </a:endParaRPr>
          </a:p>
          <a:p>
            <a:pPr algn="just" eaLnBrk="1" hangingPunct="1"/>
            <a:endParaRPr lang="es-ES" altLang="es-CL" sz="1600" dirty="0">
              <a:latin typeface="Arial" charset="0"/>
            </a:endParaRPr>
          </a:p>
          <a:p>
            <a:pPr algn="just" eaLnBrk="1" hangingPunct="1"/>
            <a:endParaRPr lang="es-ES" altLang="es-CL" sz="1600" dirty="0">
              <a:latin typeface="Arial" charset="0"/>
            </a:endParaRPr>
          </a:p>
          <a:p>
            <a:pPr algn="just" eaLnBrk="1" hangingPunct="1"/>
            <a:r>
              <a:rPr lang="es-ES" altLang="es-CL" sz="1600" dirty="0">
                <a:latin typeface="Arial" charset="0"/>
              </a:rPr>
              <a:t>Si el carro (3) ejerce una acción sobre el carro (2), la fuerza F</a:t>
            </a:r>
            <a:r>
              <a:rPr lang="es-ES" altLang="es-CL" sz="1600" baseline="-25000" dirty="0">
                <a:latin typeface="Arial" charset="0"/>
              </a:rPr>
              <a:t>23</a:t>
            </a:r>
            <a:r>
              <a:rPr lang="es-ES" altLang="es-CL" sz="1600" dirty="0">
                <a:latin typeface="Arial" charset="0"/>
              </a:rPr>
              <a:t> queda expresada por:</a:t>
            </a:r>
            <a:endParaRPr lang="es-VE" altLang="es-CL" sz="1600" dirty="0">
              <a:latin typeface="Arial" charset="0"/>
            </a:endParaRPr>
          </a:p>
        </p:txBody>
      </p:sp>
      <p:graphicFrame>
        <p:nvGraphicFramePr>
          <p:cNvPr id="11277" name="Object 15"/>
          <p:cNvGraphicFramePr>
            <a:graphicFrameLocks noChangeAspect="1"/>
          </p:cNvGraphicFramePr>
          <p:nvPr/>
        </p:nvGraphicFramePr>
        <p:xfrm>
          <a:off x="3649663" y="5472113"/>
          <a:ext cx="1000125" cy="350837"/>
        </p:xfrm>
        <a:graphic>
          <a:graphicData uri="http://schemas.openxmlformats.org/presentationml/2006/ole">
            <mc:AlternateContent xmlns:mc="http://schemas.openxmlformats.org/markup-compatibility/2006">
              <mc:Choice xmlns:v="urn:schemas-microsoft-com:vml" Requires="v">
                <p:oleObj name="Ecuación" r:id="rId12" imgW="723586" imgH="253890" progId="Equation.3">
                  <p:embed/>
                </p:oleObj>
              </mc:Choice>
              <mc:Fallback>
                <p:oleObj name="Ecuación" r:id="rId12" imgW="723586" imgH="25389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49663" y="5472113"/>
                        <a:ext cx="1000125" cy="350837"/>
                      </a:xfrm>
                      <a:prstGeom prst="rect">
                        <a:avLst/>
                      </a:prstGeom>
                      <a:noFill/>
                      <a:ln>
                        <a:noFill/>
                      </a:ln>
                      <a:effectLst/>
                      <a:extLst>
                        <a:ext uri="{909E8E84-426E-40DD-AFC4-6F175D3DCCD1}">
                          <a14:hiddenFill xmlns:a14="http://schemas.microsoft.com/office/drawing/2010/main">
                            <a:solidFill>
                              <a:srgbClr val="FFDAD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8" name="Line 16"/>
          <p:cNvSpPr>
            <a:spLocks noChangeShapeType="1"/>
          </p:cNvSpPr>
          <p:nvPr/>
        </p:nvSpPr>
        <p:spPr bwMode="hidden">
          <a:xfrm>
            <a:off x="4643438" y="6237288"/>
            <a:ext cx="14446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1279" name="Line 17"/>
          <p:cNvSpPr>
            <a:spLocks noChangeShapeType="1"/>
          </p:cNvSpPr>
          <p:nvPr/>
        </p:nvSpPr>
        <p:spPr bwMode="hidden">
          <a:xfrm>
            <a:off x="6084888" y="5084763"/>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1280" name="Text Box 18"/>
          <p:cNvSpPr txBox="1">
            <a:spLocks noChangeArrowheads="1"/>
          </p:cNvSpPr>
          <p:nvPr/>
        </p:nvSpPr>
        <p:spPr bwMode="hidden">
          <a:xfrm>
            <a:off x="468313" y="5872163"/>
            <a:ext cx="80645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El carácter vectorial de la fuerza queda determinado por el carácter vectorial de la aceleración</a:t>
            </a:r>
            <a:endParaRPr lang="es-VE" altLang="es-CL" sz="1600">
              <a:latin typeface="Arial" charset="0"/>
            </a:endParaRPr>
          </a:p>
        </p:txBody>
      </p:sp>
      <p:graphicFrame>
        <p:nvGraphicFramePr>
          <p:cNvPr id="11281" name="Object 19"/>
          <p:cNvGraphicFramePr>
            <a:graphicFrameLocks noChangeAspect="1"/>
          </p:cNvGraphicFramePr>
          <p:nvPr>
            <p:extLst>
              <p:ext uri="{D42A27DB-BD31-4B8C-83A1-F6EECF244321}">
                <p14:modId xmlns:p14="http://schemas.microsoft.com/office/powerpoint/2010/main" val="2631855340"/>
              </p:ext>
            </p:extLst>
          </p:nvPr>
        </p:nvGraphicFramePr>
        <p:xfrm>
          <a:off x="3678621" y="4326253"/>
          <a:ext cx="893379" cy="426689"/>
        </p:xfrm>
        <a:graphic>
          <a:graphicData uri="http://schemas.openxmlformats.org/presentationml/2006/ole">
            <mc:AlternateContent xmlns:mc="http://schemas.openxmlformats.org/markup-compatibility/2006">
              <mc:Choice xmlns:v="urn:schemas-microsoft-com:vml" Requires="v">
                <p:oleObj name="Ecuación" r:id="rId14" imgW="508000" imgH="241300" progId="Equation.3">
                  <p:embed/>
                </p:oleObj>
              </mc:Choice>
              <mc:Fallback>
                <p:oleObj name="Ecuación" r:id="rId14" imgW="508000" imgH="2413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78621" y="4326253"/>
                        <a:ext cx="893379" cy="426689"/>
                      </a:xfrm>
                      <a:prstGeom prst="rect">
                        <a:avLst/>
                      </a:prstGeom>
                      <a:solidFill>
                        <a:srgbClr val="FFDAD1"/>
                      </a:solidFill>
                      <a:ln>
                        <a:noFill/>
                      </a:ln>
                    </p:spPr>
                  </p:pic>
                </p:oleObj>
              </mc:Fallback>
            </mc:AlternateContent>
          </a:graphicData>
        </a:graphic>
      </p:graphicFrame>
      <p:sp>
        <p:nvSpPr>
          <p:cNvPr id="11282" name="Text Box 21"/>
          <p:cNvSpPr txBox="1">
            <a:spLocks noChangeArrowheads="1"/>
          </p:cNvSpPr>
          <p:nvPr/>
        </p:nvSpPr>
        <p:spPr bwMode="hidden">
          <a:xfrm>
            <a:off x="4854575" y="4370388"/>
            <a:ext cx="615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a:latin typeface="Arial" charset="0"/>
              </a:rPr>
              <a:t>ec 3</a:t>
            </a:r>
            <a:endParaRPr lang="es-VE" altLang="es-CL">
              <a:latin typeface="Arial" charset="0"/>
            </a:endParaRPr>
          </a:p>
        </p:txBody>
      </p:sp>
      <p:graphicFrame>
        <p:nvGraphicFramePr>
          <p:cNvPr id="2" name="1 Objeto"/>
          <p:cNvGraphicFramePr>
            <a:graphicFrameLocks noChangeAspect="1"/>
          </p:cNvGraphicFramePr>
          <p:nvPr>
            <p:extLst>
              <p:ext uri="{D42A27DB-BD31-4B8C-83A1-F6EECF244321}">
                <p14:modId xmlns:p14="http://schemas.microsoft.com/office/powerpoint/2010/main" val="1009506423"/>
              </p:ext>
            </p:extLst>
          </p:nvPr>
        </p:nvGraphicFramePr>
        <p:xfrm>
          <a:off x="7020272" y="4305300"/>
          <a:ext cx="1359898" cy="563860"/>
        </p:xfrm>
        <a:graphic>
          <a:graphicData uri="http://schemas.openxmlformats.org/presentationml/2006/ole">
            <mc:AlternateContent xmlns:mc="http://schemas.openxmlformats.org/markup-compatibility/2006">
              <mc:Choice xmlns:v="urn:schemas-microsoft-com:vml" Requires="v">
                <p:oleObj name="Equation" r:id="rId16" imgW="1041120" imgH="431640" progId="Equation.DSMT4">
                  <p:embed/>
                </p:oleObj>
              </mc:Choice>
              <mc:Fallback>
                <p:oleObj name="Equation" r:id="rId16" imgW="1041120" imgH="431640" progId="Equation.DSMT4">
                  <p:embed/>
                  <p:pic>
                    <p:nvPicPr>
                      <p:cNvPr id="0" name=""/>
                      <p:cNvPicPr/>
                      <p:nvPr/>
                    </p:nvPicPr>
                    <p:blipFill>
                      <a:blip r:embed="rId17"/>
                      <a:stretch>
                        <a:fillRect/>
                      </a:stretch>
                    </p:blipFill>
                    <p:spPr>
                      <a:xfrm>
                        <a:off x="7020272" y="4305300"/>
                        <a:ext cx="1359898" cy="563860"/>
                      </a:xfrm>
                      <a:prstGeom prst="rect">
                        <a:avLst/>
                      </a:prstGeom>
                    </p:spPr>
                  </p:pic>
                </p:oleObj>
              </mc:Fallback>
            </mc:AlternateContent>
          </a:graphicData>
        </a:graphic>
      </p:graphicFrame>
    </p:spTree>
    <p:extLst>
      <p:ext uri="{BB962C8B-B14F-4D97-AF65-F5344CB8AC3E}">
        <p14:creationId xmlns:p14="http://schemas.microsoft.com/office/powerpoint/2010/main" val="2066002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4"/>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TERCERA LEY DE MOVIMIENTO</a:t>
            </a:r>
            <a:endParaRPr lang="es-ES" altLang="es-CL" sz="1600">
              <a:latin typeface="Arial" charset="0"/>
            </a:endParaRPr>
          </a:p>
        </p:txBody>
      </p:sp>
      <p:sp>
        <p:nvSpPr>
          <p:cNvPr id="13315" name="Text Box 5"/>
          <p:cNvSpPr txBox="1">
            <a:spLocks noChangeArrowheads="1"/>
          </p:cNvSpPr>
          <p:nvPr/>
        </p:nvSpPr>
        <p:spPr bwMode="hidden">
          <a:xfrm>
            <a:off x="539750" y="1125538"/>
            <a:ext cx="8064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La expresión</a:t>
            </a:r>
            <a:endParaRPr lang="es-VE" altLang="es-CL" sz="1600">
              <a:latin typeface="Arial" charset="0"/>
            </a:endParaRPr>
          </a:p>
        </p:txBody>
      </p:sp>
      <p:graphicFrame>
        <p:nvGraphicFramePr>
          <p:cNvPr id="13316" name="Object 6"/>
          <p:cNvGraphicFramePr>
            <a:graphicFrameLocks noChangeAspect="1"/>
          </p:cNvGraphicFramePr>
          <p:nvPr/>
        </p:nvGraphicFramePr>
        <p:xfrm>
          <a:off x="3000375" y="1412875"/>
          <a:ext cx="1350963" cy="315913"/>
        </p:xfrm>
        <a:graphic>
          <a:graphicData uri="http://schemas.openxmlformats.org/presentationml/2006/ole">
            <mc:AlternateContent xmlns:mc="http://schemas.openxmlformats.org/markup-compatibility/2006">
              <mc:Choice xmlns:v="urn:schemas-microsoft-com:vml" Requires="v">
                <p:oleObj name="Ecuación" r:id="rId2" imgW="977900" imgH="228600" progId="Equation.3">
                  <p:embed/>
                </p:oleObj>
              </mc:Choice>
              <mc:Fallback>
                <p:oleObj name="Ecuación" r:id="rId2" imgW="97790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1412875"/>
                        <a:ext cx="1350963" cy="315913"/>
                      </a:xfrm>
                      <a:prstGeom prst="rect">
                        <a:avLst/>
                      </a:prstGeom>
                      <a:noFill/>
                      <a:ln>
                        <a:noFill/>
                      </a:ln>
                      <a:effectLst/>
                      <a:extLst>
                        <a:ext uri="{909E8E84-426E-40DD-AFC4-6F175D3DCCD1}">
                          <a14:hiddenFill xmlns:a14="http://schemas.microsoft.com/office/drawing/2010/main">
                            <a:solidFill>
                              <a:srgbClr val="FFDAD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 name="Text Box 7"/>
          <p:cNvSpPr txBox="1">
            <a:spLocks noChangeArrowheads="1"/>
          </p:cNvSpPr>
          <p:nvPr/>
        </p:nvSpPr>
        <p:spPr bwMode="hidden">
          <a:xfrm>
            <a:off x="539750" y="1844675"/>
            <a:ext cx="80645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Se interpreta de acuerdo a la ec. 3, como la interacción mutua del carro (2) y (3), es decir: si el carro (2) ejerce una fuerza </a:t>
            </a:r>
            <a:r>
              <a:rPr lang="es-ES" altLang="es-CL" sz="1600" b="1" i="1">
                <a:latin typeface="Arial" charset="0"/>
              </a:rPr>
              <a:t>F</a:t>
            </a:r>
            <a:r>
              <a:rPr lang="es-ES" altLang="es-CL" sz="1600" b="1" i="1" baseline="-25000">
                <a:latin typeface="Arial" charset="0"/>
              </a:rPr>
              <a:t>32</a:t>
            </a:r>
            <a:r>
              <a:rPr lang="es-ES" altLang="es-CL" sz="1600">
                <a:latin typeface="Arial" charset="0"/>
              </a:rPr>
              <a:t> sobre el carro (3), éste ejerce a su vez una fuerza </a:t>
            </a:r>
            <a:r>
              <a:rPr lang="es-ES" altLang="es-CL" sz="1600" b="1" i="1">
                <a:latin typeface="Arial" charset="0"/>
              </a:rPr>
              <a:t>F</a:t>
            </a:r>
            <a:r>
              <a:rPr lang="es-ES" altLang="es-CL" sz="1600" b="1" i="1" baseline="-25000">
                <a:latin typeface="Arial" charset="0"/>
              </a:rPr>
              <a:t>23</a:t>
            </a:r>
            <a:r>
              <a:rPr lang="es-ES" altLang="es-CL" sz="1600">
                <a:latin typeface="Arial" charset="0"/>
              </a:rPr>
              <a:t> sobre el carro (2)</a:t>
            </a:r>
            <a:endParaRPr lang="es-VE" altLang="es-CL" sz="1600">
              <a:latin typeface="Arial" charset="0"/>
            </a:endParaRPr>
          </a:p>
        </p:txBody>
      </p:sp>
      <p:sp>
        <p:nvSpPr>
          <p:cNvPr id="13318" name="Line 8"/>
          <p:cNvSpPr>
            <a:spLocks noChangeShapeType="1"/>
          </p:cNvSpPr>
          <p:nvPr/>
        </p:nvSpPr>
        <p:spPr bwMode="hidden">
          <a:xfrm>
            <a:off x="4189413" y="2154238"/>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3319" name="Line 9"/>
          <p:cNvSpPr>
            <a:spLocks noChangeShapeType="1"/>
          </p:cNvSpPr>
          <p:nvPr/>
        </p:nvSpPr>
        <p:spPr bwMode="hidden">
          <a:xfrm>
            <a:off x="1281113" y="2392363"/>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13320" name="Object 10"/>
          <p:cNvGraphicFramePr>
            <a:graphicFrameLocks noChangeAspect="1"/>
          </p:cNvGraphicFramePr>
          <p:nvPr>
            <p:extLst>
              <p:ext uri="{D42A27DB-BD31-4B8C-83A1-F6EECF244321}">
                <p14:modId xmlns:p14="http://schemas.microsoft.com/office/powerpoint/2010/main" val="3969960625"/>
              </p:ext>
            </p:extLst>
          </p:nvPr>
        </p:nvGraphicFramePr>
        <p:xfrm>
          <a:off x="3419872" y="2887021"/>
          <a:ext cx="1278334" cy="481654"/>
        </p:xfrm>
        <a:graphic>
          <a:graphicData uri="http://schemas.openxmlformats.org/presentationml/2006/ole">
            <mc:AlternateContent xmlns:mc="http://schemas.openxmlformats.org/markup-compatibility/2006">
              <mc:Choice xmlns:v="urn:schemas-microsoft-com:vml" Requires="v">
                <p:oleObj name="Ecuación" r:id="rId4" imgW="672808" imgH="253890" progId="Equation.3">
                  <p:embed/>
                </p:oleObj>
              </mc:Choice>
              <mc:Fallback>
                <p:oleObj name="Ecuación" r:id="rId4" imgW="672808" imgH="25389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872" y="2887021"/>
                        <a:ext cx="1278334" cy="481654"/>
                      </a:xfrm>
                      <a:prstGeom prst="rect">
                        <a:avLst/>
                      </a:prstGeom>
                      <a:solidFill>
                        <a:srgbClr val="FFDAD1"/>
                      </a:solidFill>
                      <a:ln>
                        <a:noFill/>
                      </a:ln>
                    </p:spPr>
                  </p:pic>
                </p:oleObj>
              </mc:Fallback>
            </mc:AlternateContent>
          </a:graphicData>
        </a:graphic>
      </p:graphicFrame>
      <p:sp>
        <p:nvSpPr>
          <p:cNvPr id="13321" name="Text Box 11"/>
          <p:cNvSpPr txBox="1">
            <a:spLocks noChangeArrowheads="1"/>
          </p:cNvSpPr>
          <p:nvPr/>
        </p:nvSpPr>
        <p:spPr bwMode="hidden">
          <a:xfrm>
            <a:off x="539750" y="3573463"/>
            <a:ext cx="80645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dirty="0">
                <a:latin typeface="Arial" charset="0"/>
              </a:rPr>
              <a:t>En otras palabras, cuando una partícula (2), ejerce una acción sobre una partícula (3), ésta ejercerá una reacción igual y contraria sobre la primera, </a:t>
            </a:r>
            <a:r>
              <a:rPr lang="es-ES" altLang="es-CL" sz="1600" b="1" dirty="0">
                <a:latin typeface="Arial" charset="0"/>
              </a:rPr>
              <a:t>Tercera Ley de Movimiento</a:t>
            </a:r>
            <a:endParaRPr lang="es-VE" altLang="es-CL" sz="1600" b="1" dirty="0">
              <a:latin typeface="Arial" charset="0"/>
            </a:endParaRPr>
          </a:p>
        </p:txBody>
      </p:sp>
      <p:sp>
        <p:nvSpPr>
          <p:cNvPr id="13322" name="Text Box 13"/>
          <p:cNvSpPr txBox="1">
            <a:spLocks noChangeArrowheads="1"/>
          </p:cNvSpPr>
          <p:nvPr/>
        </p:nvSpPr>
        <p:spPr bwMode="hidden">
          <a:xfrm>
            <a:off x="4927600" y="3001963"/>
            <a:ext cx="615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dirty="0">
                <a:latin typeface="Arial" charset="0"/>
              </a:rPr>
              <a:t>ec 4</a:t>
            </a:r>
            <a:endParaRPr lang="es-VE" altLang="es-CL" dirty="0">
              <a:latin typeface="Arial" charset="0"/>
            </a:endParaRPr>
          </a:p>
        </p:txBody>
      </p:sp>
      <p:pic>
        <p:nvPicPr>
          <p:cNvPr id="13323" name="Picture 14" descr="tugofwa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5084763"/>
            <a:ext cx="43053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CuadroTexto"/>
          <p:cNvSpPr txBox="1"/>
          <p:nvPr/>
        </p:nvSpPr>
        <p:spPr>
          <a:xfrm>
            <a:off x="395536" y="6021288"/>
            <a:ext cx="1954638" cy="646331"/>
          </a:xfrm>
          <a:prstGeom prst="rect">
            <a:avLst/>
          </a:prstGeom>
          <a:noFill/>
        </p:spPr>
        <p:txBody>
          <a:bodyPr wrap="none" rtlCol="0">
            <a:spAutoFit/>
          </a:bodyPr>
          <a:lstStyle/>
          <a:p>
            <a:pPr algn="l"/>
            <a:r>
              <a:rPr lang="es-CL" sz="1200" dirty="0"/>
              <a:t>Título: Física Recreativa II</a:t>
            </a:r>
          </a:p>
          <a:p>
            <a:pPr algn="l"/>
            <a:r>
              <a:rPr lang="es-CL" sz="1200" dirty="0"/>
              <a:t>Autor: </a:t>
            </a:r>
            <a:r>
              <a:rPr lang="es-CL" sz="1200" dirty="0" err="1"/>
              <a:t>Yakov</a:t>
            </a:r>
            <a:r>
              <a:rPr lang="es-CL" sz="1200" dirty="0"/>
              <a:t> </a:t>
            </a:r>
            <a:r>
              <a:rPr lang="es-CL" sz="1200" dirty="0" err="1"/>
              <a:t>Perelman</a:t>
            </a:r>
            <a:endParaRPr lang="es-CL" sz="1200" dirty="0"/>
          </a:p>
          <a:p>
            <a:pPr algn="l"/>
            <a:r>
              <a:rPr lang="es-CL" sz="1200" dirty="0"/>
              <a:t>Ed. MIR</a:t>
            </a:r>
          </a:p>
        </p:txBody>
      </p:sp>
      <p:sp>
        <p:nvSpPr>
          <p:cNvPr id="3" name="2 Rectángulo"/>
          <p:cNvSpPr/>
          <p:nvPr/>
        </p:nvSpPr>
        <p:spPr>
          <a:xfrm>
            <a:off x="2934010" y="6299745"/>
            <a:ext cx="3528392" cy="261610"/>
          </a:xfrm>
          <a:prstGeom prst="rect">
            <a:avLst/>
          </a:prstGeom>
        </p:spPr>
        <p:txBody>
          <a:bodyPr wrap="square">
            <a:spAutoFit/>
          </a:bodyPr>
          <a:lstStyle/>
          <a:p>
            <a:pPr algn="just"/>
            <a:r>
              <a:rPr lang="es-CL" sz="1100" dirty="0"/>
              <a:t>http://www.librosmaravillosos.com/fisicarecreativa2/</a:t>
            </a:r>
          </a:p>
        </p:txBody>
      </p:sp>
    </p:spTree>
    <p:extLst>
      <p:ext uri="{BB962C8B-B14F-4D97-AF65-F5344CB8AC3E}">
        <p14:creationId xmlns:p14="http://schemas.microsoft.com/office/powerpoint/2010/main" val="881208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4"/>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EFECTOS DE LAS FUERZAS</a:t>
            </a:r>
            <a:endParaRPr lang="es-ES" altLang="es-CL" sz="1600">
              <a:latin typeface="Arial" charset="0"/>
            </a:endParaRPr>
          </a:p>
        </p:txBody>
      </p:sp>
      <p:sp>
        <p:nvSpPr>
          <p:cNvPr id="14339" name="Text Box 5"/>
          <p:cNvSpPr txBox="1">
            <a:spLocks noChangeArrowheads="1"/>
          </p:cNvSpPr>
          <p:nvPr/>
        </p:nvSpPr>
        <p:spPr bwMode="hidden">
          <a:xfrm>
            <a:off x="468313" y="1050925"/>
            <a:ext cx="8064500"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dirty="0">
                <a:latin typeface="Arial" charset="0"/>
              </a:rPr>
              <a:t>Hasta aquí se han estudiado que las fuerzas producen un </a:t>
            </a:r>
            <a:r>
              <a:rPr lang="es-ES" altLang="es-CL" sz="1600" i="1" dirty="0">
                <a:latin typeface="Arial" charset="0"/>
              </a:rPr>
              <a:t>efecto de movimiento</a:t>
            </a:r>
            <a:r>
              <a:rPr lang="es-ES" altLang="es-CL" sz="1600" dirty="0">
                <a:latin typeface="Arial" charset="0"/>
              </a:rPr>
              <a:t> sobre los cuerpos, sin embargo, ellas también pueden producir un </a:t>
            </a:r>
            <a:r>
              <a:rPr lang="es-ES" altLang="es-CL" sz="1600" i="1" dirty="0">
                <a:latin typeface="Arial" charset="0"/>
              </a:rPr>
              <a:t>efecto de deformación</a:t>
            </a:r>
            <a:r>
              <a:rPr lang="es-ES" altLang="es-CL" sz="1600" dirty="0">
                <a:latin typeface="Arial" charset="0"/>
              </a:rPr>
              <a:t> sobre estos.</a:t>
            </a:r>
          </a:p>
          <a:p>
            <a:pPr algn="just" eaLnBrk="1" hangingPunct="1"/>
            <a:endParaRPr lang="es-ES" altLang="es-CL" sz="1600" dirty="0">
              <a:latin typeface="Arial" charset="0"/>
            </a:endParaRPr>
          </a:p>
          <a:p>
            <a:pPr algn="just" eaLnBrk="1" hangingPunct="1"/>
            <a:endParaRPr lang="es-ES" altLang="es-CL" sz="1600" dirty="0">
              <a:latin typeface="Arial" charset="0"/>
            </a:endParaRPr>
          </a:p>
          <a:p>
            <a:pPr algn="just" eaLnBrk="1" hangingPunct="1"/>
            <a:r>
              <a:rPr lang="es-ES" altLang="es-CL" sz="1600" dirty="0">
                <a:latin typeface="Arial" charset="0"/>
              </a:rPr>
              <a:t>El producir deformación sobre los cuerpos empleando fuerzas es un suceso más intuitivo y data de la época de la Prehistoria, inicialmente cuando por efecto de un golpe se partía una piedra o un hueso, posteriormente en la era de los metales se utilizó para forjar los metales convirtiéndolos en puntas de flechas o utensilios caseros.</a:t>
            </a:r>
          </a:p>
          <a:p>
            <a:pPr algn="just" eaLnBrk="1" hangingPunct="1"/>
            <a:endParaRPr lang="es-ES" altLang="es-CL" sz="1600" dirty="0">
              <a:latin typeface="Arial" charset="0"/>
            </a:endParaRPr>
          </a:p>
          <a:p>
            <a:pPr algn="just" eaLnBrk="1" hangingPunct="1"/>
            <a:r>
              <a:rPr lang="es-ES" altLang="es-CL" sz="1600" dirty="0">
                <a:latin typeface="Arial" charset="0"/>
              </a:rPr>
              <a:t>Sin embargo, a fines de la Edad Media e inicio de la Edad Moderna, Leonardo Da Vinci inventa el dinamómetro, instrumento hasta hoy en día utilizado para medir la magnitud de las fuerzas. La formulación matemática de la fuerza de deformación de los cuerpos elásticos fue realizada por Robert Hooke, en la Edad Moderna.</a:t>
            </a:r>
            <a:endParaRPr lang="es-VE" altLang="es-CL" sz="1600" dirty="0">
              <a:latin typeface="Arial" charset="0"/>
            </a:endParaRPr>
          </a:p>
        </p:txBody>
      </p:sp>
      <p:grpSp>
        <p:nvGrpSpPr>
          <p:cNvPr id="14340" name="Group 21"/>
          <p:cNvGrpSpPr>
            <a:grpSpLocks/>
          </p:cNvGrpSpPr>
          <p:nvPr/>
        </p:nvGrpSpPr>
        <p:grpSpPr bwMode="auto">
          <a:xfrm>
            <a:off x="4932363" y="4868863"/>
            <a:ext cx="2087562" cy="1584325"/>
            <a:chOff x="2880" y="3067"/>
            <a:chExt cx="1315" cy="998"/>
          </a:xfrm>
        </p:grpSpPr>
        <p:sp>
          <p:nvSpPr>
            <p:cNvPr id="14344" name="AutoShape 16"/>
            <p:cNvSpPr>
              <a:spLocks noChangeArrowheads="1"/>
            </p:cNvSpPr>
            <p:nvPr/>
          </p:nvSpPr>
          <p:spPr bwMode="hidden">
            <a:xfrm>
              <a:off x="2880" y="3067"/>
              <a:ext cx="1315" cy="998"/>
            </a:xfrm>
            <a:prstGeom prst="bevel">
              <a:avLst>
                <a:gd name="adj" fmla="val 12500"/>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pic>
          <p:nvPicPr>
            <p:cNvPr id="14345" name="Picture 15" descr="Choque_F1"/>
            <p:cNvPicPr>
              <a:picLocks noChangeAspect="1" noChangeArrowheads="1"/>
            </p:cNvPicPr>
            <p:nvPr/>
          </p:nvPicPr>
          <p:blipFill>
            <a:blip r:embed="rId2">
              <a:lum bright="12000" contrast="18000"/>
              <a:extLst>
                <a:ext uri="{28A0092B-C50C-407E-A947-70E740481C1C}">
                  <a14:useLocalDpi xmlns:a14="http://schemas.microsoft.com/office/drawing/2010/main" val="0"/>
                </a:ext>
              </a:extLst>
            </a:blip>
            <a:srcRect/>
            <a:stretch>
              <a:fillRect/>
            </a:stretch>
          </p:blipFill>
          <p:spPr bwMode="auto">
            <a:xfrm>
              <a:off x="2925" y="3113"/>
              <a:ext cx="1225" cy="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41" name="Group 20"/>
          <p:cNvGrpSpPr>
            <a:grpSpLocks/>
          </p:cNvGrpSpPr>
          <p:nvPr/>
        </p:nvGrpSpPr>
        <p:grpSpPr bwMode="auto">
          <a:xfrm>
            <a:off x="1619250" y="4868863"/>
            <a:ext cx="2087563" cy="1584325"/>
            <a:chOff x="1383" y="3067"/>
            <a:chExt cx="1315" cy="998"/>
          </a:xfrm>
        </p:grpSpPr>
        <p:sp>
          <p:nvSpPr>
            <p:cNvPr id="14342" name="AutoShape 19"/>
            <p:cNvSpPr>
              <a:spLocks noChangeArrowheads="1"/>
            </p:cNvSpPr>
            <p:nvPr/>
          </p:nvSpPr>
          <p:spPr bwMode="hidden">
            <a:xfrm>
              <a:off x="1383" y="3067"/>
              <a:ext cx="1315" cy="998"/>
            </a:xfrm>
            <a:prstGeom prst="bevel">
              <a:avLst>
                <a:gd name="adj" fmla="val 5009"/>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pic>
          <p:nvPicPr>
            <p:cNvPr id="14343" name="Picture 18" descr="Dinamometr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 y="3113"/>
              <a:ext cx="1224"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537875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a:spLocks noChangeArrowheads="1"/>
          </p:cNvSpPr>
          <p:nvPr/>
        </p:nvSpPr>
        <p:spPr bwMode="hidden">
          <a:xfrm>
            <a:off x="3706813" y="908050"/>
            <a:ext cx="1728787" cy="915988"/>
          </a:xfrm>
          <a:prstGeom prst="rect">
            <a:avLst/>
          </a:prstGeom>
          <a:solidFill>
            <a:srgbClr val="FF0000">
              <a:alpha val="25098"/>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a:latin typeface="Arial" charset="0"/>
              </a:rPr>
              <a:t>Efecto de las </a:t>
            </a:r>
          </a:p>
          <a:p>
            <a:pPr algn="just" eaLnBrk="1" hangingPunct="1"/>
            <a:r>
              <a:rPr lang="es-ES" altLang="es-CL">
                <a:latin typeface="Arial" charset="0"/>
              </a:rPr>
              <a:t>Fuerzas sobre los cuerpos</a:t>
            </a:r>
            <a:endParaRPr lang="es-VE" altLang="es-CL">
              <a:latin typeface="Arial" charset="0"/>
            </a:endParaRPr>
          </a:p>
        </p:txBody>
      </p:sp>
      <p:sp>
        <p:nvSpPr>
          <p:cNvPr id="15363" name="Text Box 6"/>
          <p:cNvSpPr txBox="1">
            <a:spLocks noChangeArrowheads="1"/>
          </p:cNvSpPr>
          <p:nvPr/>
        </p:nvSpPr>
        <p:spPr bwMode="hidden">
          <a:xfrm>
            <a:off x="1403350" y="2239963"/>
            <a:ext cx="1584325" cy="915987"/>
          </a:xfrm>
          <a:prstGeom prst="rect">
            <a:avLst/>
          </a:prstGeom>
          <a:solidFill>
            <a:srgbClr val="FF0000">
              <a:alpha val="25098"/>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a:latin typeface="Arial" charset="0"/>
              </a:rPr>
              <a:t>Cambio en el estado de movimiento</a:t>
            </a:r>
            <a:endParaRPr lang="es-VE" altLang="es-CL">
              <a:latin typeface="Arial" charset="0"/>
            </a:endParaRPr>
          </a:p>
        </p:txBody>
      </p:sp>
      <p:sp>
        <p:nvSpPr>
          <p:cNvPr id="15364" name="Text Box 7"/>
          <p:cNvSpPr txBox="1">
            <a:spLocks noChangeArrowheads="1"/>
          </p:cNvSpPr>
          <p:nvPr/>
        </p:nvSpPr>
        <p:spPr bwMode="hidden">
          <a:xfrm>
            <a:off x="6011863" y="2241550"/>
            <a:ext cx="1584325" cy="915988"/>
          </a:xfrm>
          <a:prstGeom prst="rect">
            <a:avLst/>
          </a:prstGeom>
          <a:solidFill>
            <a:srgbClr val="FF0000">
              <a:alpha val="25098"/>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a:latin typeface="Arial" charset="0"/>
              </a:rPr>
              <a:t>Cambio en la forma de los cuerpos</a:t>
            </a:r>
            <a:endParaRPr lang="es-VE" altLang="es-CL">
              <a:latin typeface="Arial" charset="0"/>
            </a:endParaRPr>
          </a:p>
        </p:txBody>
      </p:sp>
      <p:sp>
        <p:nvSpPr>
          <p:cNvPr id="15365" name="Text Box 10"/>
          <p:cNvSpPr txBox="1">
            <a:spLocks noChangeArrowheads="1"/>
          </p:cNvSpPr>
          <p:nvPr/>
        </p:nvSpPr>
        <p:spPr bwMode="hidden">
          <a:xfrm>
            <a:off x="2413000" y="3500438"/>
            <a:ext cx="16557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dirty="0">
                <a:latin typeface="Arial" charset="0"/>
              </a:rPr>
              <a:t>Isaac Newton</a:t>
            </a:r>
          </a:p>
          <a:p>
            <a:pPr eaLnBrk="1" hangingPunct="1"/>
            <a:r>
              <a:rPr lang="es-ES" altLang="es-CL" dirty="0">
                <a:latin typeface="Arial" charset="0"/>
              </a:rPr>
              <a:t>(1642 – 1727)</a:t>
            </a:r>
            <a:endParaRPr lang="es-VE" altLang="es-CL" dirty="0">
              <a:latin typeface="Arial" charset="0"/>
            </a:endParaRPr>
          </a:p>
        </p:txBody>
      </p:sp>
      <p:sp>
        <p:nvSpPr>
          <p:cNvPr id="15366" name="Text Box 11"/>
          <p:cNvSpPr txBox="1">
            <a:spLocks noChangeArrowheads="1"/>
          </p:cNvSpPr>
          <p:nvPr/>
        </p:nvSpPr>
        <p:spPr bwMode="hidden">
          <a:xfrm>
            <a:off x="4500563" y="3500438"/>
            <a:ext cx="20875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a:latin typeface="Arial" charset="0"/>
              </a:rPr>
              <a:t>Leonardo Da Vinci</a:t>
            </a:r>
          </a:p>
          <a:p>
            <a:pPr eaLnBrk="1" hangingPunct="1"/>
            <a:r>
              <a:rPr lang="es-ES" altLang="es-CL">
                <a:latin typeface="Arial" charset="0"/>
              </a:rPr>
              <a:t>(1452 – 1519)</a:t>
            </a:r>
          </a:p>
        </p:txBody>
      </p:sp>
      <p:sp>
        <p:nvSpPr>
          <p:cNvPr id="15367" name="Text Box 13"/>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LOS EFECTOS DE LAS FUERZAS Y SUS PRECURSORES</a:t>
            </a:r>
            <a:endParaRPr lang="es-ES" altLang="es-CL" sz="1600">
              <a:latin typeface="Arial" charset="0"/>
            </a:endParaRPr>
          </a:p>
        </p:txBody>
      </p:sp>
      <p:cxnSp>
        <p:nvCxnSpPr>
          <p:cNvPr id="15368" name="AutoShape 14"/>
          <p:cNvCxnSpPr>
            <a:cxnSpLocks noChangeShapeType="1"/>
            <a:stCxn id="15362" idx="2"/>
            <a:endCxn id="15363" idx="0"/>
          </p:cNvCxnSpPr>
          <p:nvPr/>
        </p:nvCxnSpPr>
        <p:spPr bwMode="hidden">
          <a:xfrm rot="5400000">
            <a:off x="3175794" y="843757"/>
            <a:ext cx="415925" cy="2376487"/>
          </a:xfrm>
          <a:prstGeom prst="bentConnector3">
            <a:avLst>
              <a:gd name="adj1" fmla="val 50000"/>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AutoShape 15"/>
          <p:cNvCxnSpPr>
            <a:cxnSpLocks noChangeShapeType="1"/>
            <a:stCxn id="15362" idx="2"/>
            <a:endCxn id="15364" idx="0"/>
          </p:cNvCxnSpPr>
          <p:nvPr/>
        </p:nvCxnSpPr>
        <p:spPr bwMode="hidden">
          <a:xfrm rot="16200000" flipH="1">
            <a:off x="5479257" y="916781"/>
            <a:ext cx="417512" cy="2232025"/>
          </a:xfrm>
          <a:prstGeom prst="bentConnector3">
            <a:avLst>
              <a:gd name="adj1" fmla="val 49810"/>
            </a:avLst>
          </a:prstGeom>
          <a:noFill/>
          <a:ln w="190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70" name="Text Box 16"/>
          <p:cNvSpPr txBox="1">
            <a:spLocks noChangeArrowheads="1"/>
          </p:cNvSpPr>
          <p:nvPr/>
        </p:nvSpPr>
        <p:spPr bwMode="hidden">
          <a:xfrm>
            <a:off x="323850" y="3500438"/>
            <a:ext cx="16557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dirty="0">
                <a:latin typeface="Arial" charset="0"/>
              </a:rPr>
              <a:t>Galileo Galilei</a:t>
            </a:r>
          </a:p>
          <a:p>
            <a:pPr eaLnBrk="1" hangingPunct="1"/>
            <a:r>
              <a:rPr lang="es-ES" altLang="es-CL" dirty="0">
                <a:latin typeface="Arial" charset="0"/>
              </a:rPr>
              <a:t>(1564 – 1642)</a:t>
            </a:r>
          </a:p>
        </p:txBody>
      </p:sp>
      <p:sp>
        <p:nvSpPr>
          <p:cNvPr id="15371" name="Text Box 17"/>
          <p:cNvSpPr txBox="1">
            <a:spLocks noChangeArrowheads="1"/>
          </p:cNvSpPr>
          <p:nvPr/>
        </p:nvSpPr>
        <p:spPr bwMode="hidden">
          <a:xfrm>
            <a:off x="7021513" y="3500438"/>
            <a:ext cx="16557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a:latin typeface="Arial" charset="0"/>
              </a:rPr>
              <a:t>Robert Hooke</a:t>
            </a:r>
          </a:p>
          <a:p>
            <a:pPr eaLnBrk="1" hangingPunct="1"/>
            <a:r>
              <a:rPr lang="es-ES" altLang="es-CL">
                <a:latin typeface="Arial" charset="0"/>
              </a:rPr>
              <a:t>(1635 – 1703)</a:t>
            </a:r>
            <a:endParaRPr lang="es-VE" altLang="es-CL">
              <a:latin typeface="Arial" charset="0"/>
            </a:endParaRPr>
          </a:p>
        </p:txBody>
      </p:sp>
      <p:grpSp>
        <p:nvGrpSpPr>
          <p:cNvPr id="15372" name="Group 28"/>
          <p:cNvGrpSpPr>
            <a:grpSpLocks noChangeAspect="1"/>
          </p:cNvGrpSpPr>
          <p:nvPr/>
        </p:nvGrpSpPr>
        <p:grpSpPr bwMode="auto">
          <a:xfrm>
            <a:off x="466725" y="4430713"/>
            <a:ext cx="1504950" cy="1981200"/>
            <a:chOff x="294" y="2803"/>
            <a:chExt cx="848" cy="1117"/>
          </a:xfrm>
        </p:grpSpPr>
        <p:sp>
          <p:nvSpPr>
            <p:cNvPr id="15382" name="AutoShape 24"/>
            <p:cNvSpPr>
              <a:spLocks noChangeAspect="1" noChangeArrowheads="1"/>
            </p:cNvSpPr>
            <p:nvPr/>
          </p:nvSpPr>
          <p:spPr bwMode="hidden">
            <a:xfrm>
              <a:off x="294" y="2803"/>
              <a:ext cx="848" cy="1117"/>
            </a:xfrm>
            <a:prstGeom prst="bevel">
              <a:avLst>
                <a:gd name="adj" fmla="val 5625"/>
              </a:avLst>
            </a:prstGeom>
            <a:solidFill>
              <a:srgbClr val="C0C0C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pic>
          <p:nvPicPr>
            <p:cNvPr id="15383" name="Picture 18" descr="galile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 y="2860"/>
              <a:ext cx="747" cy="1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373" name="Group 25"/>
          <p:cNvGrpSpPr>
            <a:grpSpLocks noChangeAspect="1"/>
          </p:cNvGrpSpPr>
          <p:nvPr/>
        </p:nvGrpSpPr>
        <p:grpSpPr bwMode="auto">
          <a:xfrm>
            <a:off x="2411413" y="4430713"/>
            <a:ext cx="1504950" cy="1981200"/>
            <a:chOff x="1519" y="2795"/>
            <a:chExt cx="848" cy="1117"/>
          </a:xfrm>
        </p:grpSpPr>
        <p:sp>
          <p:nvSpPr>
            <p:cNvPr id="15380" name="AutoShape 22"/>
            <p:cNvSpPr>
              <a:spLocks noChangeAspect="1" noChangeArrowheads="1"/>
            </p:cNvSpPr>
            <p:nvPr/>
          </p:nvSpPr>
          <p:spPr bwMode="hidden">
            <a:xfrm>
              <a:off x="1519" y="2795"/>
              <a:ext cx="848" cy="1117"/>
            </a:xfrm>
            <a:prstGeom prst="bevel">
              <a:avLst>
                <a:gd name="adj" fmla="val 5625"/>
              </a:avLst>
            </a:prstGeom>
            <a:solidFill>
              <a:srgbClr val="C0C0C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pic>
          <p:nvPicPr>
            <p:cNvPr id="15381" name="Picture 19" descr="Newton_Isa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2" y="2848"/>
              <a:ext cx="748" cy="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374" name="Group 27"/>
          <p:cNvGrpSpPr>
            <a:grpSpLocks noChangeAspect="1"/>
          </p:cNvGrpSpPr>
          <p:nvPr/>
        </p:nvGrpSpPr>
        <p:grpSpPr bwMode="auto">
          <a:xfrm>
            <a:off x="4724400" y="4432300"/>
            <a:ext cx="1647825" cy="1978025"/>
            <a:chOff x="2898" y="2724"/>
            <a:chExt cx="1035" cy="1242"/>
          </a:xfrm>
        </p:grpSpPr>
        <p:sp>
          <p:nvSpPr>
            <p:cNvPr id="15378" name="AutoShape 26"/>
            <p:cNvSpPr>
              <a:spLocks noChangeAspect="1" noChangeArrowheads="1"/>
            </p:cNvSpPr>
            <p:nvPr/>
          </p:nvSpPr>
          <p:spPr bwMode="hidden">
            <a:xfrm>
              <a:off x="2898" y="2724"/>
              <a:ext cx="1035" cy="1242"/>
            </a:xfrm>
            <a:prstGeom prst="bevel">
              <a:avLst>
                <a:gd name="adj" fmla="val 4542"/>
              </a:avLst>
            </a:prstGeom>
            <a:solidFill>
              <a:srgbClr val="C0C0C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pic>
          <p:nvPicPr>
            <p:cNvPr id="15379" name="Picture 20" descr="LEONARDO"/>
            <p:cNvPicPr>
              <a:picLocks noChangeAspect="1" noChangeArrowheads="1"/>
            </p:cNvPicPr>
            <p:nvPr/>
          </p:nvPicPr>
          <p:blipFill>
            <a:blip r:embed="rId4">
              <a:lum bright="-12000" contrast="18000"/>
              <a:extLst>
                <a:ext uri="{28A0092B-C50C-407E-A947-70E740481C1C}">
                  <a14:useLocalDpi xmlns:a14="http://schemas.microsoft.com/office/drawing/2010/main" val="0"/>
                </a:ext>
              </a:extLst>
            </a:blip>
            <a:srcRect l="4222" t="6221" r="6380" b="2835"/>
            <a:stretch>
              <a:fillRect/>
            </a:stretch>
          </p:blipFill>
          <p:spPr bwMode="auto">
            <a:xfrm>
              <a:off x="2938" y="2765"/>
              <a:ext cx="953" cy="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375" name="Group 30"/>
          <p:cNvGrpSpPr>
            <a:grpSpLocks/>
          </p:cNvGrpSpPr>
          <p:nvPr/>
        </p:nvGrpSpPr>
        <p:grpSpPr bwMode="auto">
          <a:xfrm>
            <a:off x="7019925" y="4432300"/>
            <a:ext cx="1582738" cy="1979613"/>
            <a:chOff x="4422" y="2792"/>
            <a:chExt cx="997" cy="1247"/>
          </a:xfrm>
        </p:grpSpPr>
        <p:sp>
          <p:nvSpPr>
            <p:cNvPr id="15376" name="AutoShape 21"/>
            <p:cNvSpPr>
              <a:spLocks noChangeAspect="1" noChangeArrowheads="1"/>
            </p:cNvSpPr>
            <p:nvPr/>
          </p:nvSpPr>
          <p:spPr bwMode="hidden">
            <a:xfrm>
              <a:off x="4422" y="2792"/>
              <a:ext cx="997" cy="1247"/>
            </a:xfrm>
            <a:prstGeom prst="bevel">
              <a:avLst>
                <a:gd name="adj" fmla="val 5625"/>
              </a:avLst>
            </a:prstGeom>
            <a:solidFill>
              <a:schemeClr val="bg2"/>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pic>
          <p:nvPicPr>
            <p:cNvPr id="15377" name="Picture 29" descr="HOOKE03"/>
            <p:cNvPicPr>
              <a:picLocks noChangeAspect="1" noChangeArrowheads="1"/>
            </p:cNvPicPr>
            <p:nvPr/>
          </p:nvPicPr>
          <p:blipFill>
            <a:blip r:embed="rId5">
              <a:lum bright="18000"/>
              <a:grayscl/>
              <a:extLst>
                <a:ext uri="{28A0092B-C50C-407E-A947-70E740481C1C}">
                  <a14:useLocalDpi xmlns:a14="http://schemas.microsoft.com/office/drawing/2010/main" val="0"/>
                </a:ext>
              </a:extLst>
            </a:blip>
            <a:srcRect/>
            <a:stretch>
              <a:fillRect/>
            </a:stretch>
          </p:blipFill>
          <p:spPr bwMode="auto">
            <a:xfrm>
              <a:off x="4479" y="2854"/>
              <a:ext cx="889" cy="1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944163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4"/>
          <p:cNvSpPr txBox="1">
            <a:spLocks noChangeArrowheads="1"/>
          </p:cNvSpPr>
          <p:nvPr/>
        </p:nvSpPr>
        <p:spPr bwMode="hidden">
          <a:xfrm>
            <a:off x="539750" y="188913"/>
            <a:ext cx="8316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FUERZAS QUE SE ESTUDIARAN Y LEYES DE FUERZA</a:t>
            </a:r>
            <a:endParaRPr lang="es-ES" altLang="es-CL" sz="1600">
              <a:latin typeface="Arial" charset="0"/>
            </a:endParaRPr>
          </a:p>
        </p:txBody>
      </p:sp>
      <p:sp>
        <p:nvSpPr>
          <p:cNvPr id="16387" name="Text Box 5"/>
          <p:cNvSpPr txBox="1">
            <a:spLocks noChangeArrowheads="1"/>
          </p:cNvSpPr>
          <p:nvPr/>
        </p:nvSpPr>
        <p:spPr bwMode="hidden">
          <a:xfrm>
            <a:off x="468313" y="1050925"/>
            <a:ext cx="8064500" cy="253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dirty="0">
                <a:latin typeface="Arial" charset="0"/>
              </a:rPr>
              <a:t>Las </a:t>
            </a:r>
            <a:r>
              <a:rPr lang="es-ES" altLang="es-CL" sz="1600" b="1" dirty="0">
                <a:latin typeface="Arial" charset="0"/>
              </a:rPr>
              <a:t>leyes de fuerza </a:t>
            </a:r>
            <a:r>
              <a:rPr lang="es-ES" altLang="es-CL" sz="1600" dirty="0">
                <a:latin typeface="Arial" charset="0"/>
              </a:rPr>
              <a:t>son expresiones matemáticas que relacionan características del objeto sobre el que actúa la fuerza y características del medio.</a:t>
            </a:r>
          </a:p>
          <a:p>
            <a:pPr algn="just" eaLnBrk="1" hangingPunct="1"/>
            <a:endParaRPr lang="es-ES" altLang="es-CL" sz="1600" dirty="0">
              <a:latin typeface="Arial" charset="0"/>
            </a:endParaRPr>
          </a:p>
          <a:p>
            <a:pPr algn="just" eaLnBrk="1" hangingPunct="1"/>
            <a:r>
              <a:rPr lang="es-ES" altLang="es-CL" sz="1600" b="1" dirty="0">
                <a:latin typeface="Arial" charset="0"/>
              </a:rPr>
              <a:t>Fuerza de peso</a:t>
            </a:r>
            <a:r>
              <a:rPr lang="es-ES" altLang="es-CL" sz="1600" dirty="0">
                <a:latin typeface="Arial" charset="0"/>
              </a:rPr>
              <a:t>: es la fuerza con que la tierra atrae los cuerpos que se encuentran en las cercanías de su superficie. Es una expresión matemática simplificada de la fuerza de gravitación universal.</a:t>
            </a:r>
          </a:p>
          <a:p>
            <a:pPr algn="just" eaLnBrk="1" hangingPunct="1"/>
            <a:endParaRPr lang="es-ES" altLang="es-CL" sz="1600" dirty="0">
              <a:latin typeface="Arial" charset="0"/>
            </a:endParaRPr>
          </a:p>
          <a:p>
            <a:pPr algn="just" eaLnBrk="1" hangingPunct="1"/>
            <a:endParaRPr lang="es-ES" altLang="es-CL" sz="1600" dirty="0">
              <a:latin typeface="Arial" charset="0"/>
            </a:endParaRPr>
          </a:p>
          <a:p>
            <a:pPr algn="just" eaLnBrk="1" hangingPunct="1"/>
            <a:r>
              <a:rPr lang="es-ES" altLang="es-CL" sz="1600" dirty="0">
                <a:latin typeface="Arial" charset="0"/>
              </a:rPr>
              <a:t>Donde m es la masa del cuerpo que es atraído por la Tierra y       la aceleración de gravedad del lugar.</a:t>
            </a:r>
          </a:p>
        </p:txBody>
      </p:sp>
      <p:graphicFrame>
        <p:nvGraphicFramePr>
          <p:cNvPr id="16388" name="Object 6"/>
          <p:cNvGraphicFramePr>
            <a:graphicFrameLocks noChangeAspect="1"/>
          </p:cNvGraphicFramePr>
          <p:nvPr>
            <p:extLst>
              <p:ext uri="{D42A27DB-BD31-4B8C-83A1-F6EECF244321}">
                <p14:modId xmlns:p14="http://schemas.microsoft.com/office/powerpoint/2010/main" val="2007317166"/>
              </p:ext>
            </p:extLst>
          </p:nvPr>
        </p:nvGraphicFramePr>
        <p:xfrm>
          <a:off x="4058549" y="2564904"/>
          <a:ext cx="827088" cy="404119"/>
        </p:xfrm>
        <a:graphic>
          <a:graphicData uri="http://schemas.openxmlformats.org/presentationml/2006/ole">
            <mc:AlternateContent xmlns:mc="http://schemas.openxmlformats.org/markup-compatibility/2006">
              <mc:Choice xmlns:v="urn:schemas-microsoft-com:vml" Requires="v">
                <p:oleObj name="Equation" r:id="rId2" imgW="495085" imgH="241195" progId="Equation.DSMT4">
                  <p:embed/>
                </p:oleObj>
              </mc:Choice>
              <mc:Fallback>
                <p:oleObj name="Equation" r:id="rId2" imgW="495085" imgH="241195"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8549" y="2564904"/>
                        <a:ext cx="827088" cy="404119"/>
                      </a:xfrm>
                      <a:prstGeom prst="rect">
                        <a:avLst/>
                      </a:prstGeom>
                      <a:noFill/>
                      <a:ln>
                        <a:noFill/>
                      </a:ln>
                    </p:spPr>
                  </p:pic>
                </p:oleObj>
              </mc:Fallback>
            </mc:AlternateContent>
          </a:graphicData>
        </a:graphic>
      </p:graphicFrame>
      <p:graphicFrame>
        <p:nvGraphicFramePr>
          <p:cNvPr id="16389" name="Object 7"/>
          <p:cNvGraphicFramePr>
            <a:graphicFrameLocks noChangeAspect="1"/>
          </p:cNvGraphicFramePr>
          <p:nvPr/>
        </p:nvGraphicFramePr>
        <p:xfrm>
          <a:off x="6488113" y="3001963"/>
          <a:ext cx="244475" cy="377825"/>
        </p:xfrm>
        <a:graphic>
          <a:graphicData uri="http://schemas.openxmlformats.org/presentationml/2006/ole">
            <mc:AlternateContent xmlns:mc="http://schemas.openxmlformats.org/markup-compatibility/2006">
              <mc:Choice xmlns:v="urn:schemas-microsoft-com:vml" Requires="v">
                <p:oleObj name="Ecuación" r:id="rId4" imgW="139579" imgH="215713" progId="Equation.3">
                  <p:embed/>
                </p:oleObj>
              </mc:Choice>
              <mc:Fallback>
                <p:oleObj name="Ecuación" r:id="rId4" imgW="139579" imgH="2157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8113" y="3001963"/>
                        <a:ext cx="244475"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0" name="Object 8"/>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cuación" r:id="rId6" imgW="114151" imgH="215619" progId="Equation.3">
                  <p:embed/>
                </p:oleObj>
              </mc:Choice>
              <mc:Fallback>
                <p:oleObj name="Ecuación" r:id="rId6" imgW="114151" imgH="21561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391" name="Group 10"/>
          <p:cNvGrpSpPr>
            <a:grpSpLocks/>
          </p:cNvGrpSpPr>
          <p:nvPr/>
        </p:nvGrpSpPr>
        <p:grpSpPr bwMode="auto">
          <a:xfrm>
            <a:off x="1331913" y="3860800"/>
            <a:ext cx="2735262" cy="2517775"/>
            <a:chOff x="3696" y="2659"/>
            <a:chExt cx="1572" cy="1269"/>
          </a:xfrm>
        </p:grpSpPr>
        <p:pic>
          <p:nvPicPr>
            <p:cNvPr id="16396" name="Picture 11" descr="CONSV02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696" y="2659"/>
              <a:ext cx="1488" cy="1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7" name="Picture 1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88" y="3158"/>
              <a:ext cx="280"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6392" name="Line 13"/>
          <p:cNvSpPr>
            <a:spLocks noChangeShapeType="1"/>
          </p:cNvSpPr>
          <p:nvPr/>
        </p:nvSpPr>
        <p:spPr bwMode="hidden">
          <a:xfrm>
            <a:off x="3821113" y="5157788"/>
            <a:ext cx="0" cy="1150937"/>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16393" name="Object 14"/>
          <p:cNvGraphicFramePr>
            <a:graphicFrameLocks noChangeAspect="1"/>
          </p:cNvGraphicFramePr>
          <p:nvPr/>
        </p:nvGraphicFramePr>
        <p:xfrm>
          <a:off x="3949700" y="5942013"/>
          <a:ext cx="422275" cy="377825"/>
        </p:xfrm>
        <a:graphic>
          <a:graphicData uri="http://schemas.openxmlformats.org/presentationml/2006/ole">
            <mc:AlternateContent xmlns:mc="http://schemas.openxmlformats.org/markup-compatibility/2006">
              <mc:Choice xmlns:v="urn:schemas-microsoft-com:vml" Requires="v">
                <p:oleObj name="Ecuación" r:id="rId10" imgW="152489" imgH="133251" progId="Equation.3">
                  <p:embed/>
                </p:oleObj>
              </mc:Choice>
              <mc:Fallback>
                <p:oleObj name="Ecuación" r:id="rId10" imgW="152489" imgH="133251"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49700" y="5942013"/>
                        <a:ext cx="422275"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1 Objeto"/>
          <p:cNvGraphicFramePr>
            <a:graphicFrameLocks noChangeAspect="1"/>
          </p:cNvGraphicFramePr>
          <p:nvPr>
            <p:extLst>
              <p:ext uri="{D42A27DB-BD31-4B8C-83A1-F6EECF244321}">
                <p14:modId xmlns:p14="http://schemas.microsoft.com/office/powerpoint/2010/main" val="2215595008"/>
              </p:ext>
            </p:extLst>
          </p:nvPr>
        </p:nvGraphicFramePr>
        <p:xfrm>
          <a:off x="5175095" y="5652171"/>
          <a:ext cx="924673" cy="308224"/>
        </p:xfrm>
        <a:graphic>
          <a:graphicData uri="http://schemas.openxmlformats.org/presentationml/2006/ole">
            <mc:AlternateContent xmlns:mc="http://schemas.openxmlformats.org/markup-compatibility/2006">
              <mc:Choice xmlns:v="urn:schemas-microsoft-com:vml" Requires="v">
                <p:oleObj name="Equation" r:id="rId12" imgW="609480" imgH="203040" progId="Equation.DSMT4">
                  <p:embed/>
                </p:oleObj>
              </mc:Choice>
              <mc:Fallback>
                <p:oleObj name="Equation" r:id="rId12" imgW="609480" imgH="203040" progId="Equation.DSMT4">
                  <p:embed/>
                  <p:pic>
                    <p:nvPicPr>
                      <p:cNvPr id="0" name=""/>
                      <p:cNvPicPr/>
                      <p:nvPr/>
                    </p:nvPicPr>
                    <p:blipFill>
                      <a:blip r:embed="rId13"/>
                      <a:stretch>
                        <a:fillRect/>
                      </a:stretch>
                    </p:blipFill>
                    <p:spPr>
                      <a:xfrm>
                        <a:off x="5175095" y="5652171"/>
                        <a:ext cx="924673" cy="308224"/>
                      </a:xfrm>
                      <a:prstGeom prst="rect">
                        <a:avLst/>
                      </a:prstGeom>
                    </p:spPr>
                  </p:pic>
                </p:oleObj>
              </mc:Fallback>
            </mc:AlternateContent>
          </a:graphicData>
        </a:graphic>
      </p:graphicFrame>
      <p:graphicFrame>
        <p:nvGraphicFramePr>
          <p:cNvPr id="4" name="3 Objeto"/>
          <p:cNvGraphicFramePr>
            <a:graphicFrameLocks noChangeAspect="1"/>
          </p:cNvGraphicFramePr>
          <p:nvPr>
            <p:extLst>
              <p:ext uri="{D42A27DB-BD31-4B8C-83A1-F6EECF244321}">
                <p14:modId xmlns:p14="http://schemas.microsoft.com/office/powerpoint/2010/main" val="1598631745"/>
              </p:ext>
            </p:extLst>
          </p:nvPr>
        </p:nvGraphicFramePr>
        <p:xfrm>
          <a:off x="6455757" y="5595939"/>
          <a:ext cx="1481137" cy="420688"/>
        </p:xfrm>
        <a:graphic>
          <a:graphicData uri="http://schemas.openxmlformats.org/presentationml/2006/ole">
            <mc:AlternateContent xmlns:mc="http://schemas.openxmlformats.org/markup-compatibility/2006">
              <mc:Choice xmlns:v="urn:schemas-microsoft-com:vml" Requires="v">
                <p:oleObj name="Equation" r:id="rId14" imgW="939600" imgH="266400" progId="Equation.DSMT4">
                  <p:embed/>
                </p:oleObj>
              </mc:Choice>
              <mc:Fallback>
                <p:oleObj name="Equation" r:id="rId14" imgW="939600" imgH="266400" progId="Equation.DSMT4">
                  <p:embed/>
                  <p:pic>
                    <p:nvPicPr>
                      <p:cNvPr id="0" name=""/>
                      <p:cNvPicPr/>
                      <p:nvPr/>
                    </p:nvPicPr>
                    <p:blipFill>
                      <a:blip r:embed="rId15"/>
                      <a:stretch>
                        <a:fillRect/>
                      </a:stretch>
                    </p:blipFill>
                    <p:spPr>
                      <a:xfrm>
                        <a:off x="6455757" y="5595939"/>
                        <a:ext cx="1481137" cy="420688"/>
                      </a:xfrm>
                      <a:prstGeom prst="rect">
                        <a:avLst/>
                      </a:prstGeom>
                    </p:spPr>
                  </p:pic>
                </p:oleObj>
              </mc:Fallback>
            </mc:AlternateContent>
          </a:graphicData>
        </a:graphic>
      </p:graphicFrame>
      <p:graphicFrame>
        <p:nvGraphicFramePr>
          <p:cNvPr id="5" name="4 Objeto"/>
          <p:cNvGraphicFramePr>
            <a:graphicFrameLocks noChangeAspect="1"/>
          </p:cNvGraphicFramePr>
          <p:nvPr>
            <p:extLst>
              <p:ext uri="{D42A27DB-BD31-4B8C-83A1-F6EECF244321}">
                <p14:modId xmlns:p14="http://schemas.microsoft.com/office/powerpoint/2010/main" val="1239373008"/>
              </p:ext>
            </p:extLst>
          </p:nvPr>
        </p:nvGraphicFramePr>
        <p:xfrm>
          <a:off x="6209408" y="188913"/>
          <a:ext cx="863600" cy="431800"/>
        </p:xfrm>
        <a:graphic>
          <a:graphicData uri="http://schemas.openxmlformats.org/presentationml/2006/ole">
            <mc:AlternateContent xmlns:mc="http://schemas.openxmlformats.org/markup-compatibility/2006">
              <mc:Choice xmlns:v="urn:schemas-microsoft-com:vml" Requires="v">
                <p:oleObj name="Equation" r:id="rId16" imgW="863280" imgH="431640" progId="Equation.DSMT4">
                  <p:embed/>
                </p:oleObj>
              </mc:Choice>
              <mc:Fallback>
                <p:oleObj name="Equation" r:id="rId16" imgW="863280" imgH="431640" progId="Equation.DSMT4">
                  <p:embed/>
                  <p:pic>
                    <p:nvPicPr>
                      <p:cNvPr id="0" name=""/>
                      <p:cNvPicPr/>
                      <p:nvPr/>
                    </p:nvPicPr>
                    <p:blipFill>
                      <a:blip r:embed="rId17"/>
                      <a:stretch>
                        <a:fillRect/>
                      </a:stretch>
                    </p:blipFill>
                    <p:spPr>
                      <a:xfrm>
                        <a:off x="6209408" y="188913"/>
                        <a:ext cx="863600" cy="431800"/>
                      </a:xfrm>
                      <a:prstGeom prst="rect">
                        <a:avLst/>
                      </a:prstGeom>
                    </p:spPr>
                  </p:pic>
                </p:oleObj>
              </mc:Fallback>
            </mc:AlternateContent>
          </a:graphicData>
        </a:graphic>
      </p:graphicFrame>
      <p:cxnSp>
        <p:nvCxnSpPr>
          <p:cNvPr id="7" name="6 Conector recto de flecha"/>
          <p:cNvCxnSpPr/>
          <p:nvPr/>
        </p:nvCxnSpPr>
        <p:spPr bwMode="auto">
          <a:xfrm>
            <a:off x="7236296" y="188913"/>
            <a:ext cx="0" cy="647799"/>
          </a:xfrm>
          <a:prstGeom prst="straightConnector1">
            <a:avLst/>
          </a:prstGeom>
          <a:solidFill>
            <a:schemeClr val="accent1"/>
          </a:solidFill>
          <a:ln w="19050"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 name="7 Objeto"/>
          <p:cNvGraphicFramePr>
            <a:graphicFrameLocks noChangeAspect="1"/>
          </p:cNvGraphicFramePr>
          <p:nvPr>
            <p:extLst>
              <p:ext uri="{D42A27DB-BD31-4B8C-83A1-F6EECF244321}">
                <p14:modId xmlns:p14="http://schemas.microsoft.com/office/powerpoint/2010/main" val="2615442559"/>
              </p:ext>
            </p:extLst>
          </p:nvPr>
        </p:nvGraphicFramePr>
        <p:xfrm>
          <a:off x="5125096" y="3902945"/>
          <a:ext cx="2517353" cy="1131865"/>
        </p:xfrm>
        <a:graphic>
          <a:graphicData uri="http://schemas.openxmlformats.org/presentationml/2006/ole">
            <mc:AlternateContent xmlns:mc="http://schemas.openxmlformats.org/markup-compatibility/2006">
              <mc:Choice xmlns:v="urn:schemas-microsoft-com:vml" Requires="v">
                <p:oleObj name="Equation" r:id="rId18" imgW="1638000" imgH="736560" progId="Equation.DSMT4">
                  <p:embed/>
                </p:oleObj>
              </mc:Choice>
              <mc:Fallback>
                <p:oleObj name="Equation" r:id="rId18" imgW="1638000" imgH="736560" progId="Equation.DSMT4">
                  <p:embed/>
                  <p:pic>
                    <p:nvPicPr>
                      <p:cNvPr id="0" name=""/>
                      <p:cNvPicPr/>
                      <p:nvPr/>
                    </p:nvPicPr>
                    <p:blipFill>
                      <a:blip r:embed="rId19"/>
                      <a:stretch>
                        <a:fillRect/>
                      </a:stretch>
                    </p:blipFill>
                    <p:spPr>
                      <a:xfrm>
                        <a:off x="5125096" y="3902945"/>
                        <a:ext cx="2517353" cy="1131865"/>
                      </a:xfrm>
                      <a:prstGeom prst="rect">
                        <a:avLst/>
                      </a:prstGeom>
                    </p:spPr>
                  </p:pic>
                </p:oleObj>
              </mc:Fallback>
            </mc:AlternateContent>
          </a:graphicData>
        </a:graphic>
      </p:graphicFrame>
    </p:spTree>
    <p:extLst>
      <p:ext uri="{BB962C8B-B14F-4D97-AF65-F5344CB8AC3E}">
        <p14:creationId xmlns:p14="http://schemas.microsoft.com/office/powerpoint/2010/main" val="2987988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4"/>
          <p:cNvSpPr txBox="1">
            <a:spLocks noChangeArrowheads="1"/>
          </p:cNvSpPr>
          <p:nvPr/>
        </p:nvSpPr>
        <p:spPr bwMode="hidden">
          <a:xfrm>
            <a:off x="468313" y="1050925"/>
            <a:ext cx="80645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dirty="0">
                <a:latin typeface="Arial" charset="0"/>
              </a:rPr>
              <a:t>Fuerza Normal</a:t>
            </a:r>
            <a:r>
              <a:rPr lang="es-ES" altLang="es-CL" sz="1600" dirty="0">
                <a:latin typeface="Arial" charset="0"/>
              </a:rPr>
              <a:t>: es la fuerza que realiza una superficie cuando sobre ella se apoya un cuerpo, ésta siempre es perpendicular a la superficie.</a:t>
            </a:r>
          </a:p>
        </p:txBody>
      </p:sp>
      <p:sp>
        <p:nvSpPr>
          <p:cNvPr id="17411" name="Text Box 5"/>
          <p:cNvSpPr txBox="1">
            <a:spLocks noChangeArrowheads="1"/>
          </p:cNvSpPr>
          <p:nvPr/>
        </p:nvSpPr>
        <p:spPr bwMode="hidden">
          <a:xfrm>
            <a:off x="468313" y="3716338"/>
            <a:ext cx="80645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Fuerza de Tensión</a:t>
            </a:r>
            <a:r>
              <a:rPr lang="es-ES" altLang="es-CL" sz="1600">
                <a:latin typeface="Arial" charset="0"/>
              </a:rPr>
              <a:t>: es una fuerza de tipo elástico que se origina en las cuerdas cuando sostienen un cuerpo por un extremo mientras el otro se encuentra fijo.</a:t>
            </a:r>
          </a:p>
        </p:txBody>
      </p:sp>
      <p:pic>
        <p:nvPicPr>
          <p:cNvPr id="17412" name="Picture 1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hidden">
          <a:xfrm>
            <a:off x="5465763" y="2287588"/>
            <a:ext cx="16097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3" name="Line 113"/>
          <p:cNvSpPr>
            <a:spLocks noChangeShapeType="1"/>
          </p:cNvSpPr>
          <p:nvPr/>
        </p:nvSpPr>
        <p:spPr bwMode="hidden">
          <a:xfrm flipV="1">
            <a:off x="4614863" y="2200275"/>
            <a:ext cx="3762375" cy="1012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7414" name="Rectangle 114" descr="Confeti grande"/>
          <p:cNvSpPr>
            <a:spLocks noChangeArrowheads="1"/>
          </p:cNvSpPr>
          <p:nvPr/>
        </p:nvSpPr>
        <p:spPr bwMode="hidden">
          <a:xfrm rot="-900577">
            <a:off x="4572000" y="2708275"/>
            <a:ext cx="3887788" cy="215900"/>
          </a:xfrm>
          <a:prstGeom prst="rect">
            <a:avLst/>
          </a:prstGeom>
          <a:pattFill prst="lgConfetti">
            <a:fgClr>
              <a:schemeClr val="accent1"/>
            </a:fgClr>
            <a:bgClr>
              <a:schemeClr val="bg1"/>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15" name="Line 115"/>
          <p:cNvSpPr>
            <a:spLocks noChangeShapeType="1"/>
          </p:cNvSpPr>
          <p:nvPr/>
        </p:nvSpPr>
        <p:spPr bwMode="hidden">
          <a:xfrm flipH="1" flipV="1">
            <a:off x="5695950" y="2211388"/>
            <a:ext cx="185738" cy="6572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7416" name="Line 116"/>
          <p:cNvSpPr>
            <a:spLocks noChangeShapeType="1"/>
          </p:cNvSpPr>
          <p:nvPr/>
        </p:nvSpPr>
        <p:spPr bwMode="hidden">
          <a:xfrm flipH="1" flipV="1">
            <a:off x="6635750" y="1965325"/>
            <a:ext cx="185738" cy="6572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17417" name="Object 117"/>
          <p:cNvGraphicFramePr>
            <a:graphicFrameLocks noChangeAspect="1"/>
          </p:cNvGraphicFramePr>
          <p:nvPr/>
        </p:nvGraphicFramePr>
        <p:xfrm>
          <a:off x="5292725" y="1844675"/>
          <a:ext cx="342900" cy="407988"/>
        </p:xfrm>
        <a:graphic>
          <a:graphicData uri="http://schemas.openxmlformats.org/presentationml/2006/ole">
            <mc:AlternateContent xmlns:mc="http://schemas.openxmlformats.org/markup-compatibility/2006">
              <mc:Choice xmlns:v="urn:schemas-microsoft-com:vml" Requires="v">
                <p:oleObj name="Ecuación" r:id="rId3" imgW="203112" imgH="241195" progId="Equation.3">
                  <p:embed/>
                </p:oleObj>
              </mc:Choice>
              <mc:Fallback>
                <p:oleObj name="Ecuación" r:id="rId3" imgW="203112"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1844675"/>
                        <a:ext cx="342900"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8" name="Object 118"/>
          <p:cNvGraphicFramePr>
            <a:graphicFrameLocks noChangeAspect="1"/>
          </p:cNvGraphicFramePr>
          <p:nvPr/>
        </p:nvGraphicFramePr>
        <p:xfrm>
          <a:off x="6219825" y="1628775"/>
          <a:ext cx="363538" cy="407988"/>
        </p:xfrm>
        <a:graphic>
          <a:graphicData uri="http://schemas.openxmlformats.org/presentationml/2006/ole">
            <mc:AlternateContent xmlns:mc="http://schemas.openxmlformats.org/markup-compatibility/2006">
              <mc:Choice xmlns:v="urn:schemas-microsoft-com:vml" Requires="v">
                <p:oleObj name="Ecuación" r:id="rId5" imgW="215713" imgH="241091" progId="Equation.3">
                  <p:embed/>
                </p:oleObj>
              </mc:Choice>
              <mc:Fallback>
                <p:oleObj name="Ecuación" r:id="rId5" imgW="215713" imgH="24109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9825" y="1628775"/>
                        <a:ext cx="363538"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7419" name="Picture 11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31913" y="4581525"/>
            <a:ext cx="1601787" cy="186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20" name="Line 120"/>
          <p:cNvSpPr>
            <a:spLocks noChangeShapeType="1"/>
          </p:cNvSpPr>
          <p:nvPr/>
        </p:nvSpPr>
        <p:spPr bwMode="hidden">
          <a:xfrm flipH="1">
            <a:off x="1833563" y="4638675"/>
            <a:ext cx="982662" cy="82073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7421" name="Line 122"/>
          <p:cNvSpPr>
            <a:spLocks noChangeShapeType="1"/>
          </p:cNvSpPr>
          <p:nvPr/>
        </p:nvSpPr>
        <p:spPr bwMode="hidden">
          <a:xfrm flipV="1">
            <a:off x="2871788" y="4424363"/>
            <a:ext cx="0" cy="79216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17422" name="Object 123"/>
          <p:cNvGraphicFramePr>
            <a:graphicFrameLocks noChangeAspect="1"/>
          </p:cNvGraphicFramePr>
          <p:nvPr/>
        </p:nvGraphicFramePr>
        <p:xfrm>
          <a:off x="1624013" y="4926013"/>
          <a:ext cx="257175" cy="407987"/>
        </p:xfrm>
        <a:graphic>
          <a:graphicData uri="http://schemas.openxmlformats.org/presentationml/2006/ole">
            <mc:AlternateContent xmlns:mc="http://schemas.openxmlformats.org/markup-compatibility/2006">
              <mc:Choice xmlns:v="urn:schemas-microsoft-com:vml" Requires="v">
                <p:oleObj name="Ecuación" r:id="rId8" imgW="66825" imgH="152439" progId="Equation.3">
                  <p:embed/>
                </p:oleObj>
              </mc:Choice>
              <mc:Fallback>
                <p:oleObj name="Ecuación" r:id="rId8" imgW="66825" imgH="152439"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4013" y="4926013"/>
                        <a:ext cx="257175"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23" name="Object 124"/>
          <p:cNvGraphicFramePr>
            <a:graphicFrameLocks noChangeAspect="1"/>
          </p:cNvGraphicFramePr>
          <p:nvPr/>
        </p:nvGraphicFramePr>
        <p:xfrm>
          <a:off x="2990850" y="4422775"/>
          <a:ext cx="279400" cy="407988"/>
        </p:xfrm>
        <a:graphic>
          <a:graphicData uri="http://schemas.openxmlformats.org/presentationml/2006/ole">
            <mc:AlternateContent xmlns:mc="http://schemas.openxmlformats.org/markup-compatibility/2006">
              <mc:Choice xmlns:v="urn:schemas-microsoft-com:vml" Requires="v">
                <p:oleObj name="Ecuación" r:id="rId10" imgW="76067" imgH="152439" progId="Equation.3">
                  <p:embed/>
                </p:oleObj>
              </mc:Choice>
              <mc:Fallback>
                <p:oleObj name="Ecuación" r:id="rId10" imgW="76067" imgH="152439"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90850" y="4422775"/>
                        <a:ext cx="279400"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4" name="Freeform 223"/>
          <p:cNvSpPr>
            <a:spLocks/>
          </p:cNvSpPr>
          <p:nvPr/>
        </p:nvSpPr>
        <p:spPr bwMode="auto">
          <a:xfrm>
            <a:off x="5249863" y="4591050"/>
            <a:ext cx="6350" cy="3175"/>
          </a:xfrm>
          <a:custGeom>
            <a:avLst/>
            <a:gdLst>
              <a:gd name="T0" fmla="*/ 2147483647 w 4"/>
              <a:gd name="T1" fmla="*/ 2147483647 h 2"/>
              <a:gd name="T2" fmla="*/ 2147483647 w 4"/>
              <a:gd name="T3" fmla="*/ 0 h 2"/>
              <a:gd name="T4" fmla="*/ 2147483647 w 4"/>
              <a:gd name="T5" fmla="*/ 0 h 2"/>
              <a:gd name="T6" fmla="*/ 2147483647 w 4"/>
              <a:gd name="T7" fmla="*/ 0 h 2"/>
              <a:gd name="T8" fmla="*/ 2147483647 w 4"/>
              <a:gd name="T9" fmla="*/ 0 h 2"/>
              <a:gd name="T10" fmla="*/ 0 w 4"/>
              <a:gd name="T11" fmla="*/ 0 h 2"/>
              <a:gd name="T12" fmla="*/ 0 w 4"/>
              <a:gd name="T13" fmla="*/ 2147483647 h 2"/>
              <a:gd name="T14" fmla="*/ 0 w 4"/>
              <a:gd name="T15" fmla="*/ 2147483647 h 2"/>
              <a:gd name="T16" fmla="*/ 2147483647 w 4"/>
              <a:gd name="T17" fmla="*/ 2147483647 h 2"/>
              <a:gd name="T18" fmla="*/ 2147483647 w 4"/>
              <a:gd name="T19" fmla="*/ 2147483647 h 2"/>
              <a:gd name="T20" fmla="*/ 2147483647 w 4"/>
              <a:gd name="T21" fmla="*/ 2147483647 h 2"/>
              <a:gd name="T22" fmla="*/ 2147483647 w 4"/>
              <a:gd name="T23" fmla="*/ 2147483647 h 2"/>
              <a:gd name="T24" fmla="*/ 2147483647 w 4"/>
              <a:gd name="T25" fmla="*/ 2147483647 h 2"/>
              <a:gd name="T26" fmla="*/ 2147483647 w 4"/>
              <a:gd name="T27" fmla="*/ 2147483647 h 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 h="2">
                <a:moveTo>
                  <a:pt x="4" y="2"/>
                </a:moveTo>
                <a:lnTo>
                  <a:pt x="4" y="0"/>
                </a:lnTo>
                <a:lnTo>
                  <a:pt x="2" y="0"/>
                </a:lnTo>
                <a:lnTo>
                  <a:pt x="0" y="0"/>
                </a:lnTo>
                <a:lnTo>
                  <a:pt x="0" y="2"/>
                </a:lnTo>
                <a:lnTo>
                  <a:pt x="2" y="2"/>
                </a:lnTo>
                <a:lnTo>
                  <a:pt x="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grpSp>
        <p:nvGrpSpPr>
          <p:cNvPr id="17425" name="Group 245"/>
          <p:cNvGrpSpPr>
            <a:grpSpLocks/>
          </p:cNvGrpSpPr>
          <p:nvPr/>
        </p:nvGrpSpPr>
        <p:grpSpPr bwMode="auto">
          <a:xfrm>
            <a:off x="4392615" y="4570413"/>
            <a:ext cx="1630363" cy="1868487"/>
            <a:chOff x="3173" y="2886"/>
            <a:chExt cx="1027" cy="1177"/>
          </a:xfrm>
        </p:grpSpPr>
        <p:sp>
          <p:nvSpPr>
            <p:cNvPr id="17440" name="Freeform 128"/>
            <p:cNvSpPr>
              <a:spLocks/>
            </p:cNvSpPr>
            <p:nvPr/>
          </p:nvSpPr>
          <p:spPr bwMode="auto">
            <a:xfrm>
              <a:off x="3252" y="2894"/>
              <a:ext cx="47" cy="1054"/>
            </a:xfrm>
            <a:custGeom>
              <a:avLst/>
              <a:gdLst>
                <a:gd name="T0" fmla="*/ 47 w 47"/>
                <a:gd name="T1" fmla="*/ 0 h 1054"/>
                <a:gd name="T2" fmla="*/ 0 w 47"/>
                <a:gd name="T3" fmla="*/ 262 h 1054"/>
                <a:gd name="T4" fmla="*/ 0 w 47"/>
                <a:gd name="T5" fmla="*/ 266 h 1054"/>
                <a:gd name="T6" fmla="*/ 0 w 47"/>
                <a:gd name="T7" fmla="*/ 1054 h 10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 h="1054">
                  <a:moveTo>
                    <a:pt x="47" y="0"/>
                  </a:moveTo>
                  <a:lnTo>
                    <a:pt x="0" y="262"/>
                  </a:lnTo>
                  <a:lnTo>
                    <a:pt x="0" y="266"/>
                  </a:lnTo>
                  <a:lnTo>
                    <a:pt x="0" y="1054"/>
                  </a:lnTo>
                </a:path>
              </a:pathLst>
            </a:custGeom>
            <a:noFill/>
            <a:ln w="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41" name="Freeform 129"/>
            <p:cNvSpPr>
              <a:spLocks/>
            </p:cNvSpPr>
            <p:nvPr/>
          </p:nvSpPr>
          <p:spPr bwMode="auto">
            <a:xfrm>
              <a:off x="3179" y="2886"/>
              <a:ext cx="984" cy="997"/>
            </a:xfrm>
            <a:custGeom>
              <a:avLst/>
              <a:gdLst>
                <a:gd name="T0" fmla="*/ 984 w 984"/>
                <a:gd name="T1" fmla="*/ 255 h 997"/>
                <a:gd name="T2" fmla="*/ 984 w 984"/>
                <a:gd name="T3" fmla="*/ 25 h 997"/>
                <a:gd name="T4" fmla="*/ 982 w 984"/>
                <a:gd name="T5" fmla="*/ 21 h 997"/>
                <a:gd name="T6" fmla="*/ 132 w 984"/>
                <a:gd name="T7" fmla="*/ 0 h 997"/>
                <a:gd name="T8" fmla="*/ 120 w 984"/>
                <a:gd name="T9" fmla="*/ 6 h 997"/>
                <a:gd name="T10" fmla="*/ 0 w 984"/>
                <a:gd name="T11" fmla="*/ 265 h 997"/>
                <a:gd name="T12" fmla="*/ 0 w 984"/>
                <a:gd name="T13" fmla="*/ 270 h 997"/>
                <a:gd name="T14" fmla="*/ 0 w 984"/>
                <a:gd name="T15" fmla="*/ 991 h 997"/>
                <a:gd name="T16" fmla="*/ 7 w 984"/>
                <a:gd name="T17" fmla="*/ 997 h 997"/>
                <a:gd name="T18" fmla="*/ 23 w 984"/>
                <a:gd name="T19" fmla="*/ 987 h 997"/>
                <a:gd name="T20" fmla="*/ 84 w 984"/>
                <a:gd name="T21" fmla="*/ 702 h 997"/>
                <a:gd name="T22" fmla="*/ 7 w 984"/>
                <a:gd name="T23" fmla="*/ 970 h 997"/>
                <a:gd name="T24" fmla="*/ 23 w 984"/>
                <a:gd name="T25" fmla="*/ 995 h 997"/>
                <a:gd name="T26" fmla="*/ 23 w 984"/>
                <a:gd name="T27" fmla="*/ 274 h 997"/>
                <a:gd name="T28" fmla="*/ 120 w 984"/>
                <a:gd name="T29" fmla="*/ 8 h 997"/>
                <a:gd name="T30" fmla="*/ 132 w 984"/>
                <a:gd name="T31" fmla="*/ 0 h 997"/>
                <a:gd name="T32" fmla="*/ 134 w 984"/>
                <a:gd name="T33" fmla="*/ 2 h 997"/>
                <a:gd name="T34" fmla="*/ 978 w 984"/>
                <a:gd name="T35" fmla="*/ 38 h 99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984" h="997">
                  <a:moveTo>
                    <a:pt x="984" y="255"/>
                  </a:moveTo>
                  <a:lnTo>
                    <a:pt x="984" y="25"/>
                  </a:lnTo>
                  <a:lnTo>
                    <a:pt x="982" y="21"/>
                  </a:lnTo>
                  <a:lnTo>
                    <a:pt x="132" y="0"/>
                  </a:lnTo>
                  <a:lnTo>
                    <a:pt x="120" y="6"/>
                  </a:lnTo>
                  <a:lnTo>
                    <a:pt x="0" y="265"/>
                  </a:lnTo>
                  <a:lnTo>
                    <a:pt x="0" y="270"/>
                  </a:lnTo>
                  <a:lnTo>
                    <a:pt x="0" y="991"/>
                  </a:lnTo>
                  <a:lnTo>
                    <a:pt x="7" y="997"/>
                  </a:lnTo>
                  <a:lnTo>
                    <a:pt x="23" y="987"/>
                  </a:lnTo>
                  <a:lnTo>
                    <a:pt x="84" y="702"/>
                  </a:lnTo>
                  <a:lnTo>
                    <a:pt x="7" y="970"/>
                  </a:lnTo>
                  <a:lnTo>
                    <a:pt x="23" y="995"/>
                  </a:lnTo>
                  <a:lnTo>
                    <a:pt x="23" y="274"/>
                  </a:lnTo>
                  <a:lnTo>
                    <a:pt x="120" y="8"/>
                  </a:lnTo>
                  <a:lnTo>
                    <a:pt x="132" y="0"/>
                  </a:lnTo>
                  <a:lnTo>
                    <a:pt x="134" y="2"/>
                  </a:lnTo>
                  <a:lnTo>
                    <a:pt x="978" y="38"/>
                  </a:lnTo>
                </a:path>
              </a:pathLst>
            </a:custGeom>
            <a:noFill/>
            <a:ln w="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42" name="Freeform 131"/>
            <p:cNvSpPr>
              <a:spLocks/>
            </p:cNvSpPr>
            <p:nvPr/>
          </p:nvSpPr>
          <p:spPr bwMode="auto">
            <a:xfrm>
              <a:off x="3179" y="3852"/>
              <a:ext cx="23" cy="21"/>
            </a:xfrm>
            <a:custGeom>
              <a:avLst/>
              <a:gdLst>
                <a:gd name="T0" fmla="*/ 0 w 23"/>
                <a:gd name="T1" fmla="*/ 19 h 21"/>
                <a:gd name="T2" fmla="*/ 11 w 23"/>
                <a:gd name="T3" fmla="*/ 0 h 21"/>
                <a:gd name="T4" fmla="*/ 23 w 23"/>
                <a:gd name="T5" fmla="*/ 4 h 21"/>
                <a:gd name="T6" fmla="*/ 23 w 23"/>
                <a:gd name="T7" fmla="*/ 21 h 21"/>
                <a:gd name="T8" fmla="*/ 0 w 23"/>
                <a:gd name="T9" fmla="*/ 19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21">
                  <a:moveTo>
                    <a:pt x="0" y="19"/>
                  </a:moveTo>
                  <a:lnTo>
                    <a:pt x="11" y="0"/>
                  </a:lnTo>
                  <a:lnTo>
                    <a:pt x="23" y="4"/>
                  </a:lnTo>
                  <a:lnTo>
                    <a:pt x="23" y="21"/>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43" name="Freeform 132"/>
            <p:cNvSpPr>
              <a:spLocks/>
            </p:cNvSpPr>
            <p:nvPr/>
          </p:nvSpPr>
          <p:spPr bwMode="auto">
            <a:xfrm>
              <a:off x="3179" y="3852"/>
              <a:ext cx="23" cy="21"/>
            </a:xfrm>
            <a:custGeom>
              <a:avLst/>
              <a:gdLst>
                <a:gd name="T0" fmla="*/ 0 w 23"/>
                <a:gd name="T1" fmla="*/ 19 h 21"/>
                <a:gd name="T2" fmla="*/ 11 w 23"/>
                <a:gd name="T3" fmla="*/ 0 h 21"/>
                <a:gd name="T4" fmla="*/ 23 w 23"/>
                <a:gd name="T5" fmla="*/ 4 h 21"/>
                <a:gd name="T6" fmla="*/ 23 w 23"/>
                <a:gd name="T7" fmla="*/ 21 h 21"/>
                <a:gd name="T8" fmla="*/ 0 w 23"/>
                <a:gd name="T9" fmla="*/ 19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21">
                  <a:moveTo>
                    <a:pt x="0" y="19"/>
                  </a:moveTo>
                  <a:lnTo>
                    <a:pt x="11" y="0"/>
                  </a:lnTo>
                  <a:lnTo>
                    <a:pt x="23" y="4"/>
                  </a:lnTo>
                  <a:lnTo>
                    <a:pt x="23" y="21"/>
                  </a:lnTo>
                  <a:lnTo>
                    <a:pt x="0" y="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44" name="Freeform 133"/>
            <p:cNvSpPr>
              <a:spLocks/>
            </p:cNvSpPr>
            <p:nvPr/>
          </p:nvSpPr>
          <p:spPr bwMode="auto">
            <a:xfrm>
              <a:off x="3343" y="3072"/>
              <a:ext cx="20" cy="59"/>
            </a:xfrm>
            <a:custGeom>
              <a:avLst/>
              <a:gdLst>
                <a:gd name="T0" fmla="*/ 16 w 20"/>
                <a:gd name="T1" fmla="*/ 59 h 59"/>
                <a:gd name="T2" fmla="*/ 0 w 20"/>
                <a:gd name="T3" fmla="*/ 4 h 59"/>
                <a:gd name="T4" fmla="*/ 4 w 20"/>
                <a:gd name="T5" fmla="*/ 0 h 59"/>
                <a:gd name="T6" fmla="*/ 8 w 20"/>
                <a:gd name="T7" fmla="*/ 4 h 59"/>
                <a:gd name="T8" fmla="*/ 4 w 20"/>
                <a:gd name="T9" fmla="*/ 6 h 59"/>
                <a:gd name="T10" fmla="*/ 20 w 20"/>
                <a:gd name="T11" fmla="*/ 56 h 59"/>
                <a:gd name="T12" fmla="*/ 16 w 20"/>
                <a:gd name="T13" fmla="*/ 59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59">
                  <a:moveTo>
                    <a:pt x="16" y="59"/>
                  </a:moveTo>
                  <a:lnTo>
                    <a:pt x="0" y="4"/>
                  </a:lnTo>
                  <a:lnTo>
                    <a:pt x="4" y="0"/>
                  </a:lnTo>
                  <a:lnTo>
                    <a:pt x="8" y="4"/>
                  </a:lnTo>
                  <a:lnTo>
                    <a:pt x="4" y="6"/>
                  </a:lnTo>
                  <a:lnTo>
                    <a:pt x="20" y="56"/>
                  </a:lnTo>
                  <a:lnTo>
                    <a:pt x="16" y="59"/>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45" name="Freeform 134"/>
            <p:cNvSpPr>
              <a:spLocks/>
            </p:cNvSpPr>
            <p:nvPr/>
          </p:nvSpPr>
          <p:spPr bwMode="auto">
            <a:xfrm>
              <a:off x="3343" y="3072"/>
              <a:ext cx="20" cy="59"/>
            </a:xfrm>
            <a:custGeom>
              <a:avLst/>
              <a:gdLst>
                <a:gd name="T0" fmla="*/ 16 w 20"/>
                <a:gd name="T1" fmla="*/ 59 h 59"/>
                <a:gd name="T2" fmla="*/ 0 w 20"/>
                <a:gd name="T3" fmla="*/ 4 h 59"/>
                <a:gd name="T4" fmla="*/ 4 w 20"/>
                <a:gd name="T5" fmla="*/ 0 h 59"/>
                <a:gd name="T6" fmla="*/ 8 w 20"/>
                <a:gd name="T7" fmla="*/ 4 h 59"/>
                <a:gd name="T8" fmla="*/ 4 w 20"/>
                <a:gd name="T9" fmla="*/ 6 h 59"/>
                <a:gd name="T10" fmla="*/ 20 w 20"/>
                <a:gd name="T11" fmla="*/ 56 h 59"/>
                <a:gd name="T12" fmla="*/ 16 w 20"/>
                <a:gd name="T13" fmla="*/ 59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59">
                  <a:moveTo>
                    <a:pt x="16" y="59"/>
                  </a:moveTo>
                  <a:lnTo>
                    <a:pt x="0" y="4"/>
                  </a:lnTo>
                  <a:lnTo>
                    <a:pt x="4" y="0"/>
                  </a:lnTo>
                  <a:lnTo>
                    <a:pt x="8" y="4"/>
                  </a:lnTo>
                  <a:lnTo>
                    <a:pt x="4" y="6"/>
                  </a:lnTo>
                  <a:lnTo>
                    <a:pt x="20" y="56"/>
                  </a:lnTo>
                  <a:lnTo>
                    <a:pt x="16" y="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46" name="Freeform 135"/>
            <p:cNvSpPr>
              <a:spLocks/>
            </p:cNvSpPr>
            <p:nvPr/>
          </p:nvSpPr>
          <p:spPr bwMode="auto">
            <a:xfrm>
              <a:off x="3177" y="3866"/>
              <a:ext cx="25" cy="23"/>
            </a:xfrm>
            <a:custGeom>
              <a:avLst/>
              <a:gdLst>
                <a:gd name="T0" fmla="*/ 25 w 25"/>
                <a:gd name="T1" fmla="*/ 11 h 23"/>
                <a:gd name="T2" fmla="*/ 25 w 25"/>
                <a:gd name="T3" fmla="*/ 7 h 23"/>
                <a:gd name="T4" fmla="*/ 25 w 25"/>
                <a:gd name="T5" fmla="*/ 7 h 23"/>
                <a:gd name="T6" fmla="*/ 23 w 25"/>
                <a:gd name="T7" fmla="*/ 3 h 23"/>
                <a:gd name="T8" fmla="*/ 21 w 25"/>
                <a:gd name="T9" fmla="*/ 2 h 23"/>
                <a:gd name="T10" fmla="*/ 17 w 25"/>
                <a:gd name="T11" fmla="*/ 0 h 23"/>
                <a:gd name="T12" fmla="*/ 17 w 25"/>
                <a:gd name="T13" fmla="*/ 0 h 23"/>
                <a:gd name="T14" fmla="*/ 13 w 25"/>
                <a:gd name="T15" fmla="*/ 0 h 23"/>
                <a:gd name="T16" fmla="*/ 9 w 25"/>
                <a:gd name="T17" fmla="*/ 0 h 23"/>
                <a:gd name="T18" fmla="*/ 9 w 25"/>
                <a:gd name="T19" fmla="*/ 0 h 23"/>
                <a:gd name="T20" fmla="*/ 6 w 25"/>
                <a:gd name="T21" fmla="*/ 0 h 23"/>
                <a:gd name="T22" fmla="*/ 4 w 25"/>
                <a:gd name="T23" fmla="*/ 2 h 23"/>
                <a:gd name="T24" fmla="*/ 2 w 25"/>
                <a:gd name="T25" fmla="*/ 3 h 23"/>
                <a:gd name="T26" fmla="*/ 2 w 25"/>
                <a:gd name="T27" fmla="*/ 7 h 23"/>
                <a:gd name="T28" fmla="*/ 0 w 25"/>
                <a:gd name="T29" fmla="*/ 7 h 23"/>
                <a:gd name="T30" fmla="*/ 0 w 25"/>
                <a:gd name="T31" fmla="*/ 11 h 23"/>
                <a:gd name="T32" fmla="*/ 0 w 25"/>
                <a:gd name="T33" fmla="*/ 15 h 23"/>
                <a:gd name="T34" fmla="*/ 2 w 25"/>
                <a:gd name="T35" fmla="*/ 15 h 23"/>
                <a:gd name="T36" fmla="*/ 2 w 25"/>
                <a:gd name="T37" fmla="*/ 19 h 23"/>
                <a:gd name="T38" fmla="*/ 4 w 25"/>
                <a:gd name="T39" fmla="*/ 21 h 23"/>
                <a:gd name="T40" fmla="*/ 6 w 25"/>
                <a:gd name="T41" fmla="*/ 23 h 23"/>
                <a:gd name="T42" fmla="*/ 9 w 25"/>
                <a:gd name="T43" fmla="*/ 23 h 23"/>
                <a:gd name="T44" fmla="*/ 9 w 25"/>
                <a:gd name="T45" fmla="*/ 23 h 23"/>
                <a:gd name="T46" fmla="*/ 13 w 25"/>
                <a:gd name="T47" fmla="*/ 23 h 23"/>
                <a:gd name="T48" fmla="*/ 17 w 25"/>
                <a:gd name="T49" fmla="*/ 23 h 23"/>
                <a:gd name="T50" fmla="*/ 17 w 25"/>
                <a:gd name="T51" fmla="*/ 23 h 23"/>
                <a:gd name="T52" fmla="*/ 21 w 25"/>
                <a:gd name="T53" fmla="*/ 21 h 23"/>
                <a:gd name="T54" fmla="*/ 23 w 25"/>
                <a:gd name="T55" fmla="*/ 19 h 23"/>
                <a:gd name="T56" fmla="*/ 25 w 25"/>
                <a:gd name="T57" fmla="*/ 15 h 23"/>
                <a:gd name="T58" fmla="*/ 25 w 25"/>
                <a:gd name="T59" fmla="*/ 15 h 23"/>
                <a:gd name="T60" fmla="*/ 25 w 25"/>
                <a:gd name="T61" fmla="*/ 11 h 23"/>
                <a:gd name="T62" fmla="*/ 25 w 25"/>
                <a:gd name="T63" fmla="*/ 11 h 2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5" h="23">
                  <a:moveTo>
                    <a:pt x="25" y="11"/>
                  </a:moveTo>
                  <a:lnTo>
                    <a:pt x="25" y="7"/>
                  </a:lnTo>
                  <a:lnTo>
                    <a:pt x="23" y="3"/>
                  </a:lnTo>
                  <a:lnTo>
                    <a:pt x="21" y="2"/>
                  </a:lnTo>
                  <a:lnTo>
                    <a:pt x="17" y="0"/>
                  </a:lnTo>
                  <a:lnTo>
                    <a:pt x="13" y="0"/>
                  </a:lnTo>
                  <a:lnTo>
                    <a:pt x="9" y="0"/>
                  </a:lnTo>
                  <a:lnTo>
                    <a:pt x="6" y="0"/>
                  </a:lnTo>
                  <a:lnTo>
                    <a:pt x="4" y="2"/>
                  </a:lnTo>
                  <a:lnTo>
                    <a:pt x="2" y="3"/>
                  </a:lnTo>
                  <a:lnTo>
                    <a:pt x="2" y="7"/>
                  </a:lnTo>
                  <a:lnTo>
                    <a:pt x="0" y="7"/>
                  </a:lnTo>
                  <a:lnTo>
                    <a:pt x="0" y="11"/>
                  </a:lnTo>
                  <a:lnTo>
                    <a:pt x="0" y="15"/>
                  </a:lnTo>
                  <a:lnTo>
                    <a:pt x="2" y="15"/>
                  </a:lnTo>
                  <a:lnTo>
                    <a:pt x="2" y="19"/>
                  </a:lnTo>
                  <a:lnTo>
                    <a:pt x="4" y="21"/>
                  </a:lnTo>
                  <a:lnTo>
                    <a:pt x="6" y="23"/>
                  </a:lnTo>
                  <a:lnTo>
                    <a:pt x="9" y="23"/>
                  </a:lnTo>
                  <a:lnTo>
                    <a:pt x="13" y="23"/>
                  </a:lnTo>
                  <a:lnTo>
                    <a:pt x="17" y="23"/>
                  </a:lnTo>
                  <a:lnTo>
                    <a:pt x="21" y="21"/>
                  </a:lnTo>
                  <a:lnTo>
                    <a:pt x="23" y="19"/>
                  </a:lnTo>
                  <a:lnTo>
                    <a:pt x="25" y="15"/>
                  </a:lnTo>
                  <a:lnTo>
                    <a:pt x="25"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47" name="Freeform 136"/>
            <p:cNvSpPr>
              <a:spLocks/>
            </p:cNvSpPr>
            <p:nvPr/>
          </p:nvSpPr>
          <p:spPr bwMode="auto">
            <a:xfrm>
              <a:off x="3177" y="3866"/>
              <a:ext cx="25" cy="23"/>
            </a:xfrm>
            <a:custGeom>
              <a:avLst/>
              <a:gdLst>
                <a:gd name="T0" fmla="*/ 25 w 25"/>
                <a:gd name="T1" fmla="*/ 11 h 23"/>
                <a:gd name="T2" fmla="*/ 25 w 25"/>
                <a:gd name="T3" fmla="*/ 7 h 23"/>
                <a:gd name="T4" fmla="*/ 25 w 25"/>
                <a:gd name="T5" fmla="*/ 7 h 23"/>
                <a:gd name="T6" fmla="*/ 23 w 25"/>
                <a:gd name="T7" fmla="*/ 3 h 23"/>
                <a:gd name="T8" fmla="*/ 21 w 25"/>
                <a:gd name="T9" fmla="*/ 2 h 23"/>
                <a:gd name="T10" fmla="*/ 17 w 25"/>
                <a:gd name="T11" fmla="*/ 0 h 23"/>
                <a:gd name="T12" fmla="*/ 17 w 25"/>
                <a:gd name="T13" fmla="*/ 0 h 23"/>
                <a:gd name="T14" fmla="*/ 13 w 25"/>
                <a:gd name="T15" fmla="*/ 0 h 23"/>
                <a:gd name="T16" fmla="*/ 9 w 25"/>
                <a:gd name="T17" fmla="*/ 0 h 23"/>
                <a:gd name="T18" fmla="*/ 9 w 25"/>
                <a:gd name="T19" fmla="*/ 0 h 23"/>
                <a:gd name="T20" fmla="*/ 6 w 25"/>
                <a:gd name="T21" fmla="*/ 0 h 23"/>
                <a:gd name="T22" fmla="*/ 4 w 25"/>
                <a:gd name="T23" fmla="*/ 2 h 23"/>
                <a:gd name="T24" fmla="*/ 2 w 25"/>
                <a:gd name="T25" fmla="*/ 3 h 23"/>
                <a:gd name="T26" fmla="*/ 2 w 25"/>
                <a:gd name="T27" fmla="*/ 7 h 23"/>
                <a:gd name="T28" fmla="*/ 0 w 25"/>
                <a:gd name="T29" fmla="*/ 7 h 23"/>
                <a:gd name="T30" fmla="*/ 0 w 25"/>
                <a:gd name="T31" fmla="*/ 11 h 23"/>
                <a:gd name="T32" fmla="*/ 0 w 25"/>
                <a:gd name="T33" fmla="*/ 15 h 23"/>
                <a:gd name="T34" fmla="*/ 2 w 25"/>
                <a:gd name="T35" fmla="*/ 15 h 23"/>
                <a:gd name="T36" fmla="*/ 2 w 25"/>
                <a:gd name="T37" fmla="*/ 19 h 23"/>
                <a:gd name="T38" fmla="*/ 4 w 25"/>
                <a:gd name="T39" fmla="*/ 21 h 23"/>
                <a:gd name="T40" fmla="*/ 6 w 25"/>
                <a:gd name="T41" fmla="*/ 23 h 23"/>
                <a:gd name="T42" fmla="*/ 9 w 25"/>
                <a:gd name="T43" fmla="*/ 23 h 23"/>
                <a:gd name="T44" fmla="*/ 9 w 25"/>
                <a:gd name="T45" fmla="*/ 23 h 23"/>
                <a:gd name="T46" fmla="*/ 13 w 25"/>
                <a:gd name="T47" fmla="*/ 23 h 23"/>
                <a:gd name="T48" fmla="*/ 17 w 25"/>
                <a:gd name="T49" fmla="*/ 23 h 23"/>
                <a:gd name="T50" fmla="*/ 17 w 25"/>
                <a:gd name="T51" fmla="*/ 23 h 23"/>
                <a:gd name="T52" fmla="*/ 21 w 25"/>
                <a:gd name="T53" fmla="*/ 21 h 23"/>
                <a:gd name="T54" fmla="*/ 23 w 25"/>
                <a:gd name="T55" fmla="*/ 19 h 23"/>
                <a:gd name="T56" fmla="*/ 25 w 25"/>
                <a:gd name="T57" fmla="*/ 15 h 23"/>
                <a:gd name="T58" fmla="*/ 25 w 25"/>
                <a:gd name="T59" fmla="*/ 15 h 23"/>
                <a:gd name="T60" fmla="*/ 25 w 25"/>
                <a:gd name="T61" fmla="*/ 11 h 23"/>
                <a:gd name="T62" fmla="*/ 25 w 25"/>
                <a:gd name="T63" fmla="*/ 11 h 2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5" h="23">
                  <a:moveTo>
                    <a:pt x="25" y="11"/>
                  </a:moveTo>
                  <a:lnTo>
                    <a:pt x="25" y="7"/>
                  </a:lnTo>
                  <a:lnTo>
                    <a:pt x="23" y="3"/>
                  </a:lnTo>
                  <a:lnTo>
                    <a:pt x="21" y="2"/>
                  </a:lnTo>
                  <a:lnTo>
                    <a:pt x="17" y="0"/>
                  </a:lnTo>
                  <a:lnTo>
                    <a:pt x="13" y="0"/>
                  </a:lnTo>
                  <a:lnTo>
                    <a:pt x="9" y="0"/>
                  </a:lnTo>
                  <a:lnTo>
                    <a:pt x="6" y="0"/>
                  </a:lnTo>
                  <a:lnTo>
                    <a:pt x="4" y="2"/>
                  </a:lnTo>
                  <a:lnTo>
                    <a:pt x="2" y="3"/>
                  </a:lnTo>
                  <a:lnTo>
                    <a:pt x="2" y="7"/>
                  </a:lnTo>
                  <a:lnTo>
                    <a:pt x="0" y="7"/>
                  </a:lnTo>
                  <a:lnTo>
                    <a:pt x="0" y="11"/>
                  </a:lnTo>
                  <a:lnTo>
                    <a:pt x="0" y="15"/>
                  </a:lnTo>
                  <a:lnTo>
                    <a:pt x="2" y="15"/>
                  </a:lnTo>
                  <a:lnTo>
                    <a:pt x="2" y="19"/>
                  </a:lnTo>
                  <a:lnTo>
                    <a:pt x="4" y="21"/>
                  </a:lnTo>
                  <a:lnTo>
                    <a:pt x="6" y="23"/>
                  </a:lnTo>
                  <a:lnTo>
                    <a:pt x="9" y="23"/>
                  </a:lnTo>
                  <a:lnTo>
                    <a:pt x="13" y="23"/>
                  </a:lnTo>
                  <a:lnTo>
                    <a:pt x="17" y="23"/>
                  </a:lnTo>
                  <a:lnTo>
                    <a:pt x="21" y="21"/>
                  </a:lnTo>
                  <a:lnTo>
                    <a:pt x="23" y="19"/>
                  </a:lnTo>
                  <a:lnTo>
                    <a:pt x="25" y="15"/>
                  </a:lnTo>
                  <a:lnTo>
                    <a:pt x="25" y="1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48" name="Freeform 137"/>
            <p:cNvSpPr>
              <a:spLocks/>
            </p:cNvSpPr>
            <p:nvPr/>
          </p:nvSpPr>
          <p:spPr bwMode="auto">
            <a:xfrm>
              <a:off x="3186" y="3892"/>
              <a:ext cx="71" cy="71"/>
            </a:xfrm>
            <a:custGeom>
              <a:avLst/>
              <a:gdLst>
                <a:gd name="T0" fmla="*/ 31 w 71"/>
                <a:gd name="T1" fmla="*/ 71 h 71"/>
                <a:gd name="T2" fmla="*/ 0 w 71"/>
                <a:gd name="T3" fmla="*/ 4 h 71"/>
                <a:gd name="T4" fmla="*/ 22 w 71"/>
                <a:gd name="T5" fmla="*/ 0 h 71"/>
                <a:gd name="T6" fmla="*/ 66 w 71"/>
                <a:gd name="T7" fmla="*/ 56 h 71"/>
                <a:gd name="T8" fmla="*/ 71 w 71"/>
                <a:gd name="T9" fmla="*/ 69 h 71"/>
                <a:gd name="T10" fmla="*/ 31 w 71"/>
                <a:gd name="T11" fmla="*/ 71 h 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1" h="71">
                  <a:moveTo>
                    <a:pt x="31" y="71"/>
                  </a:moveTo>
                  <a:lnTo>
                    <a:pt x="0" y="4"/>
                  </a:lnTo>
                  <a:lnTo>
                    <a:pt x="22" y="0"/>
                  </a:lnTo>
                  <a:lnTo>
                    <a:pt x="66" y="56"/>
                  </a:lnTo>
                  <a:lnTo>
                    <a:pt x="71" y="69"/>
                  </a:lnTo>
                  <a:lnTo>
                    <a:pt x="31" y="7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49" name="Freeform 138"/>
            <p:cNvSpPr>
              <a:spLocks/>
            </p:cNvSpPr>
            <p:nvPr/>
          </p:nvSpPr>
          <p:spPr bwMode="auto">
            <a:xfrm>
              <a:off x="3186" y="3892"/>
              <a:ext cx="71" cy="71"/>
            </a:xfrm>
            <a:custGeom>
              <a:avLst/>
              <a:gdLst>
                <a:gd name="T0" fmla="*/ 31 w 71"/>
                <a:gd name="T1" fmla="*/ 71 h 71"/>
                <a:gd name="T2" fmla="*/ 0 w 71"/>
                <a:gd name="T3" fmla="*/ 4 h 71"/>
                <a:gd name="T4" fmla="*/ 22 w 71"/>
                <a:gd name="T5" fmla="*/ 0 h 71"/>
                <a:gd name="T6" fmla="*/ 66 w 71"/>
                <a:gd name="T7" fmla="*/ 56 h 71"/>
                <a:gd name="T8" fmla="*/ 71 w 71"/>
                <a:gd name="T9" fmla="*/ 69 h 71"/>
                <a:gd name="T10" fmla="*/ 31 w 71"/>
                <a:gd name="T11" fmla="*/ 71 h 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1" h="71">
                  <a:moveTo>
                    <a:pt x="31" y="71"/>
                  </a:moveTo>
                  <a:lnTo>
                    <a:pt x="0" y="4"/>
                  </a:lnTo>
                  <a:lnTo>
                    <a:pt x="22" y="0"/>
                  </a:lnTo>
                  <a:lnTo>
                    <a:pt x="66" y="56"/>
                  </a:lnTo>
                  <a:lnTo>
                    <a:pt x="71" y="69"/>
                  </a:lnTo>
                  <a:lnTo>
                    <a:pt x="31" y="7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50" name="Rectangle 139"/>
            <p:cNvSpPr>
              <a:spLocks noChangeArrowheads="1"/>
            </p:cNvSpPr>
            <p:nvPr/>
          </p:nvSpPr>
          <p:spPr bwMode="auto">
            <a:xfrm>
              <a:off x="3273" y="3227"/>
              <a:ext cx="68" cy="796"/>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51" name="Freeform 140"/>
            <p:cNvSpPr>
              <a:spLocks/>
            </p:cNvSpPr>
            <p:nvPr/>
          </p:nvSpPr>
          <p:spPr bwMode="auto">
            <a:xfrm>
              <a:off x="3227" y="4038"/>
              <a:ext cx="157" cy="14"/>
            </a:xfrm>
            <a:custGeom>
              <a:avLst/>
              <a:gdLst>
                <a:gd name="T0" fmla="*/ 0 w 157"/>
                <a:gd name="T1" fmla="*/ 0 h 14"/>
                <a:gd name="T2" fmla="*/ 157 w 157"/>
                <a:gd name="T3" fmla="*/ 0 h 14"/>
                <a:gd name="T4" fmla="*/ 157 w 157"/>
                <a:gd name="T5" fmla="*/ 6 h 14"/>
                <a:gd name="T6" fmla="*/ 141 w 157"/>
                <a:gd name="T7" fmla="*/ 6 h 14"/>
                <a:gd name="T8" fmla="*/ 114 w 157"/>
                <a:gd name="T9" fmla="*/ 14 h 14"/>
                <a:gd name="T10" fmla="*/ 40 w 157"/>
                <a:gd name="T11" fmla="*/ 14 h 14"/>
                <a:gd name="T12" fmla="*/ 44 w 157"/>
                <a:gd name="T13" fmla="*/ 14 h 14"/>
                <a:gd name="T14" fmla="*/ 13 w 157"/>
                <a:gd name="T15" fmla="*/ 6 h 14"/>
                <a:gd name="T16" fmla="*/ 0 w 157"/>
                <a:gd name="T17" fmla="*/ 6 h 14"/>
                <a:gd name="T18" fmla="*/ 0 w 157"/>
                <a:gd name="T19" fmla="*/ 0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7" h="14">
                  <a:moveTo>
                    <a:pt x="0" y="0"/>
                  </a:moveTo>
                  <a:lnTo>
                    <a:pt x="157" y="0"/>
                  </a:lnTo>
                  <a:lnTo>
                    <a:pt x="157" y="6"/>
                  </a:lnTo>
                  <a:lnTo>
                    <a:pt x="141" y="6"/>
                  </a:lnTo>
                  <a:lnTo>
                    <a:pt x="114" y="14"/>
                  </a:lnTo>
                  <a:lnTo>
                    <a:pt x="40" y="14"/>
                  </a:lnTo>
                  <a:lnTo>
                    <a:pt x="44" y="14"/>
                  </a:lnTo>
                  <a:lnTo>
                    <a:pt x="13" y="6"/>
                  </a:lnTo>
                  <a:lnTo>
                    <a:pt x="0" y="6"/>
                  </a:lnTo>
                  <a:lnTo>
                    <a:pt x="0" y="0"/>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52" name="Freeform 141"/>
            <p:cNvSpPr>
              <a:spLocks/>
            </p:cNvSpPr>
            <p:nvPr/>
          </p:nvSpPr>
          <p:spPr bwMode="auto">
            <a:xfrm>
              <a:off x="3227" y="4038"/>
              <a:ext cx="157" cy="14"/>
            </a:xfrm>
            <a:custGeom>
              <a:avLst/>
              <a:gdLst>
                <a:gd name="T0" fmla="*/ 0 w 157"/>
                <a:gd name="T1" fmla="*/ 0 h 14"/>
                <a:gd name="T2" fmla="*/ 157 w 157"/>
                <a:gd name="T3" fmla="*/ 0 h 14"/>
                <a:gd name="T4" fmla="*/ 157 w 157"/>
                <a:gd name="T5" fmla="*/ 6 h 14"/>
                <a:gd name="T6" fmla="*/ 141 w 157"/>
                <a:gd name="T7" fmla="*/ 6 h 14"/>
                <a:gd name="T8" fmla="*/ 114 w 157"/>
                <a:gd name="T9" fmla="*/ 14 h 14"/>
                <a:gd name="T10" fmla="*/ 40 w 157"/>
                <a:gd name="T11" fmla="*/ 14 h 14"/>
                <a:gd name="T12" fmla="*/ 44 w 157"/>
                <a:gd name="T13" fmla="*/ 14 h 14"/>
                <a:gd name="T14" fmla="*/ 13 w 157"/>
                <a:gd name="T15" fmla="*/ 6 h 14"/>
                <a:gd name="T16" fmla="*/ 0 w 157"/>
                <a:gd name="T17" fmla="*/ 6 h 14"/>
                <a:gd name="T18" fmla="*/ 0 w 157"/>
                <a:gd name="T19" fmla="*/ 0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7" h="14">
                  <a:moveTo>
                    <a:pt x="0" y="0"/>
                  </a:moveTo>
                  <a:lnTo>
                    <a:pt x="157" y="0"/>
                  </a:lnTo>
                  <a:lnTo>
                    <a:pt x="157" y="6"/>
                  </a:lnTo>
                  <a:lnTo>
                    <a:pt x="141" y="6"/>
                  </a:lnTo>
                  <a:lnTo>
                    <a:pt x="114" y="14"/>
                  </a:lnTo>
                  <a:lnTo>
                    <a:pt x="40" y="14"/>
                  </a:lnTo>
                  <a:lnTo>
                    <a:pt x="44" y="14"/>
                  </a:lnTo>
                  <a:lnTo>
                    <a:pt x="13" y="6"/>
                  </a:lnTo>
                  <a:lnTo>
                    <a:pt x="0" y="6"/>
                  </a:lnTo>
                  <a:lnTo>
                    <a:pt x="0" y="0"/>
                  </a:lnTo>
                </a:path>
              </a:pathLst>
            </a:custGeom>
            <a:solidFill>
              <a:srgbClr val="FFCC66"/>
            </a:solidFill>
            <a:ln w="0">
              <a:solidFill>
                <a:srgbClr val="000000"/>
              </a:solidFill>
              <a:prstDash val="solid"/>
              <a:round/>
              <a:headEnd/>
              <a:tailEnd/>
            </a:ln>
          </p:spPr>
          <p:txBody>
            <a:bodyPr/>
            <a:lstStyle/>
            <a:p>
              <a:endParaRPr lang="es-CL"/>
            </a:p>
          </p:txBody>
        </p:sp>
        <p:sp>
          <p:nvSpPr>
            <p:cNvPr id="17453" name="Rectangle 142"/>
            <p:cNvSpPr>
              <a:spLocks noChangeArrowheads="1"/>
            </p:cNvSpPr>
            <p:nvPr/>
          </p:nvSpPr>
          <p:spPr bwMode="auto">
            <a:xfrm>
              <a:off x="3273" y="4023"/>
              <a:ext cx="68"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54" name="Rectangle 143"/>
            <p:cNvSpPr>
              <a:spLocks noChangeArrowheads="1"/>
            </p:cNvSpPr>
            <p:nvPr/>
          </p:nvSpPr>
          <p:spPr bwMode="auto">
            <a:xfrm>
              <a:off x="3273" y="4023"/>
              <a:ext cx="68" cy="9"/>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55" name="Rectangle 144"/>
            <p:cNvSpPr>
              <a:spLocks noChangeArrowheads="1"/>
            </p:cNvSpPr>
            <p:nvPr/>
          </p:nvSpPr>
          <p:spPr bwMode="auto">
            <a:xfrm>
              <a:off x="3217" y="4023"/>
              <a:ext cx="48"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56" name="Rectangle 145"/>
            <p:cNvSpPr>
              <a:spLocks noChangeArrowheads="1"/>
            </p:cNvSpPr>
            <p:nvPr/>
          </p:nvSpPr>
          <p:spPr bwMode="auto">
            <a:xfrm>
              <a:off x="3217" y="4023"/>
              <a:ext cx="48" cy="9"/>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57" name="Freeform 146"/>
            <p:cNvSpPr>
              <a:spLocks/>
            </p:cNvSpPr>
            <p:nvPr/>
          </p:nvSpPr>
          <p:spPr bwMode="auto">
            <a:xfrm>
              <a:off x="3183" y="3954"/>
              <a:ext cx="158" cy="73"/>
            </a:xfrm>
            <a:custGeom>
              <a:avLst/>
              <a:gdLst>
                <a:gd name="T0" fmla="*/ 0 w 158"/>
                <a:gd name="T1" fmla="*/ 0 h 73"/>
                <a:gd name="T2" fmla="*/ 99 w 158"/>
                <a:gd name="T3" fmla="*/ 0 h 73"/>
                <a:gd name="T4" fmla="*/ 158 w 158"/>
                <a:gd name="T5" fmla="*/ 67 h 73"/>
                <a:gd name="T6" fmla="*/ 158 w 158"/>
                <a:gd name="T7" fmla="*/ 73 h 73"/>
                <a:gd name="T8" fmla="*/ 46 w 158"/>
                <a:gd name="T9" fmla="*/ 73 h 73"/>
                <a:gd name="T10" fmla="*/ 46 w 158"/>
                <a:gd name="T11" fmla="*/ 7 h 73"/>
                <a:gd name="T12" fmla="*/ 0 w 158"/>
                <a:gd name="T13" fmla="*/ 7 h 73"/>
                <a:gd name="T14" fmla="*/ 0 w 158"/>
                <a:gd name="T15" fmla="*/ 0 h 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8" h="73">
                  <a:moveTo>
                    <a:pt x="0" y="0"/>
                  </a:moveTo>
                  <a:lnTo>
                    <a:pt x="99" y="0"/>
                  </a:lnTo>
                  <a:lnTo>
                    <a:pt x="158" y="67"/>
                  </a:lnTo>
                  <a:lnTo>
                    <a:pt x="158" y="73"/>
                  </a:lnTo>
                  <a:lnTo>
                    <a:pt x="46" y="73"/>
                  </a:lnTo>
                  <a:lnTo>
                    <a:pt x="46" y="7"/>
                  </a:lnTo>
                  <a:lnTo>
                    <a:pt x="0" y="7"/>
                  </a:lnTo>
                  <a:lnTo>
                    <a:pt x="0" y="0"/>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58" name="Freeform 147"/>
            <p:cNvSpPr>
              <a:spLocks/>
            </p:cNvSpPr>
            <p:nvPr/>
          </p:nvSpPr>
          <p:spPr bwMode="auto">
            <a:xfrm>
              <a:off x="3183" y="3954"/>
              <a:ext cx="158" cy="73"/>
            </a:xfrm>
            <a:custGeom>
              <a:avLst/>
              <a:gdLst>
                <a:gd name="T0" fmla="*/ 0 w 158"/>
                <a:gd name="T1" fmla="*/ 0 h 73"/>
                <a:gd name="T2" fmla="*/ 99 w 158"/>
                <a:gd name="T3" fmla="*/ 0 h 73"/>
                <a:gd name="T4" fmla="*/ 158 w 158"/>
                <a:gd name="T5" fmla="*/ 67 h 73"/>
                <a:gd name="T6" fmla="*/ 158 w 158"/>
                <a:gd name="T7" fmla="*/ 73 h 73"/>
                <a:gd name="T8" fmla="*/ 46 w 158"/>
                <a:gd name="T9" fmla="*/ 73 h 73"/>
                <a:gd name="T10" fmla="*/ 46 w 158"/>
                <a:gd name="T11" fmla="*/ 7 h 73"/>
                <a:gd name="T12" fmla="*/ 0 w 158"/>
                <a:gd name="T13" fmla="*/ 7 h 73"/>
                <a:gd name="T14" fmla="*/ 0 w 158"/>
                <a:gd name="T15" fmla="*/ 0 h 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8" h="73">
                  <a:moveTo>
                    <a:pt x="0" y="0"/>
                  </a:moveTo>
                  <a:lnTo>
                    <a:pt x="99" y="0"/>
                  </a:lnTo>
                  <a:lnTo>
                    <a:pt x="158" y="67"/>
                  </a:lnTo>
                  <a:lnTo>
                    <a:pt x="158" y="73"/>
                  </a:lnTo>
                  <a:lnTo>
                    <a:pt x="46" y="73"/>
                  </a:lnTo>
                  <a:lnTo>
                    <a:pt x="46" y="7"/>
                  </a:lnTo>
                  <a:lnTo>
                    <a:pt x="0" y="7"/>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59" name="Freeform 148"/>
            <p:cNvSpPr>
              <a:spLocks/>
            </p:cNvSpPr>
            <p:nvPr/>
          </p:nvSpPr>
          <p:spPr bwMode="auto">
            <a:xfrm>
              <a:off x="3229" y="3961"/>
              <a:ext cx="101" cy="60"/>
            </a:xfrm>
            <a:custGeom>
              <a:avLst/>
              <a:gdLst>
                <a:gd name="T0" fmla="*/ 0 w 101"/>
                <a:gd name="T1" fmla="*/ 0 h 60"/>
                <a:gd name="T2" fmla="*/ 47 w 101"/>
                <a:gd name="T3" fmla="*/ 0 h 60"/>
                <a:gd name="T4" fmla="*/ 101 w 101"/>
                <a:gd name="T5" fmla="*/ 60 h 60"/>
                <a:gd name="T6" fmla="*/ 1 w 101"/>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 h="60">
                  <a:moveTo>
                    <a:pt x="0" y="0"/>
                  </a:moveTo>
                  <a:lnTo>
                    <a:pt x="47" y="0"/>
                  </a:lnTo>
                  <a:lnTo>
                    <a:pt x="101" y="60"/>
                  </a:lnTo>
                  <a:lnTo>
                    <a:pt x="1" y="6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60" name="Line 149"/>
            <p:cNvSpPr>
              <a:spLocks noChangeShapeType="1"/>
            </p:cNvSpPr>
            <p:nvPr/>
          </p:nvSpPr>
          <p:spPr bwMode="auto">
            <a:xfrm>
              <a:off x="3276" y="3961"/>
              <a:ext cx="1" cy="6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61" name="Rectangle 150"/>
            <p:cNvSpPr>
              <a:spLocks noChangeArrowheads="1"/>
            </p:cNvSpPr>
            <p:nvPr/>
          </p:nvSpPr>
          <p:spPr bwMode="auto">
            <a:xfrm>
              <a:off x="3261" y="4038"/>
              <a:ext cx="86" cy="19"/>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62" name="Rectangle 151"/>
            <p:cNvSpPr>
              <a:spLocks noChangeArrowheads="1"/>
            </p:cNvSpPr>
            <p:nvPr/>
          </p:nvSpPr>
          <p:spPr bwMode="auto">
            <a:xfrm>
              <a:off x="3261" y="4038"/>
              <a:ext cx="86" cy="19"/>
            </a:xfrm>
            <a:prstGeom prst="rect">
              <a:avLst/>
            </a:prstGeom>
            <a:solidFill>
              <a:srgbClr val="FFCC66"/>
            </a:solidFill>
            <a:ln w="0">
              <a:solidFill>
                <a:srgbClr val="000000"/>
              </a:solidFill>
              <a:miter lim="800000"/>
              <a:headEnd/>
              <a:tailEnd/>
            </a:ln>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63" name="Rectangle 152"/>
            <p:cNvSpPr>
              <a:spLocks noChangeArrowheads="1"/>
            </p:cNvSpPr>
            <p:nvPr/>
          </p:nvSpPr>
          <p:spPr bwMode="auto">
            <a:xfrm>
              <a:off x="3179" y="3961"/>
              <a:ext cx="50" cy="66"/>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64" name="Rectangle 153"/>
            <p:cNvSpPr>
              <a:spLocks noChangeArrowheads="1"/>
            </p:cNvSpPr>
            <p:nvPr/>
          </p:nvSpPr>
          <p:spPr bwMode="auto">
            <a:xfrm>
              <a:off x="3179" y="3961"/>
              <a:ext cx="50" cy="66"/>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65" name="Freeform 154"/>
            <p:cNvSpPr>
              <a:spLocks/>
            </p:cNvSpPr>
            <p:nvPr/>
          </p:nvSpPr>
          <p:spPr bwMode="auto">
            <a:xfrm>
              <a:off x="3273" y="3227"/>
              <a:ext cx="68" cy="727"/>
            </a:xfrm>
            <a:custGeom>
              <a:avLst/>
              <a:gdLst>
                <a:gd name="T0" fmla="*/ 0 w 68"/>
                <a:gd name="T1" fmla="*/ 727 h 727"/>
                <a:gd name="T2" fmla="*/ 68 w 68"/>
                <a:gd name="T3" fmla="*/ 727 h 727"/>
                <a:gd name="T4" fmla="*/ 0 w 68"/>
                <a:gd name="T5" fmla="*/ 706 h 727"/>
                <a:gd name="T6" fmla="*/ 68 w 68"/>
                <a:gd name="T7" fmla="*/ 677 h 727"/>
                <a:gd name="T8" fmla="*/ 0 w 68"/>
                <a:gd name="T9" fmla="*/ 660 h 727"/>
                <a:gd name="T10" fmla="*/ 68 w 68"/>
                <a:gd name="T11" fmla="*/ 635 h 727"/>
                <a:gd name="T12" fmla="*/ 0 w 68"/>
                <a:gd name="T13" fmla="*/ 614 h 727"/>
                <a:gd name="T14" fmla="*/ 68 w 68"/>
                <a:gd name="T15" fmla="*/ 589 h 727"/>
                <a:gd name="T16" fmla="*/ 0 w 68"/>
                <a:gd name="T17" fmla="*/ 568 h 727"/>
                <a:gd name="T18" fmla="*/ 68 w 68"/>
                <a:gd name="T19" fmla="*/ 539 h 727"/>
                <a:gd name="T20" fmla="*/ 0 w 68"/>
                <a:gd name="T21" fmla="*/ 520 h 727"/>
                <a:gd name="T22" fmla="*/ 68 w 68"/>
                <a:gd name="T23" fmla="*/ 495 h 727"/>
                <a:gd name="T24" fmla="*/ 0 w 68"/>
                <a:gd name="T25" fmla="*/ 474 h 727"/>
                <a:gd name="T26" fmla="*/ 68 w 68"/>
                <a:gd name="T27" fmla="*/ 449 h 727"/>
                <a:gd name="T28" fmla="*/ 0 w 68"/>
                <a:gd name="T29" fmla="*/ 428 h 727"/>
                <a:gd name="T30" fmla="*/ 68 w 68"/>
                <a:gd name="T31" fmla="*/ 403 h 727"/>
                <a:gd name="T32" fmla="*/ 0 w 68"/>
                <a:gd name="T33" fmla="*/ 382 h 727"/>
                <a:gd name="T34" fmla="*/ 68 w 68"/>
                <a:gd name="T35" fmla="*/ 357 h 727"/>
                <a:gd name="T36" fmla="*/ 0 w 68"/>
                <a:gd name="T37" fmla="*/ 332 h 727"/>
                <a:gd name="T38" fmla="*/ 68 w 68"/>
                <a:gd name="T39" fmla="*/ 309 h 727"/>
                <a:gd name="T40" fmla="*/ 0 w 68"/>
                <a:gd name="T41" fmla="*/ 282 h 727"/>
                <a:gd name="T42" fmla="*/ 68 w 68"/>
                <a:gd name="T43" fmla="*/ 257 h 727"/>
                <a:gd name="T44" fmla="*/ 0 w 68"/>
                <a:gd name="T45" fmla="*/ 238 h 727"/>
                <a:gd name="T46" fmla="*/ 68 w 68"/>
                <a:gd name="T47" fmla="*/ 211 h 727"/>
                <a:gd name="T48" fmla="*/ 0 w 68"/>
                <a:gd name="T49" fmla="*/ 190 h 727"/>
                <a:gd name="T50" fmla="*/ 68 w 68"/>
                <a:gd name="T51" fmla="*/ 165 h 727"/>
                <a:gd name="T52" fmla="*/ 0 w 68"/>
                <a:gd name="T53" fmla="*/ 142 h 727"/>
                <a:gd name="T54" fmla="*/ 68 w 68"/>
                <a:gd name="T55" fmla="*/ 115 h 727"/>
                <a:gd name="T56" fmla="*/ 0 w 68"/>
                <a:gd name="T57" fmla="*/ 88 h 727"/>
                <a:gd name="T58" fmla="*/ 68 w 68"/>
                <a:gd name="T59" fmla="*/ 67 h 727"/>
                <a:gd name="T60" fmla="*/ 0 w 68"/>
                <a:gd name="T61" fmla="*/ 46 h 727"/>
                <a:gd name="T62" fmla="*/ 68 w 68"/>
                <a:gd name="T63" fmla="*/ 25 h 727"/>
                <a:gd name="T64" fmla="*/ 0 w 68"/>
                <a:gd name="T65" fmla="*/ 0 h 72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8" h="727">
                  <a:moveTo>
                    <a:pt x="0" y="727"/>
                  </a:moveTo>
                  <a:lnTo>
                    <a:pt x="68" y="727"/>
                  </a:lnTo>
                  <a:lnTo>
                    <a:pt x="0" y="706"/>
                  </a:lnTo>
                  <a:lnTo>
                    <a:pt x="68" y="677"/>
                  </a:lnTo>
                  <a:lnTo>
                    <a:pt x="0" y="660"/>
                  </a:lnTo>
                  <a:lnTo>
                    <a:pt x="68" y="635"/>
                  </a:lnTo>
                  <a:lnTo>
                    <a:pt x="0" y="614"/>
                  </a:lnTo>
                  <a:lnTo>
                    <a:pt x="68" y="589"/>
                  </a:lnTo>
                  <a:lnTo>
                    <a:pt x="0" y="568"/>
                  </a:lnTo>
                  <a:lnTo>
                    <a:pt x="68" y="539"/>
                  </a:lnTo>
                  <a:lnTo>
                    <a:pt x="0" y="520"/>
                  </a:lnTo>
                  <a:lnTo>
                    <a:pt x="68" y="495"/>
                  </a:lnTo>
                  <a:lnTo>
                    <a:pt x="0" y="474"/>
                  </a:lnTo>
                  <a:lnTo>
                    <a:pt x="68" y="449"/>
                  </a:lnTo>
                  <a:lnTo>
                    <a:pt x="0" y="428"/>
                  </a:lnTo>
                  <a:lnTo>
                    <a:pt x="68" y="403"/>
                  </a:lnTo>
                  <a:lnTo>
                    <a:pt x="0" y="382"/>
                  </a:lnTo>
                  <a:lnTo>
                    <a:pt x="68" y="357"/>
                  </a:lnTo>
                  <a:lnTo>
                    <a:pt x="0" y="332"/>
                  </a:lnTo>
                  <a:lnTo>
                    <a:pt x="68" y="309"/>
                  </a:lnTo>
                  <a:lnTo>
                    <a:pt x="0" y="282"/>
                  </a:lnTo>
                  <a:lnTo>
                    <a:pt x="68" y="257"/>
                  </a:lnTo>
                  <a:lnTo>
                    <a:pt x="0" y="238"/>
                  </a:lnTo>
                  <a:lnTo>
                    <a:pt x="68" y="211"/>
                  </a:lnTo>
                  <a:lnTo>
                    <a:pt x="0" y="190"/>
                  </a:lnTo>
                  <a:lnTo>
                    <a:pt x="68" y="165"/>
                  </a:lnTo>
                  <a:lnTo>
                    <a:pt x="0" y="142"/>
                  </a:lnTo>
                  <a:lnTo>
                    <a:pt x="68" y="115"/>
                  </a:lnTo>
                  <a:lnTo>
                    <a:pt x="0" y="88"/>
                  </a:lnTo>
                  <a:lnTo>
                    <a:pt x="68" y="67"/>
                  </a:lnTo>
                  <a:lnTo>
                    <a:pt x="0" y="46"/>
                  </a:lnTo>
                  <a:lnTo>
                    <a:pt x="68" y="25"/>
                  </a:lnTo>
                  <a:lnTo>
                    <a:pt x="0" y="0"/>
                  </a:lnTo>
                </a:path>
              </a:pathLst>
            </a:custGeom>
            <a:noFill/>
            <a:ln w="0">
              <a:solidFill>
                <a:srgbClr val="FFCC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66" name="Line 155"/>
            <p:cNvSpPr>
              <a:spLocks noChangeShapeType="1"/>
            </p:cNvSpPr>
            <p:nvPr/>
          </p:nvSpPr>
          <p:spPr bwMode="auto">
            <a:xfrm>
              <a:off x="3273" y="3559"/>
              <a:ext cx="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67" name="Line 156"/>
            <p:cNvSpPr>
              <a:spLocks noChangeShapeType="1"/>
            </p:cNvSpPr>
            <p:nvPr/>
          </p:nvSpPr>
          <p:spPr bwMode="auto">
            <a:xfrm flipH="1">
              <a:off x="3273" y="3630"/>
              <a:ext cx="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68" name="Freeform 157"/>
            <p:cNvSpPr>
              <a:spLocks/>
            </p:cNvSpPr>
            <p:nvPr/>
          </p:nvSpPr>
          <p:spPr bwMode="auto">
            <a:xfrm>
              <a:off x="3223" y="4050"/>
              <a:ext cx="11" cy="13"/>
            </a:xfrm>
            <a:custGeom>
              <a:avLst/>
              <a:gdLst>
                <a:gd name="T0" fmla="*/ 11 w 11"/>
                <a:gd name="T1" fmla="*/ 7 h 13"/>
                <a:gd name="T2" fmla="*/ 11 w 11"/>
                <a:gd name="T3" fmla="*/ 3 h 13"/>
                <a:gd name="T4" fmla="*/ 11 w 11"/>
                <a:gd name="T5" fmla="*/ 2 h 13"/>
                <a:gd name="T6" fmla="*/ 9 w 11"/>
                <a:gd name="T7" fmla="*/ 2 h 13"/>
                <a:gd name="T8" fmla="*/ 7 w 11"/>
                <a:gd name="T9" fmla="*/ 0 h 13"/>
                <a:gd name="T10" fmla="*/ 6 w 11"/>
                <a:gd name="T11" fmla="*/ 0 h 13"/>
                <a:gd name="T12" fmla="*/ 4 w 11"/>
                <a:gd name="T13" fmla="*/ 0 h 13"/>
                <a:gd name="T14" fmla="*/ 4 w 11"/>
                <a:gd name="T15" fmla="*/ 0 h 13"/>
                <a:gd name="T16" fmla="*/ 2 w 11"/>
                <a:gd name="T17" fmla="*/ 2 h 13"/>
                <a:gd name="T18" fmla="*/ 0 w 11"/>
                <a:gd name="T19" fmla="*/ 2 h 13"/>
                <a:gd name="T20" fmla="*/ 0 w 11"/>
                <a:gd name="T21" fmla="*/ 3 h 13"/>
                <a:gd name="T22" fmla="*/ 0 w 11"/>
                <a:gd name="T23" fmla="*/ 5 h 13"/>
                <a:gd name="T24" fmla="*/ 0 w 11"/>
                <a:gd name="T25" fmla="*/ 7 h 13"/>
                <a:gd name="T26" fmla="*/ 0 w 11"/>
                <a:gd name="T27" fmla="*/ 9 h 13"/>
                <a:gd name="T28" fmla="*/ 2 w 11"/>
                <a:gd name="T29" fmla="*/ 11 h 13"/>
                <a:gd name="T30" fmla="*/ 4 w 11"/>
                <a:gd name="T31" fmla="*/ 11 h 13"/>
                <a:gd name="T32" fmla="*/ 4 w 11"/>
                <a:gd name="T33" fmla="*/ 13 h 13"/>
                <a:gd name="T34" fmla="*/ 6 w 11"/>
                <a:gd name="T35" fmla="*/ 13 h 13"/>
                <a:gd name="T36" fmla="*/ 7 w 11"/>
                <a:gd name="T37" fmla="*/ 13 h 13"/>
                <a:gd name="T38" fmla="*/ 9 w 11"/>
                <a:gd name="T39" fmla="*/ 11 h 13"/>
                <a:gd name="T40" fmla="*/ 11 w 11"/>
                <a:gd name="T41" fmla="*/ 9 h 13"/>
                <a:gd name="T42" fmla="*/ 11 w 11"/>
                <a:gd name="T43" fmla="*/ 9 h 13"/>
                <a:gd name="T44" fmla="*/ 11 w 11"/>
                <a:gd name="T45" fmla="*/ 7 h 13"/>
                <a:gd name="T46" fmla="*/ 11 w 11"/>
                <a:gd name="T47" fmla="*/ 7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 h="13">
                  <a:moveTo>
                    <a:pt x="11" y="7"/>
                  </a:moveTo>
                  <a:lnTo>
                    <a:pt x="11" y="3"/>
                  </a:lnTo>
                  <a:lnTo>
                    <a:pt x="11" y="2"/>
                  </a:lnTo>
                  <a:lnTo>
                    <a:pt x="9" y="2"/>
                  </a:lnTo>
                  <a:lnTo>
                    <a:pt x="7" y="0"/>
                  </a:lnTo>
                  <a:lnTo>
                    <a:pt x="6" y="0"/>
                  </a:lnTo>
                  <a:lnTo>
                    <a:pt x="4" y="0"/>
                  </a:lnTo>
                  <a:lnTo>
                    <a:pt x="2" y="2"/>
                  </a:lnTo>
                  <a:lnTo>
                    <a:pt x="0" y="2"/>
                  </a:lnTo>
                  <a:lnTo>
                    <a:pt x="0" y="3"/>
                  </a:lnTo>
                  <a:lnTo>
                    <a:pt x="0" y="5"/>
                  </a:lnTo>
                  <a:lnTo>
                    <a:pt x="0" y="7"/>
                  </a:lnTo>
                  <a:lnTo>
                    <a:pt x="0" y="9"/>
                  </a:lnTo>
                  <a:lnTo>
                    <a:pt x="2" y="11"/>
                  </a:lnTo>
                  <a:lnTo>
                    <a:pt x="4" y="11"/>
                  </a:lnTo>
                  <a:lnTo>
                    <a:pt x="4" y="13"/>
                  </a:lnTo>
                  <a:lnTo>
                    <a:pt x="6" y="13"/>
                  </a:lnTo>
                  <a:lnTo>
                    <a:pt x="7" y="13"/>
                  </a:lnTo>
                  <a:lnTo>
                    <a:pt x="9" y="11"/>
                  </a:lnTo>
                  <a:lnTo>
                    <a:pt x="11" y="9"/>
                  </a:lnTo>
                  <a:lnTo>
                    <a:pt x="11" y="7"/>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69" name="Freeform 158"/>
            <p:cNvSpPr>
              <a:spLocks/>
            </p:cNvSpPr>
            <p:nvPr/>
          </p:nvSpPr>
          <p:spPr bwMode="auto">
            <a:xfrm>
              <a:off x="3223" y="4050"/>
              <a:ext cx="11" cy="13"/>
            </a:xfrm>
            <a:custGeom>
              <a:avLst/>
              <a:gdLst>
                <a:gd name="T0" fmla="*/ 11 w 11"/>
                <a:gd name="T1" fmla="*/ 7 h 13"/>
                <a:gd name="T2" fmla="*/ 11 w 11"/>
                <a:gd name="T3" fmla="*/ 3 h 13"/>
                <a:gd name="T4" fmla="*/ 11 w 11"/>
                <a:gd name="T5" fmla="*/ 2 h 13"/>
                <a:gd name="T6" fmla="*/ 9 w 11"/>
                <a:gd name="T7" fmla="*/ 2 h 13"/>
                <a:gd name="T8" fmla="*/ 7 w 11"/>
                <a:gd name="T9" fmla="*/ 0 h 13"/>
                <a:gd name="T10" fmla="*/ 6 w 11"/>
                <a:gd name="T11" fmla="*/ 0 h 13"/>
                <a:gd name="T12" fmla="*/ 4 w 11"/>
                <a:gd name="T13" fmla="*/ 0 h 13"/>
                <a:gd name="T14" fmla="*/ 4 w 11"/>
                <a:gd name="T15" fmla="*/ 0 h 13"/>
                <a:gd name="T16" fmla="*/ 2 w 11"/>
                <a:gd name="T17" fmla="*/ 2 h 13"/>
                <a:gd name="T18" fmla="*/ 0 w 11"/>
                <a:gd name="T19" fmla="*/ 2 h 13"/>
                <a:gd name="T20" fmla="*/ 0 w 11"/>
                <a:gd name="T21" fmla="*/ 3 h 13"/>
                <a:gd name="T22" fmla="*/ 0 w 11"/>
                <a:gd name="T23" fmla="*/ 5 h 13"/>
                <a:gd name="T24" fmla="*/ 0 w 11"/>
                <a:gd name="T25" fmla="*/ 7 h 13"/>
                <a:gd name="T26" fmla="*/ 0 w 11"/>
                <a:gd name="T27" fmla="*/ 9 h 13"/>
                <a:gd name="T28" fmla="*/ 2 w 11"/>
                <a:gd name="T29" fmla="*/ 11 h 13"/>
                <a:gd name="T30" fmla="*/ 4 w 11"/>
                <a:gd name="T31" fmla="*/ 11 h 13"/>
                <a:gd name="T32" fmla="*/ 4 w 11"/>
                <a:gd name="T33" fmla="*/ 13 h 13"/>
                <a:gd name="T34" fmla="*/ 6 w 11"/>
                <a:gd name="T35" fmla="*/ 13 h 13"/>
                <a:gd name="T36" fmla="*/ 7 w 11"/>
                <a:gd name="T37" fmla="*/ 13 h 13"/>
                <a:gd name="T38" fmla="*/ 9 w 11"/>
                <a:gd name="T39" fmla="*/ 11 h 13"/>
                <a:gd name="T40" fmla="*/ 11 w 11"/>
                <a:gd name="T41" fmla="*/ 9 h 13"/>
                <a:gd name="T42" fmla="*/ 11 w 11"/>
                <a:gd name="T43" fmla="*/ 9 h 13"/>
                <a:gd name="T44" fmla="*/ 11 w 11"/>
                <a:gd name="T45" fmla="*/ 7 h 13"/>
                <a:gd name="T46" fmla="*/ 11 w 11"/>
                <a:gd name="T47" fmla="*/ 7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 h="13">
                  <a:moveTo>
                    <a:pt x="11" y="7"/>
                  </a:moveTo>
                  <a:lnTo>
                    <a:pt x="11" y="3"/>
                  </a:lnTo>
                  <a:lnTo>
                    <a:pt x="11" y="2"/>
                  </a:lnTo>
                  <a:lnTo>
                    <a:pt x="9" y="2"/>
                  </a:lnTo>
                  <a:lnTo>
                    <a:pt x="7" y="0"/>
                  </a:lnTo>
                  <a:lnTo>
                    <a:pt x="6" y="0"/>
                  </a:lnTo>
                  <a:lnTo>
                    <a:pt x="4" y="0"/>
                  </a:lnTo>
                  <a:lnTo>
                    <a:pt x="2" y="2"/>
                  </a:lnTo>
                  <a:lnTo>
                    <a:pt x="0" y="2"/>
                  </a:lnTo>
                  <a:lnTo>
                    <a:pt x="0" y="3"/>
                  </a:lnTo>
                  <a:lnTo>
                    <a:pt x="0" y="5"/>
                  </a:lnTo>
                  <a:lnTo>
                    <a:pt x="0" y="7"/>
                  </a:lnTo>
                  <a:lnTo>
                    <a:pt x="0" y="9"/>
                  </a:lnTo>
                  <a:lnTo>
                    <a:pt x="2" y="11"/>
                  </a:lnTo>
                  <a:lnTo>
                    <a:pt x="4" y="11"/>
                  </a:lnTo>
                  <a:lnTo>
                    <a:pt x="4" y="13"/>
                  </a:lnTo>
                  <a:lnTo>
                    <a:pt x="6" y="13"/>
                  </a:lnTo>
                  <a:lnTo>
                    <a:pt x="7" y="13"/>
                  </a:lnTo>
                  <a:lnTo>
                    <a:pt x="9" y="11"/>
                  </a:lnTo>
                  <a:lnTo>
                    <a:pt x="11" y="9"/>
                  </a:lnTo>
                  <a:lnTo>
                    <a:pt x="11" y="7"/>
                  </a:lnTo>
                </a:path>
              </a:pathLst>
            </a:custGeom>
            <a:solidFill>
              <a:srgbClr val="FFCC66"/>
            </a:solidFill>
            <a:ln w="0">
              <a:solidFill>
                <a:srgbClr val="000000"/>
              </a:solidFill>
              <a:prstDash val="solid"/>
              <a:round/>
              <a:headEnd/>
              <a:tailEnd/>
            </a:ln>
          </p:spPr>
          <p:txBody>
            <a:bodyPr/>
            <a:lstStyle/>
            <a:p>
              <a:endParaRPr lang="es-CL"/>
            </a:p>
          </p:txBody>
        </p:sp>
        <p:sp>
          <p:nvSpPr>
            <p:cNvPr id="17470" name="Freeform 159"/>
            <p:cNvSpPr>
              <a:spLocks/>
            </p:cNvSpPr>
            <p:nvPr/>
          </p:nvSpPr>
          <p:spPr bwMode="auto">
            <a:xfrm>
              <a:off x="3378" y="4050"/>
              <a:ext cx="11" cy="13"/>
            </a:xfrm>
            <a:custGeom>
              <a:avLst/>
              <a:gdLst>
                <a:gd name="T0" fmla="*/ 11 w 11"/>
                <a:gd name="T1" fmla="*/ 7 h 13"/>
                <a:gd name="T2" fmla="*/ 11 w 11"/>
                <a:gd name="T3" fmla="*/ 3 h 13"/>
                <a:gd name="T4" fmla="*/ 11 w 11"/>
                <a:gd name="T5" fmla="*/ 2 h 13"/>
                <a:gd name="T6" fmla="*/ 11 w 11"/>
                <a:gd name="T7" fmla="*/ 2 h 13"/>
                <a:gd name="T8" fmla="*/ 9 w 11"/>
                <a:gd name="T9" fmla="*/ 0 h 13"/>
                <a:gd name="T10" fmla="*/ 8 w 11"/>
                <a:gd name="T11" fmla="*/ 0 h 13"/>
                <a:gd name="T12" fmla="*/ 6 w 11"/>
                <a:gd name="T13" fmla="*/ 0 h 13"/>
                <a:gd name="T14" fmla="*/ 4 w 11"/>
                <a:gd name="T15" fmla="*/ 0 h 13"/>
                <a:gd name="T16" fmla="*/ 4 w 11"/>
                <a:gd name="T17" fmla="*/ 2 h 13"/>
                <a:gd name="T18" fmla="*/ 2 w 11"/>
                <a:gd name="T19" fmla="*/ 2 h 13"/>
                <a:gd name="T20" fmla="*/ 2 w 11"/>
                <a:gd name="T21" fmla="*/ 3 h 13"/>
                <a:gd name="T22" fmla="*/ 0 w 11"/>
                <a:gd name="T23" fmla="*/ 5 h 13"/>
                <a:gd name="T24" fmla="*/ 2 w 11"/>
                <a:gd name="T25" fmla="*/ 7 h 13"/>
                <a:gd name="T26" fmla="*/ 2 w 11"/>
                <a:gd name="T27" fmla="*/ 9 h 13"/>
                <a:gd name="T28" fmla="*/ 4 w 11"/>
                <a:gd name="T29" fmla="*/ 11 h 13"/>
                <a:gd name="T30" fmla="*/ 4 w 11"/>
                <a:gd name="T31" fmla="*/ 11 h 13"/>
                <a:gd name="T32" fmla="*/ 4 w 11"/>
                <a:gd name="T33" fmla="*/ 13 h 13"/>
                <a:gd name="T34" fmla="*/ 8 w 11"/>
                <a:gd name="T35" fmla="*/ 13 h 13"/>
                <a:gd name="T36" fmla="*/ 9 w 11"/>
                <a:gd name="T37" fmla="*/ 13 h 13"/>
                <a:gd name="T38" fmla="*/ 11 w 11"/>
                <a:gd name="T39" fmla="*/ 11 h 13"/>
                <a:gd name="T40" fmla="*/ 11 w 11"/>
                <a:gd name="T41" fmla="*/ 9 h 13"/>
                <a:gd name="T42" fmla="*/ 11 w 11"/>
                <a:gd name="T43" fmla="*/ 9 h 13"/>
                <a:gd name="T44" fmla="*/ 11 w 11"/>
                <a:gd name="T45" fmla="*/ 7 h 13"/>
                <a:gd name="T46" fmla="*/ 11 w 11"/>
                <a:gd name="T47" fmla="*/ 7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 h="13">
                  <a:moveTo>
                    <a:pt x="11" y="7"/>
                  </a:moveTo>
                  <a:lnTo>
                    <a:pt x="11" y="3"/>
                  </a:lnTo>
                  <a:lnTo>
                    <a:pt x="11" y="2"/>
                  </a:lnTo>
                  <a:lnTo>
                    <a:pt x="9" y="0"/>
                  </a:lnTo>
                  <a:lnTo>
                    <a:pt x="8" y="0"/>
                  </a:lnTo>
                  <a:lnTo>
                    <a:pt x="6" y="0"/>
                  </a:lnTo>
                  <a:lnTo>
                    <a:pt x="4" y="0"/>
                  </a:lnTo>
                  <a:lnTo>
                    <a:pt x="4" y="2"/>
                  </a:lnTo>
                  <a:lnTo>
                    <a:pt x="2" y="2"/>
                  </a:lnTo>
                  <a:lnTo>
                    <a:pt x="2" y="3"/>
                  </a:lnTo>
                  <a:lnTo>
                    <a:pt x="0" y="5"/>
                  </a:lnTo>
                  <a:lnTo>
                    <a:pt x="2" y="7"/>
                  </a:lnTo>
                  <a:lnTo>
                    <a:pt x="2" y="9"/>
                  </a:lnTo>
                  <a:lnTo>
                    <a:pt x="4" y="11"/>
                  </a:lnTo>
                  <a:lnTo>
                    <a:pt x="4" y="13"/>
                  </a:lnTo>
                  <a:lnTo>
                    <a:pt x="8" y="13"/>
                  </a:lnTo>
                  <a:lnTo>
                    <a:pt x="9" y="13"/>
                  </a:lnTo>
                  <a:lnTo>
                    <a:pt x="11" y="11"/>
                  </a:lnTo>
                  <a:lnTo>
                    <a:pt x="11" y="9"/>
                  </a:lnTo>
                  <a:lnTo>
                    <a:pt x="11" y="7"/>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71" name="Freeform 160"/>
            <p:cNvSpPr>
              <a:spLocks/>
            </p:cNvSpPr>
            <p:nvPr/>
          </p:nvSpPr>
          <p:spPr bwMode="auto">
            <a:xfrm>
              <a:off x="3378" y="4050"/>
              <a:ext cx="11" cy="13"/>
            </a:xfrm>
            <a:custGeom>
              <a:avLst/>
              <a:gdLst>
                <a:gd name="T0" fmla="*/ 11 w 11"/>
                <a:gd name="T1" fmla="*/ 7 h 13"/>
                <a:gd name="T2" fmla="*/ 11 w 11"/>
                <a:gd name="T3" fmla="*/ 3 h 13"/>
                <a:gd name="T4" fmla="*/ 11 w 11"/>
                <a:gd name="T5" fmla="*/ 2 h 13"/>
                <a:gd name="T6" fmla="*/ 11 w 11"/>
                <a:gd name="T7" fmla="*/ 2 h 13"/>
                <a:gd name="T8" fmla="*/ 9 w 11"/>
                <a:gd name="T9" fmla="*/ 0 h 13"/>
                <a:gd name="T10" fmla="*/ 8 w 11"/>
                <a:gd name="T11" fmla="*/ 0 h 13"/>
                <a:gd name="T12" fmla="*/ 6 w 11"/>
                <a:gd name="T13" fmla="*/ 0 h 13"/>
                <a:gd name="T14" fmla="*/ 4 w 11"/>
                <a:gd name="T15" fmla="*/ 0 h 13"/>
                <a:gd name="T16" fmla="*/ 4 w 11"/>
                <a:gd name="T17" fmla="*/ 2 h 13"/>
                <a:gd name="T18" fmla="*/ 2 w 11"/>
                <a:gd name="T19" fmla="*/ 2 h 13"/>
                <a:gd name="T20" fmla="*/ 2 w 11"/>
                <a:gd name="T21" fmla="*/ 3 h 13"/>
                <a:gd name="T22" fmla="*/ 0 w 11"/>
                <a:gd name="T23" fmla="*/ 5 h 13"/>
                <a:gd name="T24" fmla="*/ 2 w 11"/>
                <a:gd name="T25" fmla="*/ 7 h 13"/>
                <a:gd name="T26" fmla="*/ 2 w 11"/>
                <a:gd name="T27" fmla="*/ 9 h 13"/>
                <a:gd name="T28" fmla="*/ 4 w 11"/>
                <a:gd name="T29" fmla="*/ 11 h 13"/>
                <a:gd name="T30" fmla="*/ 4 w 11"/>
                <a:gd name="T31" fmla="*/ 11 h 13"/>
                <a:gd name="T32" fmla="*/ 4 w 11"/>
                <a:gd name="T33" fmla="*/ 13 h 13"/>
                <a:gd name="T34" fmla="*/ 8 w 11"/>
                <a:gd name="T35" fmla="*/ 13 h 13"/>
                <a:gd name="T36" fmla="*/ 9 w 11"/>
                <a:gd name="T37" fmla="*/ 13 h 13"/>
                <a:gd name="T38" fmla="*/ 11 w 11"/>
                <a:gd name="T39" fmla="*/ 11 h 13"/>
                <a:gd name="T40" fmla="*/ 11 w 11"/>
                <a:gd name="T41" fmla="*/ 9 h 13"/>
                <a:gd name="T42" fmla="*/ 11 w 11"/>
                <a:gd name="T43" fmla="*/ 9 h 13"/>
                <a:gd name="T44" fmla="*/ 11 w 11"/>
                <a:gd name="T45" fmla="*/ 7 h 13"/>
                <a:gd name="T46" fmla="*/ 11 w 11"/>
                <a:gd name="T47" fmla="*/ 7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 h="13">
                  <a:moveTo>
                    <a:pt x="11" y="7"/>
                  </a:moveTo>
                  <a:lnTo>
                    <a:pt x="11" y="3"/>
                  </a:lnTo>
                  <a:lnTo>
                    <a:pt x="11" y="2"/>
                  </a:lnTo>
                  <a:lnTo>
                    <a:pt x="9" y="0"/>
                  </a:lnTo>
                  <a:lnTo>
                    <a:pt x="8" y="0"/>
                  </a:lnTo>
                  <a:lnTo>
                    <a:pt x="6" y="0"/>
                  </a:lnTo>
                  <a:lnTo>
                    <a:pt x="4" y="0"/>
                  </a:lnTo>
                  <a:lnTo>
                    <a:pt x="4" y="2"/>
                  </a:lnTo>
                  <a:lnTo>
                    <a:pt x="2" y="2"/>
                  </a:lnTo>
                  <a:lnTo>
                    <a:pt x="2" y="3"/>
                  </a:lnTo>
                  <a:lnTo>
                    <a:pt x="0" y="5"/>
                  </a:lnTo>
                  <a:lnTo>
                    <a:pt x="2" y="7"/>
                  </a:lnTo>
                  <a:lnTo>
                    <a:pt x="2" y="9"/>
                  </a:lnTo>
                  <a:lnTo>
                    <a:pt x="4" y="11"/>
                  </a:lnTo>
                  <a:lnTo>
                    <a:pt x="4" y="13"/>
                  </a:lnTo>
                  <a:lnTo>
                    <a:pt x="8" y="13"/>
                  </a:lnTo>
                  <a:lnTo>
                    <a:pt x="9" y="13"/>
                  </a:lnTo>
                  <a:lnTo>
                    <a:pt x="11" y="11"/>
                  </a:lnTo>
                  <a:lnTo>
                    <a:pt x="11" y="9"/>
                  </a:lnTo>
                  <a:lnTo>
                    <a:pt x="11" y="7"/>
                  </a:lnTo>
                </a:path>
              </a:pathLst>
            </a:custGeom>
            <a:solidFill>
              <a:srgbClr val="FFCC66"/>
            </a:solidFill>
            <a:ln w="0">
              <a:solidFill>
                <a:srgbClr val="000000"/>
              </a:solidFill>
              <a:prstDash val="solid"/>
              <a:round/>
              <a:headEnd/>
              <a:tailEnd/>
            </a:ln>
          </p:spPr>
          <p:txBody>
            <a:bodyPr/>
            <a:lstStyle/>
            <a:p>
              <a:endParaRPr lang="es-CL"/>
            </a:p>
          </p:txBody>
        </p:sp>
        <p:sp>
          <p:nvSpPr>
            <p:cNvPr id="17472" name="Freeform 161"/>
            <p:cNvSpPr>
              <a:spLocks/>
            </p:cNvSpPr>
            <p:nvPr/>
          </p:nvSpPr>
          <p:spPr bwMode="auto">
            <a:xfrm>
              <a:off x="3276" y="2898"/>
              <a:ext cx="62" cy="329"/>
            </a:xfrm>
            <a:custGeom>
              <a:avLst/>
              <a:gdLst>
                <a:gd name="T0" fmla="*/ 0 w 62"/>
                <a:gd name="T1" fmla="*/ 329 h 329"/>
                <a:gd name="T2" fmla="*/ 27 w 62"/>
                <a:gd name="T3" fmla="*/ 0 h 329"/>
                <a:gd name="T4" fmla="*/ 41 w 62"/>
                <a:gd name="T5" fmla="*/ 0 h 329"/>
                <a:gd name="T6" fmla="*/ 62 w 62"/>
                <a:gd name="T7" fmla="*/ 329 h 3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329">
                  <a:moveTo>
                    <a:pt x="0" y="329"/>
                  </a:moveTo>
                  <a:lnTo>
                    <a:pt x="27" y="0"/>
                  </a:lnTo>
                  <a:lnTo>
                    <a:pt x="41" y="0"/>
                  </a:lnTo>
                  <a:lnTo>
                    <a:pt x="62" y="32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73" name="Line 162"/>
            <p:cNvSpPr>
              <a:spLocks noChangeShapeType="1"/>
            </p:cNvSpPr>
            <p:nvPr/>
          </p:nvSpPr>
          <p:spPr bwMode="auto">
            <a:xfrm>
              <a:off x="3280" y="3191"/>
              <a:ext cx="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74" name="Freeform 163"/>
            <p:cNvSpPr>
              <a:spLocks/>
            </p:cNvSpPr>
            <p:nvPr/>
          </p:nvSpPr>
          <p:spPr bwMode="auto">
            <a:xfrm>
              <a:off x="3284" y="3118"/>
              <a:ext cx="46" cy="23"/>
            </a:xfrm>
            <a:custGeom>
              <a:avLst/>
              <a:gdLst>
                <a:gd name="T0" fmla="*/ 33 w 46"/>
                <a:gd name="T1" fmla="*/ 23 h 23"/>
                <a:gd name="T2" fmla="*/ 0 w 46"/>
                <a:gd name="T3" fmla="*/ 17 h 23"/>
                <a:gd name="T4" fmla="*/ 46 w 46"/>
                <a:gd name="T5" fmla="*/ 0 h 23"/>
                <a:gd name="T6" fmla="*/ 2 w 4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 h="23">
                  <a:moveTo>
                    <a:pt x="33" y="23"/>
                  </a:moveTo>
                  <a:lnTo>
                    <a:pt x="0" y="17"/>
                  </a:lnTo>
                  <a:lnTo>
                    <a:pt x="46" y="0"/>
                  </a:lnTo>
                  <a:lnTo>
                    <a:pt x="2"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75" name="Line 164"/>
            <p:cNvSpPr>
              <a:spLocks noChangeShapeType="1"/>
            </p:cNvSpPr>
            <p:nvPr/>
          </p:nvSpPr>
          <p:spPr bwMode="auto">
            <a:xfrm>
              <a:off x="3286" y="3112"/>
              <a:ext cx="4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76" name="Freeform 165"/>
            <p:cNvSpPr>
              <a:spLocks/>
            </p:cNvSpPr>
            <p:nvPr/>
          </p:nvSpPr>
          <p:spPr bwMode="auto">
            <a:xfrm>
              <a:off x="3288" y="2886"/>
              <a:ext cx="42" cy="226"/>
            </a:xfrm>
            <a:custGeom>
              <a:avLst/>
              <a:gdLst>
                <a:gd name="T0" fmla="*/ 42 w 42"/>
                <a:gd name="T1" fmla="*/ 226 h 226"/>
                <a:gd name="T2" fmla="*/ 0 w 42"/>
                <a:gd name="T3" fmla="*/ 207 h 226"/>
                <a:gd name="T4" fmla="*/ 38 w 42"/>
                <a:gd name="T5" fmla="*/ 182 h 226"/>
                <a:gd name="T6" fmla="*/ 2 w 42"/>
                <a:gd name="T7" fmla="*/ 161 h 226"/>
                <a:gd name="T8" fmla="*/ 36 w 42"/>
                <a:gd name="T9" fmla="*/ 136 h 226"/>
                <a:gd name="T10" fmla="*/ 8 w 42"/>
                <a:gd name="T11" fmla="*/ 119 h 226"/>
                <a:gd name="T12" fmla="*/ 34 w 42"/>
                <a:gd name="T13" fmla="*/ 100 h 226"/>
                <a:gd name="T14" fmla="*/ 9 w 42"/>
                <a:gd name="T15" fmla="*/ 88 h 226"/>
                <a:gd name="T16" fmla="*/ 32 w 42"/>
                <a:gd name="T17" fmla="*/ 75 h 226"/>
                <a:gd name="T18" fmla="*/ 11 w 42"/>
                <a:gd name="T19" fmla="*/ 63 h 226"/>
                <a:gd name="T20" fmla="*/ 31 w 42"/>
                <a:gd name="T21" fmla="*/ 50 h 226"/>
                <a:gd name="T22" fmla="*/ 13 w 42"/>
                <a:gd name="T23" fmla="*/ 40 h 226"/>
                <a:gd name="T24" fmla="*/ 31 w 42"/>
                <a:gd name="T25" fmla="*/ 31 h 226"/>
                <a:gd name="T26" fmla="*/ 15 w 42"/>
                <a:gd name="T27" fmla="*/ 19 h 226"/>
                <a:gd name="T28" fmla="*/ 11 w 42"/>
                <a:gd name="T29" fmla="*/ 15 h 226"/>
                <a:gd name="T30" fmla="*/ 9 w 42"/>
                <a:gd name="T31" fmla="*/ 10 h 226"/>
                <a:gd name="T32" fmla="*/ 11 w 42"/>
                <a:gd name="T33" fmla="*/ 6 h 226"/>
                <a:gd name="T34" fmla="*/ 15 w 42"/>
                <a:gd name="T35" fmla="*/ 4 h 226"/>
                <a:gd name="T36" fmla="*/ 17 w 42"/>
                <a:gd name="T37" fmla="*/ 2 h 226"/>
                <a:gd name="T38" fmla="*/ 23 w 42"/>
                <a:gd name="T39" fmla="*/ 0 h 226"/>
                <a:gd name="T40" fmla="*/ 29 w 42"/>
                <a:gd name="T41" fmla="*/ 0 h 226"/>
                <a:gd name="T42" fmla="*/ 29 w 42"/>
                <a:gd name="T43" fmla="*/ 12 h 2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2" h="226">
                  <a:moveTo>
                    <a:pt x="42" y="226"/>
                  </a:moveTo>
                  <a:lnTo>
                    <a:pt x="0" y="207"/>
                  </a:lnTo>
                  <a:lnTo>
                    <a:pt x="38" y="182"/>
                  </a:lnTo>
                  <a:lnTo>
                    <a:pt x="2" y="161"/>
                  </a:lnTo>
                  <a:lnTo>
                    <a:pt x="36" y="136"/>
                  </a:lnTo>
                  <a:lnTo>
                    <a:pt x="8" y="119"/>
                  </a:lnTo>
                  <a:lnTo>
                    <a:pt x="34" y="100"/>
                  </a:lnTo>
                  <a:lnTo>
                    <a:pt x="9" y="88"/>
                  </a:lnTo>
                  <a:lnTo>
                    <a:pt x="32" y="75"/>
                  </a:lnTo>
                  <a:lnTo>
                    <a:pt x="11" y="63"/>
                  </a:lnTo>
                  <a:lnTo>
                    <a:pt x="31" y="50"/>
                  </a:lnTo>
                  <a:lnTo>
                    <a:pt x="13" y="40"/>
                  </a:lnTo>
                  <a:lnTo>
                    <a:pt x="31" y="31"/>
                  </a:lnTo>
                  <a:lnTo>
                    <a:pt x="15" y="19"/>
                  </a:lnTo>
                  <a:lnTo>
                    <a:pt x="11" y="15"/>
                  </a:lnTo>
                  <a:lnTo>
                    <a:pt x="9" y="10"/>
                  </a:lnTo>
                  <a:lnTo>
                    <a:pt x="11" y="6"/>
                  </a:lnTo>
                  <a:lnTo>
                    <a:pt x="15" y="4"/>
                  </a:lnTo>
                  <a:lnTo>
                    <a:pt x="17" y="2"/>
                  </a:lnTo>
                  <a:lnTo>
                    <a:pt x="23" y="0"/>
                  </a:lnTo>
                  <a:lnTo>
                    <a:pt x="29" y="0"/>
                  </a:lnTo>
                  <a:lnTo>
                    <a:pt x="29" y="12"/>
                  </a:lnTo>
                </a:path>
              </a:pathLst>
            </a:custGeom>
            <a:noFill/>
            <a:ln w="0">
              <a:solidFill>
                <a:srgbClr val="FFCC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77" name="Freeform 166"/>
            <p:cNvSpPr>
              <a:spLocks/>
            </p:cNvSpPr>
            <p:nvPr/>
          </p:nvSpPr>
          <p:spPr bwMode="auto">
            <a:xfrm>
              <a:off x="3186" y="3877"/>
              <a:ext cx="23" cy="19"/>
            </a:xfrm>
            <a:custGeom>
              <a:avLst/>
              <a:gdLst>
                <a:gd name="T0" fmla="*/ 0 w 23"/>
                <a:gd name="T1" fmla="*/ 19 h 19"/>
                <a:gd name="T2" fmla="*/ 23 w 23"/>
                <a:gd name="T3" fmla="*/ 19 h 19"/>
                <a:gd name="T4" fmla="*/ 8 w 23"/>
                <a:gd name="T5" fmla="*/ 0 h 19"/>
                <a:gd name="T6" fmla="*/ 0 w 23"/>
                <a:gd name="T7" fmla="*/ 0 h 19"/>
                <a:gd name="T8" fmla="*/ 0 w 23"/>
                <a:gd name="T9" fmla="*/ 6 h 19"/>
                <a:gd name="T10" fmla="*/ 0 w 23"/>
                <a:gd name="T11" fmla="*/ 19 h 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 h="19">
                  <a:moveTo>
                    <a:pt x="0" y="19"/>
                  </a:moveTo>
                  <a:lnTo>
                    <a:pt x="23" y="19"/>
                  </a:lnTo>
                  <a:lnTo>
                    <a:pt x="8" y="0"/>
                  </a:lnTo>
                  <a:lnTo>
                    <a:pt x="0" y="0"/>
                  </a:lnTo>
                  <a:lnTo>
                    <a:pt x="0" y="6"/>
                  </a:lnTo>
                  <a:lnTo>
                    <a:pt x="0" y="19"/>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78" name="Freeform 167"/>
            <p:cNvSpPr>
              <a:spLocks/>
            </p:cNvSpPr>
            <p:nvPr/>
          </p:nvSpPr>
          <p:spPr bwMode="auto">
            <a:xfrm>
              <a:off x="3186" y="3877"/>
              <a:ext cx="23" cy="19"/>
            </a:xfrm>
            <a:custGeom>
              <a:avLst/>
              <a:gdLst>
                <a:gd name="T0" fmla="*/ 0 w 23"/>
                <a:gd name="T1" fmla="*/ 19 h 19"/>
                <a:gd name="T2" fmla="*/ 23 w 23"/>
                <a:gd name="T3" fmla="*/ 19 h 19"/>
                <a:gd name="T4" fmla="*/ 8 w 23"/>
                <a:gd name="T5" fmla="*/ 0 h 19"/>
                <a:gd name="T6" fmla="*/ 0 w 23"/>
                <a:gd name="T7" fmla="*/ 0 h 19"/>
                <a:gd name="T8" fmla="*/ 0 w 23"/>
                <a:gd name="T9" fmla="*/ 6 h 19"/>
                <a:gd name="T10" fmla="*/ 0 w 23"/>
                <a:gd name="T11" fmla="*/ 19 h 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 h="19">
                  <a:moveTo>
                    <a:pt x="0" y="19"/>
                  </a:moveTo>
                  <a:lnTo>
                    <a:pt x="23" y="19"/>
                  </a:lnTo>
                  <a:lnTo>
                    <a:pt x="8" y="0"/>
                  </a:lnTo>
                  <a:lnTo>
                    <a:pt x="0" y="0"/>
                  </a:lnTo>
                  <a:lnTo>
                    <a:pt x="0" y="6"/>
                  </a:lnTo>
                  <a:lnTo>
                    <a:pt x="0" y="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79" name="Freeform 168"/>
            <p:cNvSpPr>
              <a:spLocks/>
            </p:cNvSpPr>
            <p:nvPr/>
          </p:nvSpPr>
          <p:spPr bwMode="auto">
            <a:xfrm>
              <a:off x="3183" y="3871"/>
              <a:ext cx="11" cy="12"/>
            </a:xfrm>
            <a:custGeom>
              <a:avLst/>
              <a:gdLst>
                <a:gd name="T0" fmla="*/ 11 w 11"/>
                <a:gd name="T1" fmla="*/ 6 h 12"/>
                <a:gd name="T2" fmla="*/ 11 w 11"/>
                <a:gd name="T3" fmla="*/ 4 h 12"/>
                <a:gd name="T4" fmla="*/ 11 w 11"/>
                <a:gd name="T5" fmla="*/ 2 h 12"/>
                <a:gd name="T6" fmla="*/ 11 w 11"/>
                <a:gd name="T7" fmla="*/ 2 h 12"/>
                <a:gd name="T8" fmla="*/ 9 w 11"/>
                <a:gd name="T9" fmla="*/ 0 h 12"/>
                <a:gd name="T10" fmla="*/ 7 w 11"/>
                <a:gd name="T11" fmla="*/ 0 h 12"/>
                <a:gd name="T12" fmla="*/ 3 w 11"/>
                <a:gd name="T13" fmla="*/ 0 h 12"/>
                <a:gd name="T14" fmla="*/ 3 w 11"/>
                <a:gd name="T15" fmla="*/ 0 h 12"/>
                <a:gd name="T16" fmla="*/ 2 w 11"/>
                <a:gd name="T17" fmla="*/ 2 h 12"/>
                <a:gd name="T18" fmla="*/ 2 w 11"/>
                <a:gd name="T19" fmla="*/ 2 h 12"/>
                <a:gd name="T20" fmla="*/ 0 w 11"/>
                <a:gd name="T21" fmla="*/ 4 h 12"/>
                <a:gd name="T22" fmla="*/ 0 w 11"/>
                <a:gd name="T23" fmla="*/ 6 h 12"/>
                <a:gd name="T24" fmla="*/ 2 w 11"/>
                <a:gd name="T25" fmla="*/ 10 h 12"/>
                <a:gd name="T26" fmla="*/ 2 w 11"/>
                <a:gd name="T27" fmla="*/ 10 h 12"/>
                <a:gd name="T28" fmla="*/ 3 w 11"/>
                <a:gd name="T29" fmla="*/ 10 h 12"/>
                <a:gd name="T30" fmla="*/ 3 w 11"/>
                <a:gd name="T31" fmla="*/ 12 h 12"/>
                <a:gd name="T32" fmla="*/ 5 w 11"/>
                <a:gd name="T33" fmla="*/ 12 h 12"/>
                <a:gd name="T34" fmla="*/ 7 w 11"/>
                <a:gd name="T35" fmla="*/ 12 h 12"/>
                <a:gd name="T36" fmla="*/ 11 w 11"/>
                <a:gd name="T37" fmla="*/ 10 h 12"/>
                <a:gd name="T38" fmla="*/ 11 w 11"/>
                <a:gd name="T39" fmla="*/ 10 h 12"/>
                <a:gd name="T40" fmla="*/ 11 w 11"/>
                <a:gd name="T41" fmla="*/ 8 h 12"/>
                <a:gd name="T42" fmla="*/ 11 w 11"/>
                <a:gd name="T43" fmla="*/ 6 h 12"/>
                <a:gd name="T44" fmla="*/ 11 w 11"/>
                <a:gd name="T45" fmla="*/ 6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1" h="12">
                  <a:moveTo>
                    <a:pt x="11" y="6"/>
                  </a:moveTo>
                  <a:lnTo>
                    <a:pt x="11" y="4"/>
                  </a:lnTo>
                  <a:lnTo>
                    <a:pt x="11" y="2"/>
                  </a:lnTo>
                  <a:lnTo>
                    <a:pt x="9" y="0"/>
                  </a:lnTo>
                  <a:lnTo>
                    <a:pt x="7" y="0"/>
                  </a:lnTo>
                  <a:lnTo>
                    <a:pt x="3" y="0"/>
                  </a:lnTo>
                  <a:lnTo>
                    <a:pt x="2" y="2"/>
                  </a:lnTo>
                  <a:lnTo>
                    <a:pt x="0" y="4"/>
                  </a:lnTo>
                  <a:lnTo>
                    <a:pt x="0" y="6"/>
                  </a:lnTo>
                  <a:lnTo>
                    <a:pt x="2" y="10"/>
                  </a:lnTo>
                  <a:lnTo>
                    <a:pt x="3" y="10"/>
                  </a:lnTo>
                  <a:lnTo>
                    <a:pt x="3" y="12"/>
                  </a:lnTo>
                  <a:lnTo>
                    <a:pt x="5" y="12"/>
                  </a:lnTo>
                  <a:lnTo>
                    <a:pt x="7" y="12"/>
                  </a:lnTo>
                  <a:lnTo>
                    <a:pt x="11" y="10"/>
                  </a:lnTo>
                  <a:lnTo>
                    <a:pt x="11" y="8"/>
                  </a:lnTo>
                  <a:lnTo>
                    <a:pt x="11" y="6"/>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80" name="Freeform 169"/>
            <p:cNvSpPr>
              <a:spLocks/>
            </p:cNvSpPr>
            <p:nvPr/>
          </p:nvSpPr>
          <p:spPr bwMode="auto">
            <a:xfrm>
              <a:off x="3183" y="3871"/>
              <a:ext cx="11" cy="12"/>
            </a:xfrm>
            <a:custGeom>
              <a:avLst/>
              <a:gdLst>
                <a:gd name="T0" fmla="*/ 11 w 11"/>
                <a:gd name="T1" fmla="*/ 6 h 12"/>
                <a:gd name="T2" fmla="*/ 11 w 11"/>
                <a:gd name="T3" fmla="*/ 4 h 12"/>
                <a:gd name="T4" fmla="*/ 11 w 11"/>
                <a:gd name="T5" fmla="*/ 2 h 12"/>
                <a:gd name="T6" fmla="*/ 11 w 11"/>
                <a:gd name="T7" fmla="*/ 2 h 12"/>
                <a:gd name="T8" fmla="*/ 9 w 11"/>
                <a:gd name="T9" fmla="*/ 0 h 12"/>
                <a:gd name="T10" fmla="*/ 7 w 11"/>
                <a:gd name="T11" fmla="*/ 0 h 12"/>
                <a:gd name="T12" fmla="*/ 3 w 11"/>
                <a:gd name="T13" fmla="*/ 0 h 12"/>
                <a:gd name="T14" fmla="*/ 3 w 11"/>
                <a:gd name="T15" fmla="*/ 0 h 12"/>
                <a:gd name="T16" fmla="*/ 2 w 11"/>
                <a:gd name="T17" fmla="*/ 2 h 12"/>
                <a:gd name="T18" fmla="*/ 2 w 11"/>
                <a:gd name="T19" fmla="*/ 2 h 12"/>
                <a:gd name="T20" fmla="*/ 0 w 11"/>
                <a:gd name="T21" fmla="*/ 4 h 12"/>
                <a:gd name="T22" fmla="*/ 0 w 11"/>
                <a:gd name="T23" fmla="*/ 6 h 12"/>
                <a:gd name="T24" fmla="*/ 2 w 11"/>
                <a:gd name="T25" fmla="*/ 10 h 12"/>
                <a:gd name="T26" fmla="*/ 2 w 11"/>
                <a:gd name="T27" fmla="*/ 10 h 12"/>
                <a:gd name="T28" fmla="*/ 3 w 11"/>
                <a:gd name="T29" fmla="*/ 10 h 12"/>
                <a:gd name="T30" fmla="*/ 3 w 11"/>
                <a:gd name="T31" fmla="*/ 12 h 12"/>
                <a:gd name="T32" fmla="*/ 5 w 11"/>
                <a:gd name="T33" fmla="*/ 12 h 12"/>
                <a:gd name="T34" fmla="*/ 7 w 11"/>
                <a:gd name="T35" fmla="*/ 12 h 12"/>
                <a:gd name="T36" fmla="*/ 11 w 11"/>
                <a:gd name="T37" fmla="*/ 10 h 12"/>
                <a:gd name="T38" fmla="*/ 11 w 11"/>
                <a:gd name="T39" fmla="*/ 10 h 12"/>
                <a:gd name="T40" fmla="*/ 11 w 11"/>
                <a:gd name="T41" fmla="*/ 8 h 12"/>
                <a:gd name="T42" fmla="*/ 11 w 11"/>
                <a:gd name="T43" fmla="*/ 6 h 12"/>
                <a:gd name="T44" fmla="*/ 11 w 11"/>
                <a:gd name="T45" fmla="*/ 6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1" h="12">
                  <a:moveTo>
                    <a:pt x="11" y="6"/>
                  </a:moveTo>
                  <a:lnTo>
                    <a:pt x="11" y="4"/>
                  </a:lnTo>
                  <a:lnTo>
                    <a:pt x="11" y="2"/>
                  </a:lnTo>
                  <a:lnTo>
                    <a:pt x="9" y="0"/>
                  </a:lnTo>
                  <a:lnTo>
                    <a:pt x="7" y="0"/>
                  </a:lnTo>
                  <a:lnTo>
                    <a:pt x="3" y="0"/>
                  </a:lnTo>
                  <a:lnTo>
                    <a:pt x="2" y="2"/>
                  </a:lnTo>
                  <a:lnTo>
                    <a:pt x="0" y="4"/>
                  </a:lnTo>
                  <a:lnTo>
                    <a:pt x="0" y="6"/>
                  </a:lnTo>
                  <a:lnTo>
                    <a:pt x="2" y="10"/>
                  </a:lnTo>
                  <a:lnTo>
                    <a:pt x="3" y="10"/>
                  </a:lnTo>
                  <a:lnTo>
                    <a:pt x="3" y="12"/>
                  </a:lnTo>
                  <a:lnTo>
                    <a:pt x="5" y="12"/>
                  </a:lnTo>
                  <a:lnTo>
                    <a:pt x="7" y="12"/>
                  </a:lnTo>
                  <a:lnTo>
                    <a:pt x="11" y="10"/>
                  </a:lnTo>
                  <a:lnTo>
                    <a:pt x="11" y="8"/>
                  </a:lnTo>
                  <a:lnTo>
                    <a:pt x="11" y="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81" name="Line 170"/>
            <p:cNvSpPr>
              <a:spLocks noChangeShapeType="1"/>
            </p:cNvSpPr>
            <p:nvPr/>
          </p:nvSpPr>
          <p:spPr bwMode="auto">
            <a:xfrm>
              <a:off x="3282" y="3160"/>
              <a:ext cx="5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82" name="Line 171"/>
            <p:cNvSpPr>
              <a:spLocks noChangeShapeType="1"/>
            </p:cNvSpPr>
            <p:nvPr/>
          </p:nvSpPr>
          <p:spPr bwMode="auto">
            <a:xfrm>
              <a:off x="3280" y="3175"/>
              <a:ext cx="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83" name="Line 172"/>
            <p:cNvSpPr>
              <a:spLocks noChangeShapeType="1"/>
            </p:cNvSpPr>
            <p:nvPr/>
          </p:nvSpPr>
          <p:spPr bwMode="auto">
            <a:xfrm flipV="1">
              <a:off x="3297" y="3154"/>
              <a:ext cx="1" cy="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84" name="Line 173"/>
            <p:cNvSpPr>
              <a:spLocks noChangeShapeType="1"/>
            </p:cNvSpPr>
            <p:nvPr/>
          </p:nvSpPr>
          <p:spPr bwMode="auto">
            <a:xfrm flipV="1">
              <a:off x="3322" y="3149"/>
              <a:ext cx="1"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85" name="Line 174"/>
            <p:cNvSpPr>
              <a:spLocks noChangeShapeType="1"/>
            </p:cNvSpPr>
            <p:nvPr/>
          </p:nvSpPr>
          <p:spPr bwMode="auto">
            <a:xfrm flipV="1">
              <a:off x="3273" y="3131"/>
              <a:ext cx="84"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86" name="Line 175"/>
            <p:cNvSpPr>
              <a:spLocks noChangeShapeType="1"/>
            </p:cNvSpPr>
            <p:nvPr/>
          </p:nvSpPr>
          <p:spPr bwMode="auto">
            <a:xfrm flipV="1">
              <a:off x="3267" y="3139"/>
              <a:ext cx="90" cy="2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87" name="Freeform 176"/>
            <p:cNvSpPr>
              <a:spLocks/>
            </p:cNvSpPr>
            <p:nvPr/>
          </p:nvSpPr>
          <p:spPr bwMode="auto">
            <a:xfrm>
              <a:off x="3250" y="3145"/>
              <a:ext cx="26" cy="27"/>
            </a:xfrm>
            <a:custGeom>
              <a:avLst/>
              <a:gdLst>
                <a:gd name="T0" fmla="*/ 26 w 26"/>
                <a:gd name="T1" fmla="*/ 15 h 27"/>
                <a:gd name="T2" fmla="*/ 26 w 26"/>
                <a:gd name="T3" fmla="*/ 11 h 27"/>
                <a:gd name="T4" fmla="*/ 24 w 26"/>
                <a:gd name="T5" fmla="*/ 7 h 27"/>
                <a:gd name="T6" fmla="*/ 23 w 26"/>
                <a:gd name="T7" fmla="*/ 7 h 27"/>
                <a:gd name="T8" fmla="*/ 23 w 26"/>
                <a:gd name="T9" fmla="*/ 6 h 27"/>
                <a:gd name="T10" fmla="*/ 21 w 26"/>
                <a:gd name="T11" fmla="*/ 4 h 27"/>
                <a:gd name="T12" fmla="*/ 17 w 26"/>
                <a:gd name="T13" fmla="*/ 2 h 27"/>
                <a:gd name="T14" fmla="*/ 15 w 26"/>
                <a:gd name="T15" fmla="*/ 0 h 27"/>
                <a:gd name="T16" fmla="*/ 13 w 26"/>
                <a:gd name="T17" fmla="*/ 0 h 27"/>
                <a:gd name="T18" fmla="*/ 9 w 26"/>
                <a:gd name="T19" fmla="*/ 2 h 27"/>
                <a:gd name="T20" fmla="*/ 7 w 26"/>
                <a:gd name="T21" fmla="*/ 2 h 27"/>
                <a:gd name="T22" fmla="*/ 5 w 26"/>
                <a:gd name="T23" fmla="*/ 4 h 27"/>
                <a:gd name="T24" fmla="*/ 3 w 26"/>
                <a:gd name="T25" fmla="*/ 6 h 27"/>
                <a:gd name="T26" fmla="*/ 2 w 26"/>
                <a:gd name="T27" fmla="*/ 7 h 27"/>
                <a:gd name="T28" fmla="*/ 2 w 26"/>
                <a:gd name="T29" fmla="*/ 9 h 27"/>
                <a:gd name="T30" fmla="*/ 0 w 26"/>
                <a:gd name="T31" fmla="*/ 13 h 27"/>
                <a:gd name="T32" fmla="*/ 0 w 26"/>
                <a:gd name="T33" fmla="*/ 15 h 27"/>
                <a:gd name="T34" fmla="*/ 2 w 26"/>
                <a:gd name="T35" fmla="*/ 17 h 27"/>
                <a:gd name="T36" fmla="*/ 3 w 26"/>
                <a:gd name="T37" fmla="*/ 21 h 27"/>
                <a:gd name="T38" fmla="*/ 5 w 26"/>
                <a:gd name="T39" fmla="*/ 23 h 27"/>
                <a:gd name="T40" fmla="*/ 7 w 26"/>
                <a:gd name="T41" fmla="*/ 25 h 27"/>
                <a:gd name="T42" fmla="*/ 7 w 26"/>
                <a:gd name="T43" fmla="*/ 25 h 27"/>
                <a:gd name="T44" fmla="*/ 11 w 26"/>
                <a:gd name="T45" fmla="*/ 27 h 27"/>
                <a:gd name="T46" fmla="*/ 15 w 26"/>
                <a:gd name="T47" fmla="*/ 27 h 27"/>
                <a:gd name="T48" fmla="*/ 17 w 26"/>
                <a:gd name="T49" fmla="*/ 27 h 27"/>
                <a:gd name="T50" fmla="*/ 19 w 26"/>
                <a:gd name="T51" fmla="*/ 25 h 27"/>
                <a:gd name="T52" fmla="*/ 23 w 26"/>
                <a:gd name="T53" fmla="*/ 23 h 27"/>
                <a:gd name="T54" fmla="*/ 23 w 26"/>
                <a:gd name="T55" fmla="*/ 23 h 27"/>
                <a:gd name="T56" fmla="*/ 24 w 26"/>
                <a:gd name="T57" fmla="*/ 21 h 27"/>
                <a:gd name="T58" fmla="*/ 24 w 26"/>
                <a:gd name="T59" fmla="*/ 17 h 27"/>
                <a:gd name="T60" fmla="*/ 26 w 26"/>
                <a:gd name="T61" fmla="*/ 15 h 27"/>
                <a:gd name="T62" fmla="*/ 26 w 26"/>
                <a:gd name="T63" fmla="*/ 15 h 2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6" h="27">
                  <a:moveTo>
                    <a:pt x="26" y="15"/>
                  </a:moveTo>
                  <a:lnTo>
                    <a:pt x="26" y="11"/>
                  </a:lnTo>
                  <a:lnTo>
                    <a:pt x="24" y="7"/>
                  </a:lnTo>
                  <a:lnTo>
                    <a:pt x="23" y="7"/>
                  </a:lnTo>
                  <a:lnTo>
                    <a:pt x="23" y="6"/>
                  </a:lnTo>
                  <a:lnTo>
                    <a:pt x="21" y="4"/>
                  </a:lnTo>
                  <a:lnTo>
                    <a:pt x="17" y="2"/>
                  </a:lnTo>
                  <a:lnTo>
                    <a:pt x="15" y="0"/>
                  </a:lnTo>
                  <a:lnTo>
                    <a:pt x="13" y="0"/>
                  </a:lnTo>
                  <a:lnTo>
                    <a:pt x="9" y="2"/>
                  </a:lnTo>
                  <a:lnTo>
                    <a:pt x="7" y="2"/>
                  </a:lnTo>
                  <a:lnTo>
                    <a:pt x="5" y="4"/>
                  </a:lnTo>
                  <a:lnTo>
                    <a:pt x="3" y="6"/>
                  </a:lnTo>
                  <a:lnTo>
                    <a:pt x="2" y="7"/>
                  </a:lnTo>
                  <a:lnTo>
                    <a:pt x="2" y="9"/>
                  </a:lnTo>
                  <a:lnTo>
                    <a:pt x="0" y="13"/>
                  </a:lnTo>
                  <a:lnTo>
                    <a:pt x="0" y="15"/>
                  </a:lnTo>
                  <a:lnTo>
                    <a:pt x="2" y="17"/>
                  </a:lnTo>
                  <a:lnTo>
                    <a:pt x="3" y="21"/>
                  </a:lnTo>
                  <a:lnTo>
                    <a:pt x="5" y="23"/>
                  </a:lnTo>
                  <a:lnTo>
                    <a:pt x="7" y="25"/>
                  </a:lnTo>
                  <a:lnTo>
                    <a:pt x="11" y="27"/>
                  </a:lnTo>
                  <a:lnTo>
                    <a:pt x="15" y="27"/>
                  </a:lnTo>
                  <a:lnTo>
                    <a:pt x="17" y="27"/>
                  </a:lnTo>
                  <a:lnTo>
                    <a:pt x="19" y="25"/>
                  </a:lnTo>
                  <a:lnTo>
                    <a:pt x="23" y="23"/>
                  </a:lnTo>
                  <a:lnTo>
                    <a:pt x="24" y="21"/>
                  </a:lnTo>
                  <a:lnTo>
                    <a:pt x="24" y="17"/>
                  </a:lnTo>
                  <a:lnTo>
                    <a:pt x="26"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88" name="Freeform 177"/>
            <p:cNvSpPr>
              <a:spLocks/>
            </p:cNvSpPr>
            <p:nvPr/>
          </p:nvSpPr>
          <p:spPr bwMode="auto">
            <a:xfrm>
              <a:off x="3250" y="3145"/>
              <a:ext cx="26" cy="27"/>
            </a:xfrm>
            <a:custGeom>
              <a:avLst/>
              <a:gdLst>
                <a:gd name="T0" fmla="*/ 26 w 26"/>
                <a:gd name="T1" fmla="*/ 15 h 27"/>
                <a:gd name="T2" fmla="*/ 26 w 26"/>
                <a:gd name="T3" fmla="*/ 11 h 27"/>
                <a:gd name="T4" fmla="*/ 24 w 26"/>
                <a:gd name="T5" fmla="*/ 7 h 27"/>
                <a:gd name="T6" fmla="*/ 23 w 26"/>
                <a:gd name="T7" fmla="*/ 7 h 27"/>
                <a:gd name="T8" fmla="*/ 23 w 26"/>
                <a:gd name="T9" fmla="*/ 6 h 27"/>
                <a:gd name="T10" fmla="*/ 21 w 26"/>
                <a:gd name="T11" fmla="*/ 4 h 27"/>
                <a:gd name="T12" fmla="*/ 17 w 26"/>
                <a:gd name="T13" fmla="*/ 2 h 27"/>
                <a:gd name="T14" fmla="*/ 15 w 26"/>
                <a:gd name="T15" fmla="*/ 0 h 27"/>
                <a:gd name="T16" fmla="*/ 13 w 26"/>
                <a:gd name="T17" fmla="*/ 0 h 27"/>
                <a:gd name="T18" fmla="*/ 9 w 26"/>
                <a:gd name="T19" fmla="*/ 2 h 27"/>
                <a:gd name="T20" fmla="*/ 7 w 26"/>
                <a:gd name="T21" fmla="*/ 2 h 27"/>
                <a:gd name="T22" fmla="*/ 5 w 26"/>
                <a:gd name="T23" fmla="*/ 4 h 27"/>
                <a:gd name="T24" fmla="*/ 3 w 26"/>
                <a:gd name="T25" fmla="*/ 6 h 27"/>
                <a:gd name="T26" fmla="*/ 2 w 26"/>
                <a:gd name="T27" fmla="*/ 7 h 27"/>
                <a:gd name="T28" fmla="*/ 2 w 26"/>
                <a:gd name="T29" fmla="*/ 9 h 27"/>
                <a:gd name="T30" fmla="*/ 0 w 26"/>
                <a:gd name="T31" fmla="*/ 13 h 27"/>
                <a:gd name="T32" fmla="*/ 0 w 26"/>
                <a:gd name="T33" fmla="*/ 15 h 27"/>
                <a:gd name="T34" fmla="*/ 2 w 26"/>
                <a:gd name="T35" fmla="*/ 17 h 27"/>
                <a:gd name="T36" fmla="*/ 3 w 26"/>
                <a:gd name="T37" fmla="*/ 21 h 27"/>
                <a:gd name="T38" fmla="*/ 5 w 26"/>
                <a:gd name="T39" fmla="*/ 23 h 27"/>
                <a:gd name="T40" fmla="*/ 7 w 26"/>
                <a:gd name="T41" fmla="*/ 25 h 27"/>
                <a:gd name="T42" fmla="*/ 7 w 26"/>
                <a:gd name="T43" fmla="*/ 25 h 27"/>
                <a:gd name="T44" fmla="*/ 11 w 26"/>
                <a:gd name="T45" fmla="*/ 27 h 27"/>
                <a:gd name="T46" fmla="*/ 15 w 26"/>
                <a:gd name="T47" fmla="*/ 27 h 27"/>
                <a:gd name="T48" fmla="*/ 17 w 26"/>
                <a:gd name="T49" fmla="*/ 27 h 27"/>
                <a:gd name="T50" fmla="*/ 19 w 26"/>
                <a:gd name="T51" fmla="*/ 25 h 27"/>
                <a:gd name="T52" fmla="*/ 23 w 26"/>
                <a:gd name="T53" fmla="*/ 23 h 27"/>
                <a:gd name="T54" fmla="*/ 23 w 26"/>
                <a:gd name="T55" fmla="*/ 23 h 27"/>
                <a:gd name="T56" fmla="*/ 24 w 26"/>
                <a:gd name="T57" fmla="*/ 21 h 27"/>
                <a:gd name="T58" fmla="*/ 24 w 26"/>
                <a:gd name="T59" fmla="*/ 17 h 27"/>
                <a:gd name="T60" fmla="*/ 26 w 26"/>
                <a:gd name="T61" fmla="*/ 15 h 27"/>
                <a:gd name="T62" fmla="*/ 26 w 26"/>
                <a:gd name="T63" fmla="*/ 15 h 2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6" h="27">
                  <a:moveTo>
                    <a:pt x="26" y="15"/>
                  </a:moveTo>
                  <a:lnTo>
                    <a:pt x="26" y="11"/>
                  </a:lnTo>
                  <a:lnTo>
                    <a:pt x="24" y="7"/>
                  </a:lnTo>
                  <a:lnTo>
                    <a:pt x="23" y="7"/>
                  </a:lnTo>
                  <a:lnTo>
                    <a:pt x="23" y="6"/>
                  </a:lnTo>
                  <a:lnTo>
                    <a:pt x="21" y="4"/>
                  </a:lnTo>
                  <a:lnTo>
                    <a:pt x="17" y="2"/>
                  </a:lnTo>
                  <a:lnTo>
                    <a:pt x="15" y="0"/>
                  </a:lnTo>
                  <a:lnTo>
                    <a:pt x="13" y="0"/>
                  </a:lnTo>
                  <a:lnTo>
                    <a:pt x="9" y="2"/>
                  </a:lnTo>
                  <a:lnTo>
                    <a:pt x="7" y="2"/>
                  </a:lnTo>
                  <a:lnTo>
                    <a:pt x="5" y="4"/>
                  </a:lnTo>
                  <a:lnTo>
                    <a:pt x="3" y="6"/>
                  </a:lnTo>
                  <a:lnTo>
                    <a:pt x="2" y="7"/>
                  </a:lnTo>
                  <a:lnTo>
                    <a:pt x="2" y="9"/>
                  </a:lnTo>
                  <a:lnTo>
                    <a:pt x="0" y="13"/>
                  </a:lnTo>
                  <a:lnTo>
                    <a:pt x="0" y="15"/>
                  </a:lnTo>
                  <a:lnTo>
                    <a:pt x="2" y="17"/>
                  </a:lnTo>
                  <a:lnTo>
                    <a:pt x="3" y="21"/>
                  </a:lnTo>
                  <a:lnTo>
                    <a:pt x="5" y="23"/>
                  </a:lnTo>
                  <a:lnTo>
                    <a:pt x="7" y="25"/>
                  </a:lnTo>
                  <a:lnTo>
                    <a:pt x="11" y="27"/>
                  </a:lnTo>
                  <a:lnTo>
                    <a:pt x="15" y="27"/>
                  </a:lnTo>
                  <a:lnTo>
                    <a:pt x="17" y="27"/>
                  </a:lnTo>
                  <a:lnTo>
                    <a:pt x="19" y="25"/>
                  </a:lnTo>
                  <a:lnTo>
                    <a:pt x="23" y="23"/>
                  </a:lnTo>
                  <a:lnTo>
                    <a:pt x="24" y="21"/>
                  </a:lnTo>
                  <a:lnTo>
                    <a:pt x="24" y="17"/>
                  </a:lnTo>
                  <a:lnTo>
                    <a:pt x="26" y="15"/>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89" name="Freeform 178"/>
            <p:cNvSpPr>
              <a:spLocks/>
            </p:cNvSpPr>
            <p:nvPr/>
          </p:nvSpPr>
          <p:spPr bwMode="auto">
            <a:xfrm>
              <a:off x="3177" y="3145"/>
              <a:ext cx="25" cy="27"/>
            </a:xfrm>
            <a:custGeom>
              <a:avLst/>
              <a:gdLst>
                <a:gd name="T0" fmla="*/ 25 w 25"/>
                <a:gd name="T1" fmla="*/ 13 h 27"/>
                <a:gd name="T2" fmla="*/ 25 w 25"/>
                <a:gd name="T3" fmla="*/ 11 h 27"/>
                <a:gd name="T4" fmla="*/ 25 w 25"/>
                <a:gd name="T5" fmla="*/ 7 h 27"/>
                <a:gd name="T6" fmla="*/ 23 w 25"/>
                <a:gd name="T7" fmla="*/ 7 h 27"/>
                <a:gd name="T8" fmla="*/ 21 w 25"/>
                <a:gd name="T9" fmla="*/ 4 h 27"/>
                <a:gd name="T10" fmla="*/ 19 w 25"/>
                <a:gd name="T11" fmla="*/ 2 h 27"/>
                <a:gd name="T12" fmla="*/ 17 w 25"/>
                <a:gd name="T13" fmla="*/ 2 h 27"/>
                <a:gd name="T14" fmla="*/ 15 w 25"/>
                <a:gd name="T15" fmla="*/ 0 h 27"/>
                <a:gd name="T16" fmla="*/ 11 w 25"/>
                <a:gd name="T17" fmla="*/ 0 h 27"/>
                <a:gd name="T18" fmla="*/ 9 w 25"/>
                <a:gd name="T19" fmla="*/ 0 h 27"/>
                <a:gd name="T20" fmla="*/ 8 w 25"/>
                <a:gd name="T21" fmla="*/ 2 h 27"/>
                <a:gd name="T22" fmla="*/ 4 w 25"/>
                <a:gd name="T23" fmla="*/ 4 h 27"/>
                <a:gd name="T24" fmla="*/ 2 w 25"/>
                <a:gd name="T25" fmla="*/ 6 h 27"/>
                <a:gd name="T26" fmla="*/ 2 w 25"/>
                <a:gd name="T27" fmla="*/ 7 h 27"/>
                <a:gd name="T28" fmla="*/ 0 w 25"/>
                <a:gd name="T29" fmla="*/ 9 h 27"/>
                <a:gd name="T30" fmla="*/ 0 w 25"/>
                <a:gd name="T31" fmla="*/ 13 h 27"/>
                <a:gd name="T32" fmla="*/ 0 w 25"/>
                <a:gd name="T33" fmla="*/ 15 h 27"/>
                <a:gd name="T34" fmla="*/ 2 w 25"/>
                <a:gd name="T35" fmla="*/ 17 h 27"/>
                <a:gd name="T36" fmla="*/ 2 w 25"/>
                <a:gd name="T37" fmla="*/ 21 h 27"/>
                <a:gd name="T38" fmla="*/ 2 w 25"/>
                <a:gd name="T39" fmla="*/ 23 h 27"/>
                <a:gd name="T40" fmla="*/ 6 w 25"/>
                <a:gd name="T41" fmla="*/ 23 h 27"/>
                <a:gd name="T42" fmla="*/ 8 w 25"/>
                <a:gd name="T43" fmla="*/ 25 h 27"/>
                <a:gd name="T44" fmla="*/ 9 w 25"/>
                <a:gd name="T45" fmla="*/ 27 h 27"/>
                <a:gd name="T46" fmla="*/ 13 w 25"/>
                <a:gd name="T47" fmla="*/ 27 h 27"/>
                <a:gd name="T48" fmla="*/ 15 w 25"/>
                <a:gd name="T49" fmla="*/ 25 h 27"/>
                <a:gd name="T50" fmla="*/ 17 w 25"/>
                <a:gd name="T51" fmla="*/ 25 h 27"/>
                <a:gd name="T52" fmla="*/ 19 w 25"/>
                <a:gd name="T53" fmla="*/ 23 h 27"/>
                <a:gd name="T54" fmla="*/ 23 w 25"/>
                <a:gd name="T55" fmla="*/ 23 h 27"/>
                <a:gd name="T56" fmla="*/ 25 w 25"/>
                <a:gd name="T57" fmla="*/ 21 h 27"/>
                <a:gd name="T58" fmla="*/ 25 w 25"/>
                <a:gd name="T59" fmla="*/ 17 h 27"/>
                <a:gd name="T60" fmla="*/ 25 w 25"/>
                <a:gd name="T61" fmla="*/ 15 h 27"/>
                <a:gd name="T62" fmla="*/ 25 w 25"/>
                <a:gd name="T63" fmla="*/ 13 h 2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5" h="27">
                  <a:moveTo>
                    <a:pt x="25" y="13"/>
                  </a:moveTo>
                  <a:lnTo>
                    <a:pt x="25" y="11"/>
                  </a:lnTo>
                  <a:lnTo>
                    <a:pt x="25" y="7"/>
                  </a:lnTo>
                  <a:lnTo>
                    <a:pt x="23" y="7"/>
                  </a:lnTo>
                  <a:lnTo>
                    <a:pt x="21" y="4"/>
                  </a:lnTo>
                  <a:lnTo>
                    <a:pt x="19" y="2"/>
                  </a:lnTo>
                  <a:lnTo>
                    <a:pt x="17" y="2"/>
                  </a:lnTo>
                  <a:lnTo>
                    <a:pt x="15" y="0"/>
                  </a:lnTo>
                  <a:lnTo>
                    <a:pt x="11" y="0"/>
                  </a:lnTo>
                  <a:lnTo>
                    <a:pt x="9" y="0"/>
                  </a:lnTo>
                  <a:lnTo>
                    <a:pt x="8" y="2"/>
                  </a:lnTo>
                  <a:lnTo>
                    <a:pt x="4" y="4"/>
                  </a:lnTo>
                  <a:lnTo>
                    <a:pt x="2" y="6"/>
                  </a:lnTo>
                  <a:lnTo>
                    <a:pt x="2" y="7"/>
                  </a:lnTo>
                  <a:lnTo>
                    <a:pt x="0" y="9"/>
                  </a:lnTo>
                  <a:lnTo>
                    <a:pt x="0" y="13"/>
                  </a:lnTo>
                  <a:lnTo>
                    <a:pt x="0" y="15"/>
                  </a:lnTo>
                  <a:lnTo>
                    <a:pt x="2" y="17"/>
                  </a:lnTo>
                  <a:lnTo>
                    <a:pt x="2" y="21"/>
                  </a:lnTo>
                  <a:lnTo>
                    <a:pt x="2" y="23"/>
                  </a:lnTo>
                  <a:lnTo>
                    <a:pt x="6" y="23"/>
                  </a:lnTo>
                  <a:lnTo>
                    <a:pt x="8" y="25"/>
                  </a:lnTo>
                  <a:lnTo>
                    <a:pt x="9" y="27"/>
                  </a:lnTo>
                  <a:lnTo>
                    <a:pt x="13" y="27"/>
                  </a:lnTo>
                  <a:lnTo>
                    <a:pt x="15" y="25"/>
                  </a:lnTo>
                  <a:lnTo>
                    <a:pt x="17" y="25"/>
                  </a:lnTo>
                  <a:lnTo>
                    <a:pt x="19" y="23"/>
                  </a:lnTo>
                  <a:lnTo>
                    <a:pt x="23" y="23"/>
                  </a:lnTo>
                  <a:lnTo>
                    <a:pt x="25" y="21"/>
                  </a:lnTo>
                  <a:lnTo>
                    <a:pt x="25" y="17"/>
                  </a:lnTo>
                  <a:lnTo>
                    <a:pt x="25" y="15"/>
                  </a:lnTo>
                  <a:lnTo>
                    <a:pt x="25"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90" name="Freeform 179"/>
            <p:cNvSpPr>
              <a:spLocks/>
            </p:cNvSpPr>
            <p:nvPr/>
          </p:nvSpPr>
          <p:spPr bwMode="auto">
            <a:xfrm>
              <a:off x="3177" y="3145"/>
              <a:ext cx="25" cy="27"/>
            </a:xfrm>
            <a:custGeom>
              <a:avLst/>
              <a:gdLst>
                <a:gd name="T0" fmla="*/ 25 w 25"/>
                <a:gd name="T1" fmla="*/ 13 h 27"/>
                <a:gd name="T2" fmla="*/ 25 w 25"/>
                <a:gd name="T3" fmla="*/ 11 h 27"/>
                <a:gd name="T4" fmla="*/ 25 w 25"/>
                <a:gd name="T5" fmla="*/ 7 h 27"/>
                <a:gd name="T6" fmla="*/ 23 w 25"/>
                <a:gd name="T7" fmla="*/ 7 h 27"/>
                <a:gd name="T8" fmla="*/ 21 w 25"/>
                <a:gd name="T9" fmla="*/ 4 h 27"/>
                <a:gd name="T10" fmla="*/ 19 w 25"/>
                <a:gd name="T11" fmla="*/ 2 h 27"/>
                <a:gd name="T12" fmla="*/ 17 w 25"/>
                <a:gd name="T13" fmla="*/ 2 h 27"/>
                <a:gd name="T14" fmla="*/ 15 w 25"/>
                <a:gd name="T15" fmla="*/ 0 h 27"/>
                <a:gd name="T16" fmla="*/ 11 w 25"/>
                <a:gd name="T17" fmla="*/ 0 h 27"/>
                <a:gd name="T18" fmla="*/ 9 w 25"/>
                <a:gd name="T19" fmla="*/ 0 h 27"/>
                <a:gd name="T20" fmla="*/ 8 w 25"/>
                <a:gd name="T21" fmla="*/ 2 h 27"/>
                <a:gd name="T22" fmla="*/ 4 w 25"/>
                <a:gd name="T23" fmla="*/ 4 h 27"/>
                <a:gd name="T24" fmla="*/ 2 w 25"/>
                <a:gd name="T25" fmla="*/ 6 h 27"/>
                <a:gd name="T26" fmla="*/ 2 w 25"/>
                <a:gd name="T27" fmla="*/ 7 h 27"/>
                <a:gd name="T28" fmla="*/ 0 w 25"/>
                <a:gd name="T29" fmla="*/ 9 h 27"/>
                <a:gd name="T30" fmla="*/ 0 w 25"/>
                <a:gd name="T31" fmla="*/ 13 h 27"/>
                <a:gd name="T32" fmla="*/ 0 w 25"/>
                <a:gd name="T33" fmla="*/ 15 h 27"/>
                <a:gd name="T34" fmla="*/ 2 w 25"/>
                <a:gd name="T35" fmla="*/ 17 h 27"/>
                <a:gd name="T36" fmla="*/ 2 w 25"/>
                <a:gd name="T37" fmla="*/ 21 h 27"/>
                <a:gd name="T38" fmla="*/ 2 w 25"/>
                <a:gd name="T39" fmla="*/ 23 h 27"/>
                <a:gd name="T40" fmla="*/ 6 w 25"/>
                <a:gd name="T41" fmla="*/ 23 h 27"/>
                <a:gd name="T42" fmla="*/ 8 w 25"/>
                <a:gd name="T43" fmla="*/ 25 h 27"/>
                <a:gd name="T44" fmla="*/ 9 w 25"/>
                <a:gd name="T45" fmla="*/ 27 h 27"/>
                <a:gd name="T46" fmla="*/ 13 w 25"/>
                <a:gd name="T47" fmla="*/ 27 h 27"/>
                <a:gd name="T48" fmla="*/ 15 w 25"/>
                <a:gd name="T49" fmla="*/ 25 h 27"/>
                <a:gd name="T50" fmla="*/ 17 w 25"/>
                <a:gd name="T51" fmla="*/ 25 h 27"/>
                <a:gd name="T52" fmla="*/ 19 w 25"/>
                <a:gd name="T53" fmla="*/ 23 h 27"/>
                <a:gd name="T54" fmla="*/ 23 w 25"/>
                <a:gd name="T55" fmla="*/ 23 h 27"/>
                <a:gd name="T56" fmla="*/ 25 w 25"/>
                <a:gd name="T57" fmla="*/ 21 h 27"/>
                <a:gd name="T58" fmla="*/ 25 w 25"/>
                <a:gd name="T59" fmla="*/ 17 h 27"/>
                <a:gd name="T60" fmla="*/ 25 w 25"/>
                <a:gd name="T61" fmla="*/ 15 h 27"/>
                <a:gd name="T62" fmla="*/ 25 w 25"/>
                <a:gd name="T63" fmla="*/ 13 h 2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5" h="27">
                  <a:moveTo>
                    <a:pt x="25" y="13"/>
                  </a:moveTo>
                  <a:lnTo>
                    <a:pt x="25" y="11"/>
                  </a:lnTo>
                  <a:lnTo>
                    <a:pt x="25" y="7"/>
                  </a:lnTo>
                  <a:lnTo>
                    <a:pt x="23" y="7"/>
                  </a:lnTo>
                  <a:lnTo>
                    <a:pt x="21" y="4"/>
                  </a:lnTo>
                  <a:lnTo>
                    <a:pt x="19" y="2"/>
                  </a:lnTo>
                  <a:lnTo>
                    <a:pt x="17" y="2"/>
                  </a:lnTo>
                  <a:lnTo>
                    <a:pt x="15" y="0"/>
                  </a:lnTo>
                  <a:lnTo>
                    <a:pt x="11" y="0"/>
                  </a:lnTo>
                  <a:lnTo>
                    <a:pt x="9" y="0"/>
                  </a:lnTo>
                  <a:lnTo>
                    <a:pt x="8" y="2"/>
                  </a:lnTo>
                  <a:lnTo>
                    <a:pt x="4" y="4"/>
                  </a:lnTo>
                  <a:lnTo>
                    <a:pt x="2" y="6"/>
                  </a:lnTo>
                  <a:lnTo>
                    <a:pt x="2" y="7"/>
                  </a:lnTo>
                  <a:lnTo>
                    <a:pt x="0" y="9"/>
                  </a:lnTo>
                  <a:lnTo>
                    <a:pt x="0" y="13"/>
                  </a:lnTo>
                  <a:lnTo>
                    <a:pt x="0" y="15"/>
                  </a:lnTo>
                  <a:lnTo>
                    <a:pt x="2" y="17"/>
                  </a:lnTo>
                  <a:lnTo>
                    <a:pt x="2" y="21"/>
                  </a:lnTo>
                  <a:lnTo>
                    <a:pt x="2" y="23"/>
                  </a:lnTo>
                  <a:lnTo>
                    <a:pt x="6" y="23"/>
                  </a:lnTo>
                  <a:lnTo>
                    <a:pt x="8" y="25"/>
                  </a:lnTo>
                  <a:lnTo>
                    <a:pt x="9" y="27"/>
                  </a:lnTo>
                  <a:lnTo>
                    <a:pt x="13" y="27"/>
                  </a:lnTo>
                  <a:lnTo>
                    <a:pt x="15" y="25"/>
                  </a:lnTo>
                  <a:lnTo>
                    <a:pt x="17" y="25"/>
                  </a:lnTo>
                  <a:lnTo>
                    <a:pt x="19" y="23"/>
                  </a:lnTo>
                  <a:lnTo>
                    <a:pt x="23" y="23"/>
                  </a:lnTo>
                  <a:lnTo>
                    <a:pt x="25" y="21"/>
                  </a:lnTo>
                  <a:lnTo>
                    <a:pt x="25" y="17"/>
                  </a:lnTo>
                  <a:lnTo>
                    <a:pt x="25" y="15"/>
                  </a:lnTo>
                  <a:lnTo>
                    <a:pt x="25" y="13"/>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91" name="Rectangle 180"/>
            <p:cNvSpPr>
              <a:spLocks noChangeArrowheads="1"/>
            </p:cNvSpPr>
            <p:nvPr/>
          </p:nvSpPr>
          <p:spPr bwMode="auto">
            <a:xfrm>
              <a:off x="3173" y="3156"/>
              <a:ext cx="109" cy="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92" name="Rectangle 181"/>
            <p:cNvSpPr>
              <a:spLocks noChangeArrowheads="1"/>
            </p:cNvSpPr>
            <p:nvPr/>
          </p:nvSpPr>
          <p:spPr bwMode="auto">
            <a:xfrm>
              <a:off x="3173" y="3156"/>
              <a:ext cx="109" cy="6"/>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93" name="Freeform 182"/>
            <p:cNvSpPr>
              <a:spLocks/>
            </p:cNvSpPr>
            <p:nvPr/>
          </p:nvSpPr>
          <p:spPr bwMode="auto">
            <a:xfrm>
              <a:off x="3252" y="4006"/>
              <a:ext cx="13" cy="13"/>
            </a:xfrm>
            <a:custGeom>
              <a:avLst/>
              <a:gdLst>
                <a:gd name="T0" fmla="*/ 13 w 13"/>
                <a:gd name="T1" fmla="*/ 7 h 13"/>
                <a:gd name="T2" fmla="*/ 11 w 13"/>
                <a:gd name="T3" fmla="*/ 3 h 13"/>
                <a:gd name="T4" fmla="*/ 11 w 13"/>
                <a:gd name="T5" fmla="*/ 1 h 13"/>
                <a:gd name="T6" fmla="*/ 9 w 13"/>
                <a:gd name="T7" fmla="*/ 0 h 13"/>
                <a:gd name="T8" fmla="*/ 7 w 13"/>
                <a:gd name="T9" fmla="*/ 0 h 13"/>
                <a:gd name="T10" fmla="*/ 5 w 13"/>
                <a:gd name="T11" fmla="*/ 0 h 13"/>
                <a:gd name="T12" fmla="*/ 5 w 13"/>
                <a:gd name="T13" fmla="*/ 0 h 13"/>
                <a:gd name="T14" fmla="*/ 3 w 13"/>
                <a:gd name="T15" fmla="*/ 0 h 13"/>
                <a:gd name="T16" fmla="*/ 1 w 13"/>
                <a:gd name="T17" fmla="*/ 1 h 13"/>
                <a:gd name="T18" fmla="*/ 0 w 13"/>
                <a:gd name="T19" fmla="*/ 3 h 13"/>
                <a:gd name="T20" fmla="*/ 0 w 13"/>
                <a:gd name="T21" fmla="*/ 5 h 13"/>
                <a:gd name="T22" fmla="*/ 0 w 13"/>
                <a:gd name="T23" fmla="*/ 7 h 13"/>
                <a:gd name="T24" fmla="*/ 0 w 13"/>
                <a:gd name="T25" fmla="*/ 7 h 13"/>
                <a:gd name="T26" fmla="*/ 0 w 13"/>
                <a:gd name="T27" fmla="*/ 9 h 13"/>
                <a:gd name="T28" fmla="*/ 1 w 13"/>
                <a:gd name="T29" fmla="*/ 11 h 13"/>
                <a:gd name="T30" fmla="*/ 3 w 13"/>
                <a:gd name="T31" fmla="*/ 11 h 13"/>
                <a:gd name="T32" fmla="*/ 5 w 13"/>
                <a:gd name="T33" fmla="*/ 13 h 13"/>
                <a:gd name="T34" fmla="*/ 7 w 13"/>
                <a:gd name="T35" fmla="*/ 11 h 13"/>
                <a:gd name="T36" fmla="*/ 9 w 13"/>
                <a:gd name="T37" fmla="*/ 11 h 13"/>
                <a:gd name="T38" fmla="*/ 11 w 13"/>
                <a:gd name="T39" fmla="*/ 9 h 13"/>
                <a:gd name="T40" fmla="*/ 11 w 13"/>
                <a:gd name="T41" fmla="*/ 7 h 13"/>
                <a:gd name="T42" fmla="*/ 13 w 13"/>
                <a:gd name="T43" fmla="*/ 7 h 13"/>
                <a:gd name="T44" fmla="*/ 13 w 13"/>
                <a:gd name="T45" fmla="*/ 7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3" h="13">
                  <a:moveTo>
                    <a:pt x="13" y="7"/>
                  </a:moveTo>
                  <a:lnTo>
                    <a:pt x="11" y="3"/>
                  </a:lnTo>
                  <a:lnTo>
                    <a:pt x="11" y="1"/>
                  </a:lnTo>
                  <a:lnTo>
                    <a:pt x="9" y="0"/>
                  </a:lnTo>
                  <a:lnTo>
                    <a:pt x="7" y="0"/>
                  </a:lnTo>
                  <a:lnTo>
                    <a:pt x="5" y="0"/>
                  </a:lnTo>
                  <a:lnTo>
                    <a:pt x="3" y="0"/>
                  </a:lnTo>
                  <a:lnTo>
                    <a:pt x="1" y="1"/>
                  </a:lnTo>
                  <a:lnTo>
                    <a:pt x="0" y="3"/>
                  </a:lnTo>
                  <a:lnTo>
                    <a:pt x="0" y="5"/>
                  </a:lnTo>
                  <a:lnTo>
                    <a:pt x="0" y="7"/>
                  </a:lnTo>
                  <a:lnTo>
                    <a:pt x="0" y="9"/>
                  </a:lnTo>
                  <a:lnTo>
                    <a:pt x="1" y="11"/>
                  </a:lnTo>
                  <a:lnTo>
                    <a:pt x="3" y="11"/>
                  </a:lnTo>
                  <a:lnTo>
                    <a:pt x="5" y="13"/>
                  </a:lnTo>
                  <a:lnTo>
                    <a:pt x="7" y="11"/>
                  </a:lnTo>
                  <a:lnTo>
                    <a:pt x="9" y="11"/>
                  </a:lnTo>
                  <a:lnTo>
                    <a:pt x="11" y="9"/>
                  </a:lnTo>
                  <a:lnTo>
                    <a:pt x="11" y="7"/>
                  </a:lnTo>
                  <a:lnTo>
                    <a:pt x="13" y="7"/>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94" name="Line 183"/>
            <p:cNvSpPr>
              <a:spLocks noChangeShapeType="1"/>
            </p:cNvSpPr>
            <p:nvPr/>
          </p:nvSpPr>
          <p:spPr bwMode="auto">
            <a:xfrm>
              <a:off x="3257" y="4004"/>
              <a:ext cx="1" cy="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95" name="Line 184"/>
            <p:cNvSpPr>
              <a:spLocks noChangeShapeType="1"/>
            </p:cNvSpPr>
            <p:nvPr/>
          </p:nvSpPr>
          <p:spPr bwMode="auto">
            <a:xfrm flipH="1">
              <a:off x="3248" y="4013"/>
              <a:ext cx="1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496" name="Freeform 185"/>
            <p:cNvSpPr>
              <a:spLocks/>
            </p:cNvSpPr>
            <p:nvPr/>
          </p:nvSpPr>
          <p:spPr bwMode="auto">
            <a:xfrm>
              <a:off x="4151" y="2907"/>
              <a:ext cx="17" cy="21"/>
            </a:xfrm>
            <a:custGeom>
              <a:avLst/>
              <a:gdLst>
                <a:gd name="T0" fmla="*/ 17 w 17"/>
                <a:gd name="T1" fmla="*/ 10 h 21"/>
                <a:gd name="T2" fmla="*/ 17 w 17"/>
                <a:gd name="T3" fmla="*/ 8 h 21"/>
                <a:gd name="T4" fmla="*/ 17 w 17"/>
                <a:gd name="T5" fmla="*/ 6 h 21"/>
                <a:gd name="T6" fmla="*/ 15 w 17"/>
                <a:gd name="T7" fmla="*/ 4 h 21"/>
                <a:gd name="T8" fmla="*/ 13 w 17"/>
                <a:gd name="T9" fmla="*/ 4 h 21"/>
                <a:gd name="T10" fmla="*/ 12 w 17"/>
                <a:gd name="T11" fmla="*/ 2 h 21"/>
                <a:gd name="T12" fmla="*/ 10 w 17"/>
                <a:gd name="T13" fmla="*/ 0 h 21"/>
                <a:gd name="T14" fmla="*/ 8 w 17"/>
                <a:gd name="T15" fmla="*/ 0 h 21"/>
                <a:gd name="T16" fmla="*/ 6 w 17"/>
                <a:gd name="T17" fmla="*/ 2 h 21"/>
                <a:gd name="T18" fmla="*/ 2 w 17"/>
                <a:gd name="T19" fmla="*/ 2 h 21"/>
                <a:gd name="T20" fmla="*/ 0 w 17"/>
                <a:gd name="T21" fmla="*/ 4 h 21"/>
                <a:gd name="T22" fmla="*/ 0 w 17"/>
                <a:gd name="T23" fmla="*/ 6 h 21"/>
                <a:gd name="T24" fmla="*/ 0 w 17"/>
                <a:gd name="T25" fmla="*/ 8 h 21"/>
                <a:gd name="T26" fmla="*/ 0 w 17"/>
                <a:gd name="T27" fmla="*/ 10 h 21"/>
                <a:gd name="T28" fmla="*/ 0 w 17"/>
                <a:gd name="T29" fmla="*/ 14 h 21"/>
                <a:gd name="T30" fmla="*/ 0 w 17"/>
                <a:gd name="T31" fmla="*/ 14 h 21"/>
                <a:gd name="T32" fmla="*/ 0 w 17"/>
                <a:gd name="T33" fmla="*/ 15 h 21"/>
                <a:gd name="T34" fmla="*/ 2 w 17"/>
                <a:gd name="T35" fmla="*/ 17 h 21"/>
                <a:gd name="T36" fmla="*/ 4 w 17"/>
                <a:gd name="T37" fmla="*/ 19 h 21"/>
                <a:gd name="T38" fmla="*/ 8 w 17"/>
                <a:gd name="T39" fmla="*/ 21 h 21"/>
                <a:gd name="T40" fmla="*/ 10 w 17"/>
                <a:gd name="T41" fmla="*/ 21 h 21"/>
                <a:gd name="T42" fmla="*/ 12 w 17"/>
                <a:gd name="T43" fmla="*/ 19 h 21"/>
                <a:gd name="T44" fmla="*/ 13 w 17"/>
                <a:gd name="T45" fmla="*/ 17 h 21"/>
                <a:gd name="T46" fmla="*/ 15 w 17"/>
                <a:gd name="T47" fmla="*/ 17 h 21"/>
                <a:gd name="T48" fmla="*/ 17 w 17"/>
                <a:gd name="T49" fmla="*/ 14 h 21"/>
                <a:gd name="T50" fmla="*/ 17 w 17"/>
                <a:gd name="T51" fmla="*/ 14 h 21"/>
                <a:gd name="T52" fmla="*/ 17 w 17"/>
                <a:gd name="T53" fmla="*/ 12 h 21"/>
                <a:gd name="T54" fmla="*/ 17 w 17"/>
                <a:gd name="T55" fmla="*/ 10 h 2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7" h="21">
                  <a:moveTo>
                    <a:pt x="17" y="10"/>
                  </a:moveTo>
                  <a:lnTo>
                    <a:pt x="17" y="8"/>
                  </a:lnTo>
                  <a:lnTo>
                    <a:pt x="17" y="6"/>
                  </a:lnTo>
                  <a:lnTo>
                    <a:pt x="15" y="4"/>
                  </a:lnTo>
                  <a:lnTo>
                    <a:pt x="13" y="4"/>
                  </a:lnTo>
                  <a:lnTo>
                    <a:pt x="12" y="2"/>
                  </a:lnTo>
                  <a:lnTo>
                    <a:pt x="10" y="0"/>
                  </a:lnTo>
                  <a:lnTo>
                    <a:pt x="8" y="0"/>
                  </a:lnTo>
                  <a:lnTo>
                    <a:pt x="6" y="2"/>
                  </a:lnTo>
                  <a:lnTo>
                    <a:pt x="2" y="2"/>
                  </a:lnTo>
                  <a:lnTo>
                    <a:pt x="0" y="4"/>
                  </a:lnTo>
                  <a:lnTo>
                    <a:pt x="0" y="6"/>
                  </a:lnTo>
                  <a:lnTo>
                    <a:pt x="0" y="8"/>
                  </a:lnTo>
                  <a:lnTo>
                    <a:pt x="0" y="10"/>
                  </a:lnTo>
                  <a:lnTo>
                    <a:pt x="0" y="14"/>
                  </a:lnTo>
                  <a:lnTo>
                    <a:pt x="0" y="15"/>
                  </a:lnTo>
                  <a:lnTo>
                    <a:pt x="2" y="17"/>
                  </a:lnTo>
                  <a:lnTo>
                    <a:pt x="4" y="19"/>
                  </a:lnTo>
                  <a:lnTo>
                    <a:pt x="8" y="21"/>
                  </a:lnTo>
                  <a:lnTo>
                    <a:pt x="10" y="21"/>
                  </a:lnTo>
                  <a:lnTo>
                    <a:pt x="12" y="19"/>
                  </a:lnTo>
                  <a:lnTo>
                    <a:pt x="13" y="17"/>
                  </a:lnTo>
                  <a:lnTo>
                    <a:pt x="15" y="17"/>
                  </a:lnTo>
                  <a:lnTo>
                    <a:pt x="17" y="14"/>
                  </a:lnTo>
                  <a:lnTo>
                    <a:pt x="17" y="12"/>
                  </a:lnTo>
                  <a:lnTo>
                    <a:pt x="17"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497" name="Freeform 186"/>
            <p:cNvSpPr>
              <a:spLocks/>
            </p:cNvSpPr>
            <p:nvPr/>
          </p:nvSpPr>
          <p:spPr bwMode="auto">
            <a:xfrm>
              <a:off x="4151" y="2907"/>
              <a:ext cx="17" cy="21"/>
            </a:xfrm>
            <a:custGeom>
              <a:avLst/>
              <a:gdLst>
                <a:gd name="T0" fmla="*/ 17 w 17"/>
                <a:gd name="T1" fmla="*/ 10 h 21"/>
                <a:gd name="T2" fmla="*/ 17 w 17"/>
                <a:gd name="T3" fmla="*/ 8 h 21"/>
                <a:gd name="T4" fmla="*/ 17 w 17"/>
                <a:gd name="T5" fmla="*/ 6 h 21"/>
                <a:gd name="T6" fmla="*/ 15 w 17"/>
                <a:gd name="T7" fmla="*/ 4 h 21"/>
                <a:gd name="T8" fmla="*/ 13 w 17"/>
                <a:gd name="T9" fmla="*/ 4 h 21"/>
                <a:gd name="T10" fmla="*/ 12 w 17"/>
                <a:gd name="T11" fmla="*/ 2 h 21"/>
                <a:gd name="T12" fmla="*/ 10 w 17"/>
                <a:gd name="T13" fmla="*/ 0 h 21"/>
                <a:gd name="T14" fmla="*/ 8 w 17"/>
                <a:gd name="T15" fmla="*/ 0 h 21"/>
                <a:gd name="T16" fmla="*/ 6 w 17"/>
                <a:gd name="T17" fmla="*/ 2 h 21"/>
                <a:gd name="T18" fmla="*/ 2 w 17"/>
                <a:gd name="T19" fmla="*/ 2 h 21"/>
                <a:gd name="T20" fmla="*/ 0 w 17"/>
                <a:gd name="T21" fmla="*/ 4 h 21"/>
                <a:gd name="T22" fmla="*/ 0 w 17"/>
                <a:gd name="T23" fmla="*/ 6 h 21"/>
                <a:gd name="T24" fmla="*/ 0 w 17"/>
                <a:gd name="T25" fmla="*/ 8 h 21"/>
                <a:gd name="T26" fmla="*/ 0 w 17"/>
                <a:gd name="T27" fmla="*/ 10 h 21"/>
                <a:gd name="T28" fmla="*/ 0 w 17"/>
                <a:gd name="T29" fmla="*/ 14 h 21"/>
                <a:gd name="T30" fmla="*/ 0 w 17"/>
                <a:gd name="T31" fmla="*/ 14 h 21"/>
                <a:gd name="T32" fmla="*/ 0 w 17"/>
                <a:gd name="T33" fmla="*/ 15 h 21"/>
                <a:gd name="T34" fmla="*/ 2 w 17"/>
                <a:gd name="T35" fmla="*/ 17 h 21"/>
                <a:gd name="T36" fmla="*/ 4 w 17"/>
                <a:gd name="T37" fmla="*/ 19 h 21"/>
                <a:gd name="T38" fmla="*/ 8 w 17"/>
                <a:gd name="T39" fmla="*/ 21 h 21"/>
                <a:gd name="T40" fmla="*/ 10 w 17"/>
                <a:gd name="T41" fmla="*/ 21 h 21"/>
                <a:gd name="T42" fmla="*/ 12 w 17"/>
                <a:gd name="T43" fmla="*/ 19 h 21"/>
                <a:gd name="T44" fmla="*/ 13 w 17"/>
                <a:gd name="T45" fmla="*/ 17 h 21"/>
                <a:gd name="T46" fmla="*/ 15 w 17"/>
                <a:gd name="T47" fmla="*/ 17 h 21"/>
                <a:gd name="T48" fmla="*/ 17 w 17"/>
                <a:gd name="T49" fmla="*/ 14 h 21"/>
                <a:gd name="T50" fmla="*/ 17 w 17"/>
                <a:gd name="T51" fmla="*/ 14 h 21"/>
                <a:gd name="T52" fmla="*/ 17 w 17"/>
                <a:gd name="T53" fmla="*/ 12 h 21"/>
                <a:gd name="T54" fmla="*/ 17 w 17"/>
                <a:gd name="T55" fmla="*/ 10 h 2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7" h="21">
                  <a:moveTo>
                    <a:pt x="17" y="10"/>
                  </a:moveTo>
                  <a:lnTo>
                    <a:pt x="17" y="8"/>
                  </a:lnTo>
                  <a:lnTo>
                    <a:pt x="17" y="6"/>
                  </a:lnTo>
                  <a:lnTo>
                    <a:pt x="15" y="4"/>
                  </a:lnTo>
                  <a:lnTo>
                    <a:pt x="13" y="4"/>
                  </a:lnTo>
                  <a:lnTo>
                    <a:pt x="12" y="2"/>
                  </a:lnTo>
                  <a:lnTo>
                    <a:pt x="10" y="0"/>
                  </a:lnTo>
                  <a:lnTo>
                    <a:pt x="8" y="0"/>
                  </a:lnTo>
                  <a:lnTo>
                    <a:pt x="6" y="2"/>
                  </a:lnTo>
                  <a:lnTo>
                    <a:pt x="2" y="2"/>
                  </a:lnTo>
                  <a:lnTo>
                    <a:pt x="0" y="4"/>
                  </a:lnTo>
                  <a:lnTo>
                    <a:pt x="0" y="6"/>
                  </a:lnTo>
                  <a:lnTo>
                    <a:pt x="0" y="8"/>
                  </a:lnTo>
                  <a:lnTo>
                    <a:pt x="0" y="10"/>
                  </a:lnTo>
                  <a:lnTo>
                    <a:pt x="0" y="14"/>
                  </a:lnTo>
                  <a:lnTo>
                    <a:pt x="0" y="15"/>
                  </a:lnTo>
                  <a:lnTo>
                    <a:pt x="2" y="17"/>
                  </a:lnTo>
                  <a:lnTo>
                    <a:pt x="4" y="19"/>
                  </a:lnTo>
                  <a:lnTo>
                    <a:pt x="8" y="21"/>
                  </a:lnTo>
                  <a:lnTo>
                    <a:pt x="10" y="21"/>
                  </a:lnTo>
                  <a:lnTo>
                    <a:pt x="12" y="19"/>
                  </a:lnTo>
                  <a:lnTo>
                    <a:pt x="13" y="17"/>
                  </a:lnTo>
                  <a:lnTo>
                    <a:pt x="15" y="17"/>
                  </a:lnTo>
                  <a:lnTo>
                    <a:pt x="17" y="14"/>
                  </a:lnTo>
                  <a:lnTo>
                    <a:pt x="17" y="12"/>
                  </a:lnTo>
                  <a:lnTo>
                    <a:pt x="17" y="1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498" name="Rectangle 187"/>
            <p:cNvSpPr>
              <a:spLocks noChangeArrowheads="1"/>
            </p:cNvSpPr>
            <p:nvPr/>
          </p:nvSpPr>
          <p:spPr bwMode="auto">
            <a:xfrm>
              <a:off x="3175" y="3438"/>
              <a:ext cx="10" cy="21"/>
            </a:xfrm>
            <a:prstGeom prst="rect">
              <a:avLst/>
            </a:prstGeom>
            <a:solidFill>
              <a:srgbClr val="B5B5B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99" name="Rectangle 188"/>
            <p:cNvSpPr>
              <a:spLocks noChangeArrowheads="1"/>
            </p:cNvSpPr>
            <p:nvPr/>
          </p:nvSpPr>
          <p:spPr bwMode="auto">
            <a:xfrm>
              <a:off x="3175" y="3438"/>
              <a:ext cx="10" cy="21"/>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500" name="Freeform 189"/>
            <p:cNvSpPr>
              <a:spLocks/>
            </p:cNvSpPr>
            <p:nvPr/>
          </p:nvSpPr>
          <p:spPr bwMode="auto">
            <a:xfrm>
              <a:off x="3175" y="3429"/>
              <a:ext cx="10" cy="9"/>
            </a:xfrm>
            <a:custGeom>
              <a:avLst/>
              <a:gdLst>
                <a:gd name="T0" fmla="*/ 10 w 10"/>
                <a:gd name="T1" fmla="*/ 9 h 9"/>
                <a:gd name="T2" fmla="*/ 10 w 10"/>
                <a:gd name="T3" fmla="*/ 7 h 9"/>
                <a:gd name="T4" fmla="*/ 10 w 10"/>
                <a:gd name="T5" fmla="*/ 5 h 9"/>
                <a:gd name="T6" fmla="*/ 10 w 10"/>
                <a:gd name="T7" fmla="*/ 3 h 9"/>
                <a:gd name="T8" fmla="*/ 8 w 10"/>
                <a:gd name="T9" fmla="*/ 3 h 9"/>
                <a:gd name="T10" fmla="*/ 8 w 10"/>
                <a:gd name="T11" fmla="*/ 1 h 9"/>
                <a:gd name="T12" fmla="*/ 6 w 10"/>
                <a:gd name="T13" fmla="*/ 0 h 9"/>
                <a:gd name="T14" fmla="*/ 4 w 10"/>
                <a:gd name="T15" fmla="*/ 0 h 9"/>
                <a:gd name="T16" fmla="*/ 4 w 10"/>
                <a:gd name="T17" fmla="*/ 0 h 9"/>
                <a:gd name="T18" fmla="*/ 2 w 10"/>
                <a:gd name="T19" fmla="*/ 0 h 9"/>
                <a:gd name="T20" fmla="*/ 0 w 10"/>
                <a:gd name="T21" fmla="*/ 1 h 9"/>
                <a:gd name="T22" fmla="*/ 0 w 10"/>
                <a:gd name="T23" fmla="*/ 3 h 9"/>
                <a:gd name="T24" fmla="*/ 0 w 10"/>
                <a:gd name="T25" fmla="*/ 3 h 9"/>
                <a:gd name="T26" fmla="*/ 0 w 10"/>
                <a:gd name="T27" fmla="*/ 5 h 9"/>
                <a:gd name="T28" fmla="*/ 0 w 10"/>
                <a:gd name="T29" fmla="*/ 7 h 9"/>
                <a:gd name="T30" fmla="*/ 0 w 10"/>
                <a:gd name="T31" fmla="*/ 9 h 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0" h="9">
                  <a:moveTo>
                    <a:pt x="10" y="9"/>
                  </a:moveTo>
                  <a:lnTo>
                    <a:pt x="10" y="7"/>
                  </a:lnTo>
                  <a:lnTo>
                    <a:pt x="10" y="5"/>
                  </a:lnTo>
                  <a:lnTo>
                    <a:pt x="10" y="3"/>
                  </a:lnTo>
                  <a:lnTo>
                    <a:pt x="8" y="3"/>
                  </a:lnTo>
                  <a:lnTo>
                    <a:pt x="8" y="1"/>
                  </a:lnTo>
                  <a:lnTo>
                    <a:pt x="6" y="0"/>
                  </a:lnTo>
                  <a:lnTo>
                    <a:pt x="4" y="0"/>
                  </a:lnTo>
                  <a:lnTo>
                    <a:pt x="2" y="0"/>
                  </a:lnTo>
                  <a:lnTo>
                    <a:pt x="0" y="1"/>
                  </a:lnTo>
                  <a:lnTo>
                    <a:pt x="0" y="3"/>
                  </a:lnTo>
                  <a:lnTo>
                    <a:pt x="0" y="5"/>
                  </a:lnTo>
                  <a:lnTo>
                    <a:pt x="0" y="7"/>
                  </a:lnTo>
                  <a:lnTo>
                    <a:pt x="0" y="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01" name="Freeform 190"/>
            <p:cNvSpPr>
              <a:spLocks/>
            </p:cNvSpPr>
            <p:nvPr/>
          </p:nvSpPr>
          <p:spPr bwMode="auto">
            <a:xfrm>
              <a:off x="3255" y="3578"/>
              <a:ext cx="16" cy="23"/>
            </a:xfrm>
            <a:custGeom>
              <a:avLst/>
              <a:gdLst>
                <a:gd name="T0" fmla="*/ 0 w 16"/>
                <a:gd name="T1" fmla="*/ 21 h 23"/>
                <a:gd name="T2" fmla="*/ 6 w 16"/>
                <a:gd name="T3" fmla="*/ 0 h 23"/>
                <a:gd name="T4" fmla="*/ 16 w 16"/>
                <a:gd name="T5" fmla="*/ 2 h 23"/>
                <a:gd name="T6" fmla="*/ 10 w 16"/>
                <a:gd name="T7" fmla="*/ 23 h 23"/>
                <a:gd name="T8" fmla="*/ 0 w 16"/>
                <a:gd name="T9" fmla="*/ 21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 h="23">
                  <a:moveTo>
                    <a:pt x="0" y="21"/>
                  </a:moveTo>
                  <a:lnTo>
                    <a:pt x="6" y="0"/>
                  </a:lnTo>
                  <a:lnTo>
                    <a:pt x="16" y="2"/>
                  </a:lnTo>
                  <a:lnTo>
                    <a:pt x="10" y="23"/>
                  </a:lnTo>
                  <a:lnTo>
                    <a:pt x="0" y="2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502" name="Freeform 191"/>
            <p:cNvSpPr>
              <a:spLocks/>
            </p:cNvSpPr>
            <p:nvPr/>
          </p:nvSpPr>
          <p:spPr bwMode="auto">
            <a:xfrm>
              <a:off x="3255" y="3578"/>
              <a:ext cx="16" cy="23"/>
            </a:xfrm>
            <a:custGeom>
              <a:avLst/>
              <a:gdLst>
                <a:gd name="T0" fmla="*/ 0 w 16"/>
                <a:gd name="T1" fmla="*/ 21 h 23"/>
                <a:gd name="T2" fmla="*/ 6 w 16"/>
                <a:gd name="T3" fmla="*/ 0 h 23"/>
                <a:gd name="T4" fmla="*/ 16 w 16"/>
                <a:gd name="T5" fmla="*/ 2 h 23"/>
                <a:gd name="T6" fmla="*/ 10 w 16"/>
                <a:gd name="T7" fmla="*/ 23 h 23"/>
                <a:gd name="T8" fmla="*/ 0 w 16"/>
                <a:gd name="T9" fmla="*/ 21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 h="23">
                  <a:moveTo>
                    <a:pt x="0" y="21"/>
                  </a:moveTo>
                  <a:lnTo>
                    <a:pt x="6" y="0"/>
                  </a:lnTo>
                  <a:lnTo>
                    <a:pt x="16" y="2"/>
                  </a:lnTo>
                  <a:lnTo>
                    <a:pt x="10" y="23"/>
                  </a:lnTo>
                  <a:lnTo>
                    <a:pt x="0" y="2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03" name="Freeform 192"/>
            <p:cNvSpPr>
              <a:spLocks/>
            </p:cNvSpPr>
            <p:nvPr/>
          </p:nvSpPr>
          <p:spPr bwMode="auto">
            <a:xfrm>
              <a:off x="3261" y="3570"/>
              <a:ext cx="12" cy="10"/>
            </a:xfrm>
            <a:custGeom>
              <a:avLst/>
              <a:gdLst>
                <a:gd name="T0" fmla="*/ 10 w 12"/>
                <a:gd name="T1" fmla="*/ 10 h 10"/>
                <a:gd name="T2" fmla="*/ 10 w 12"/>
                <a:gd name="T3" fmla="*/ 10 h 10"/>
                <a:gd name="T4" fmla="*/ 10 w 12"/>
                <a:gd name="T5" fmla="*/ 8 h 10"/>
                <a:gd name="T6" fmla="*/ 12 w 12"/>
                <a:gd name="T7" fmla="*/ 6 h 10"/>
                <a:gd name="T8" fmla="*/ 12 w 12"/>
                <a:gd name="T9" fmla="*/ 4 h 10"/>
                <a:gd name="T10" fmla="*/ 10 w 12"/>
                <a:gd name="T11" fmla="*/ 2 h 10"/>
                <a:gd name="T12" fmla="*/ 10 w 12"/>
                <a:gd name="T13" fmla="*/ 0 h 10"/>
                <a:gd name="T14" fmla="*/ 8 w 12"/>
                <a:gd name="T15" fmla="*/ 0 h 10"/>
                <a:gd name="T16" fmla="*/ 6 w 12"/>
                <a:gd name="T17" fmla="*/ 0 h 10"/>
                <a:gd name="T18" fmla="*/ 4 w 12"/>
                <a:gd name="T19" fmla="*/ 0 h 10"/>
                <a:gd name="T20" fmla="*/ 4 w 12"/>
                <a:gd name="T21" fmla="*/ 0 h 10"/>
                <a:gd name="T22" fmla="*/ 2 w 12"/>
                <a:gd name="T23" fmla="*/ 0 h 10"/>
                <a:gd name="T24" fmla="*/ 0 w 12"/>
                <a:gd name="T25" fmla="*/ 2 h 10"/>
                <a:gd name="T26" fmla="*/ 0 w 12"/>
                <a:gd name="T27" fmla="*/ 4 h 10"/>
                <a:gd name="T28" fmla="*/ 0 w 12"/>
                <a:gd name="T29" fmla="*/ 6 h 10"/>
                <a:gd name="T30" fmla="*/ 0 w 12"/>
                <a:gd name="T31" fmla="*/ 8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 h="10">
                  <a:moveTo>
                    <a:pt x="10" y="10"/>
                  </a:moveTo>
                  <a:lnTo>
                    <a:pt x="10" y="10"/>
                  </a:lnTo>
                  <a:lnTo>
                    <a:pt x="10" y="8"/>
                  </a:lnTo>
                  <a:lnTo>
                    <a:pt x="12" y="6"/>
                  </a:lnTo>
                  <a:lnTo>
                    <a:pt x="12" y="4"/>
                  </a:lnTo>
                  <a:lnTo>
                    <a:pt x="10" y="2"/>
                  </a:lnTo>
                  <a:lnTo>
                    <a:pt x="10" y="0"/>
                  </a:lnTo>
                  <a:lnTo>
                    <a:pt x="8" y="0"/>
                  </a:lnTo>
                  <a:lnTo>
                    <a:pt x="6" y="0"/>
                  </a:lnTo>
                  <a:lnTo>
                    <a:pt x="4" y="0"/>
                  </a:lnTo>
                  <a:lnTo>
                    <a:pt x="2" y="0"/>
                  </a:lnTo>
                  <a:lnTo>
                    <a:pt x="0" y="2"/>
                  </a:lnTo>
                  <a:lnTo>
                    <a:pt x="0" y="4"/>
                  </a:lnTo>
                  <a:lnTo>
                    <a:pt x="0" y="6"/>
                  </a:lnTo>
                  <a:lnTo>
                    <a:pt x="0" y="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04" name="Line 193"/>
            <p:cNvSpPr>
              <a:spLocks noChangeShapeType="1"/>
            </p:cNvSpPr>
            <p:nvPr/>
          </p:nvSpPr>
          <p:spPr bwMode="auto">
            <a:xfrm flipV="1">
              <a:off x="3265" y="3559"/>
              <a:ext cx="8" cy="2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505" name="Freeform 194"/>
            <p:cNvSpPr>
              <a:spLocks/>
            </p:cNvSpPr>
            <p:nvPr/>
          </p:nvSpPr>
          <p:spPr bwMode="auto">
            <a:xfrm>
              <a:off x="3190" y="3846"/>
              <a:ext cx="12" cy="18"/>
            </a:xfrm>
            <a:custGeom>
              <a:avLst/>
              <a:gdLst>
                <a:gd name="T0" fmla="*/ 6 w 12"/>
                <a:gd name="T1" fmla="*/ 18 h 18"/>
                <a:gd name="T2" fmla="*/ 10 w 12"/>
                <a:gd name="T3" fmla="*/ 6 h 18"/>
                <a:gd name="T4" fmla="*/ 10 w 12"/>
                <a:gd name="T5" fmla="*/ 6 h 18"/>
                <a:gd name="T6" fmla="*/ 10 w 12"/>
                <a:gd name="T7" fmla="*/ 6 h 18"/>
                <a:gd name="T8" fmla="*/ 12 w 12"/>
                <a:gd name="T9" fmla="*/ 4 h 18"/>
                <a:gd name="T10" fmla="*/ 12 w 12"/>
                <a:gd name="T11" fmla="*/ 4 h 18"/>
                <a:gd name="T12" fmla="*/ 10 w 12"/>
                <a:gd name="T13" fmla="*/ 2 h 18"/>
                <a:gd name="T14" fmla="*/ 10 w 12"/>
                <a:gd name="T15" fmla="*/ 0 h 18"/>
                <a:gd name="T16" fmla="*/ 8 w 12"/>
                <a:gd name="T17" fmla="*/ 0 h 18"/>
                <a:gd name="T18" fmla="*/ 6 w 12"/>
                <a:gd name="T19" fmla="*/ 0 h 18"/>
                <a:gd name="T20" fmla="*/ 4 w 12"/>
                <a:gd name="T21" fmla="*/ 2 h 18"/>
                <a:gd name="T22" fmla="*/ 4 w 12"/>
                <a:gd name="T23" fmla="*/ 4 h 18"/>
                <a:gd name="T24" fmla="*/ 4 w 12"/>
                <a:gd name="T25" fmla="*/ 4 h 18"/>
                <a:gd name="T26" fmla="*/ 0 w 12"/>
                <a:gd name="T27" fmla="*/ 14 h 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 h="18">
                  <a:moveTo>
                    <a:pt x="6" y="18"/>
                  </a:moveTo>
                  <a:lnTo>
                    <a:pt x="10" y="6"/>
                  </a:lnTo>
                  <a:lnTo>
                    <a:pt x="12" y="4"/>
                  </a:lnTo>
                  <a:lnTo>
                    <a:pt x="10" y="2"/>
                  </a:lnTo>
                  <a:lnTo>
                    <a:pt x="10" y="0"/>
                  </a:lnTo>
                  <a:lnTo>
                    <a:pt x="8" y="0"/>
                  </a:lnTo>
                  <a:lnTo>
                    <a:pt x="6" y="0"/>
                  </a:lnTo>
                  <a:lnTo>
                    <a:pt x="4" y="2"/>
                  </a:lnTo>
                  <a:lnTo>
                    <a:pt x="4" y="4"/>
                  </a:lnTo>
                  <a:lnTo>
                    <a:pt x="0" y="14"/>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06" name="Freeform 195"/>
            <p:cNvSpPr>
              <a:spLocks/>
            </p:cNvSpPr>
            <p:nvPr/>
          </p:nvSpPr>
          <p:spPr bwMode="auto">
            <a:xfrm>
              <a:off x="4142" y="2911"/>
              <a:ext cx="34" cy="19"/>
            </a:xfrm>
            <a:custGeom>
              <a:avLst/>
              <a:gdLst>
                <a:gd name="T0" fmla="*/ 1 w 34"/>
                <a:gd name="T1" fmla="*/ 19 h 19"/>
                <a:gd name="T2" fmla="*/ 0 w 34"/>
                <a:gd name="T3" fmla="*/ 6 h 19"/>
                <a:gd name="T4" fmla="*/ 30 w 34"/>
                <a:gd name="T5" fmla="*/ 0 h 19"/>
                <a:gd name="T6" fmla="*/ 34 w 34"/>
                <a:gd name="T7" fmla="*/ 10 h 19"/>
                <a:gd name="T8" fmla="*/ 1 w 34"/>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19">
                  <a:moveTo>
                    <a:pt x="1" y="19"/>
                  </a:moveTo>
                  <a:lnTo>
                    <a:pt x="0" y="6"/>
                  </a:lnTo>
                  <a:lnTo>
                    <a:pt x="30" y="0"/>
                  </a:lnTo>
                  <a:lnTo>
                    <a:pt x="34" y="10"/>
                  </a:lnTo>
                  <a:lnTo>
                    <a:pt x="1" y="19"/>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507" name="Freeform 196"/>
            <p:cNvSpPr>
              <a:spLocks/>
            </p:cNvSpPr>
            <p:nvPr/>
          </p:nvSpPr>
          <p:spPr bwMode="auto">
            <a:xfrm>
              <a:off x="4142" y="2911"/>
              <a:ext cx="34" cy="19"/>
            </a:xfrm>
            <a:custGeom>
              <a:avLst/>
              <a:gdLst>
                <a:gd name="T0" fmla="*/ 1 w 34"/>
                <a:gd name="T1" fmla="*/ 19 h 19"/>
                <a:gd name="T2" fmla="*/ 0 w 34"/>
                <a:gd name="T3" fmla="*/ 6 h 19"/>
                <a:gd name="T4" fmla="*/ 30 w 34"/>
                <a:gd name="T5" fmla="*/ 0 h 19"/>
                <a:gd name="T6" fmla="*/ 34 w 34"/>
                <a:gd name="T7" fmla="*/ 10 h 19"/>
                <a:gd name="T8" fmla="*/ 1 w 34"/>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19">
                  <a:moveTo>
                    <a:pt x="1" y="19"/>
                  </a:moveTo>
                  <a:lnTo>
                    <a:pt x="0" y="6"/>
                  </a:lnTo>
                  <a:lnTo>
                    <a:pt x="30" y="0"/>
                  </a:lnTo>
                  <a:lnTo>
                    <a:pt x="34" y="10"/>
                  </a:lnTo>
                  <a:lnTo>
                    <a:pt x="1" y="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08" name="Freeform 197"/>
            <p:cNvSpPr>
              <a:spLocks/>
            </p:cNvSpPr>
            <p:nvPr/>
          </p:nvSpPr>
          <p:spPr bwMode="auto">
            <a:xfrm>
              <a:off x="3353" y="3124"/>
              <a:ext cx="25" cy="17"/>
            </a:xfrm>
            <a:custGeom>
              <a:avLst/>
              <a:gdLst>
                <a:gd name="T0" fmla="*/ 15 w 25"/>
                <a:gd name="T1" fmla="*/ 0 h 17"/>
                <a:gd name="T2" fmla="*/ 4 w 25"/>
                <a:gd name="T3" fmla="*/ 4 h 17"/>
                <a:gd name="T4" fmla="*/ 2 w 25"/>
                <a:gd name="T5" fmla="*/ 5 h 17"/>
                <a:gd name="T6" fmla="*/ 0 w 25"/>
                <a:gd name="T7" fmla="*/ 7 h 17"/>
                <a:gd name="T8" fmla="*/ 0 w 25"/>
                <a:gd name="T9" fmla="*/ 11 h 17"/>
                <a:gd name="T10" fmla="*/ 0 w 25"/>
                <a:gd name="T11" fmla="*/ 13 h 17"/>
                <a:gd name="T12" fmla="*/ 2 w 25"/>
                <a:gd name="T13" fmla="*/ 13 h 17"/>
                <a:gd name="T14" fmla="*/ 4 w 25"/>
                <a:gd name="T15" fmla="*/ 17 h 17"/>
                <a:gd name="T16" fmla="*/ 8 w 25"/>
                <a:gd name="T17" fmla="*/ 17 h 17"/>
                <a:gd name="T18" fmla="*/ 13 w 25"/>
                <a:gd name="T19" fmla="*/ 17 h 17"/>
                <a:gd name="T20" fmla="*/ 25 w 25"/>
                <a:gd name="T21" fmla="*/ 13 h 17"/>
                <a:gd name="T22" fmla="*/ 15 w 25"/>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 h="17">
                  <a:moveTo>
                    <a:pt x="15" y="0"/>
                  </a:moveTo>
                  <a:lnTo>
                    <a:pt x="4" y="4"/>
                  </a:lnTo>
                  <a:lnTo>
                    <a:pt x="2" y="5"/>
                  </a:lnTo>
                  <a:lnTo>
                    <a:pt x="0" y="7"/>
                  </a:lnTo>
                  <a:lnTo>
                    <a:pt x="0" y="11"/>
                  </a:lnTo>
                  <a:lnTo>
                    <a:pt x="0" y="13"/>
                  </a:lnTo>
                  <a:lnTo>
                    <a:pt x="2" y="13"/>
                  </a:lnTo>
                  <a:lnTo>
                    <a:pt x="4" y="17"/>
                  </a:lnTo>
                  <a:lnTo>
                    <a:pt x="8" y="17"/>
                  </a:lnTo>
                  <a:lnTo>
                    <a:pt x="13" y="17"/>
                  </a:lnTo>
                  <a:lnTo>
                    <a:pt x="25" y="13"/>
                  </a:lnTo>
                  <a:lnTo>
                    <a:pt x="15"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509" name="Freeform 198"/>
            <p:cNvSpPr>
              <a:spLocks/>
            </p:cNvSpPr>
            <p:nvPr/>
          </p:nvSpPr>
          <p:spPr bwMode="auto">
            <a:xfrm>
              <a:off x="3353" y="3124"/>
              <a:ext cx="25" cy="17"/>
            </a:xfrm>
            <a:custGeom>
              <a:avLst/>
              <a:gdLst>
                <a:gd name="T0" fmla="*/ 15 w 25"/>
                <a:gd name="T1" fmla="*/ 0 h 17"/>
                <a:gd name="T2" fmla="*/ 4 w 25"/>
                <a:gd name="T3" fmla="*/ 4 h 17"/>
                <a:gd name="T4" fmla="*/ 2 w 25"/>
                <a:gd name="T5" fmla="*/ 5 h 17"/>
                <a:gd name="T6" fmla="*/ 0 w 25"/>
                <a:gd name="T7" fmla="*/ 7 h 17"/>
                <a:gd name="T8" fmla="*/ 0 w 25"/>
                <a:gd name="T9" fmla="*/ 11 h 17"/>
                <a:gd name="T10" fmla="*/ 0 w 25"/>
                <a:gd name="T11" fmla="*/ 13 h 17"/>
                <a:gd name="T12" fmla="*/ 2 w 25"/>
                <a:gd name="T13" fmla="*/ 13 h 17"/>
                <a:gd name="T14" fmla="*/ 4 w 25"/>
                <a:gd name="T15" fmla="*/ 17 h 17"/>
                <a:gd name="T16" fmla="*/ 8 w 25"/>
                <a:gd name="T17" fmla="*/ 17 h 17"/>
                <a:gd name="T18" fmla="*/ 13 w 25"/>
                <a:gd name="T19" fmla="*/ 17 h 17"/>
                <a:gd name="T20" fmla="*/ 25 w 25"/>
                <a:gd name="T21" fmla="*/ 13 h 17"/>
                <a:gd name="T22" fmla="*/ 15 w 25"/>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 h="17">
                  <a:moveTo>
                    <a:pt x="15" y="0"/>
                  </a:moveTo>
                  <a:lnTo>
                    <a:pt x="4" y="4"/>
                  </a:lnTo>
                  <a:lnTo>
                    <a:pt x="2" y="5"/>
                  </a:lnTo>
                  <a:lnTo>
                    <a:pt x="0" y="7"/>
                  </a:lnTo>
                  <a:lnTo>
                    <a:pt x="0" y="11"/>
                  </a:lnTo>
                  <a:lnTo>
                    <a:pt x="0" y="13"/>
                  </a:lnTo>
                  <a:lnTo>
                    <a:pt x="2" y="13"/>
                  </a:lnTo>
                  <a:lnTo>
                    <a:pt x="4" y="17"/>
                  </a:lnTo>
                  <a:lnTo>
                    <a:pt x="8" y="17"/>
                  </a:lnTo>
                  <a:lnTo>
                    <a:pt x="13" y="17"/>
                  </a:lnTo>
                  <a:lnTo>
                    <a:pt x="25" y="13"/>
                  </a:lnTo>
                  <a:lnTo>
                    <a:pt x="1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10" name="Freeform 199"/>
            <p:cNvSpPr>
              <a:spLocks/>
            </p:cNvSpPr>
            <p:nvPr/>
          </p:nvSpPr>
          <p:spPr bwMode="auto">
            <a:xfrm>
              <a:off x="3186" y="3156"/>
              <a:ext cx="6" cy="4"/>
            </a:xfrm>
            <a:custGeom>
              <a:avLst/>
              <a:gdLst>
                <a:gd name="T0" fmla="*/ 6 w 6"/>
                <a:gd name="T1" fmla="*/ 4 h 4"/>
                <a:gd name="T2" fmla="*/ 6 w 6"/>
                <a:gd name="T3" fmla="*/ 2 h 4"/>
                <a:gd name="T4" fmla="*/ 4 w 6"/>
                <a:gd name="T5" fmla="*/ 0 h 4"/>
                <a:gd name="T6" fmla="*/ 4 w 6"/>
                <a:gd name="T7" fmla="*/ 0 h 4"/>
                <a:gd name="T8" fmla="*/ 2 w 6"/>
                <a:gd name="T9" fmla="*/ 0 h 4"/>
                <a:gd name="T10" fmla="*/ 0 w 6"/>
                <a:gd name="T11" fmla="*/ 0 h 4"/>
                <a:gd name="T12" fmla="*/ 0 w 6"/>
                <a:gd name="T13" fmla="*/ 2 h 4"/>
                <a:gd name="T14" fmla="*/ 0 w 6"/>
                <a:gd name="T15" fmla="*/ 4 h 4"/>
                <a:gd name="T16" fmla="*/ 0 w 6"/>
                <a:gd name="T17" fmla="*/ 4 h 4"/>
                <a:gd name="T18" fmla="*/ 0 w 6"/>
                <a:gd name="T19" fmla="*/ 4 h 4"/>
                <a:gd name="T20" fmla="*/ 2 w 6"/>
                <a:gd name="T21" fmla="*/ 4 h 4"/>
                <a:gd name="T22" fmla="*/ 4 w 6"/>
                <a:gd name="T23" fmla="*/ 4 h 4"/>
                <a:gd name="T24" fmla="*/ 4 w 6"/>
                <a:gd name="T25" fmla="*/ 4 h 4"/>
                <a:gd name="T26" fmla="*/ 6 w 6"/>
                <a:gd name="T27" fmla="*/ 4 h 4"/>
                <a:gd name="T28" fmla="*/ 6 w 6"/>
                <a:gd name="T29" fmla="*/ 4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 h="4">
                  <a:moveTo>
                    <a:pt x="6" y="4"/>
                  </a:moveTo>
                  <a:lnTo>
                    <a:pt x="6" y="2"/>
                  </a:lnTo>
                  <a:lnTo>
                    <a:pt x="4" y="0"/>
                  </a:lnTo>
                  <a:lnTo>
                    <a:pt x="2" y="0"/>
                  </a:lnTo>
                  <a:lnTo>
                    <a:pt x="0" y="0"/>
                  </a:lnTo>
                  <a:lnTo>
                    <a:pt x="0" y="2"/>
                  </a:lnTo>
                  <a:lnTo>
                    <a:pt x="0" y="4"/>
                  </a:lnTo>
                  <a:lnTo>
                    <a:pt x="2" y="4"/>
                  </a:lnTo>
                  <a:lnTo>
                    <a:pt x="4" y="4"/>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511" name="Freeform 200"/>
            <p:cNvSpPr>
              <a:spLocks/>
            </p:cNvSpPr>
            <p:nvPr/>
          </p:nvSpPr>
          <p:spPr bwMode="auto">
            <a:xfrm>
              <a:off x="3186" y="3156"/>
              <a:ext cx="6" cy="4"/>
            </a:xfrm>
            <a:custGeom>
              <a:avLst/>
              <a:gdLst>
                <a:gd name="T0" fmla="*/ 6 w 6"/>
                <a:gd name="T1" fmla="*/ 4 h 4"/>
                <a:gd name="T2" fmla="*/ 6 w 6"/>
                <a:gd name="T3" fmla="*/ 2 h 4"/>
                <a:gd name="T4" fmla="*/ 4 w 6"/>
                <a:gd name="T5" fmla="*/ 0 h 4"/>
                <a:gd name="T6" fmla="*/ 4 w 6"/>
                <a:gd name="T7" fmla="*/ 0 h 4"/>
                <a:gd name="T8" fmla="*/ 2 w 6"/>
                <a:gd name="T9" fmla="*/ 0 h 4"/>
                <a:gd name="T10" fmla="*/ 0 w 6"/>
                <a:gd name="T11" fmla="*/ 0 h 4"/>
                <a:gd name="T12" fmla="*/ 0 w 6"/>
                <a:gd name="T13" fmla="*/ 2 h 4"/>
                <a:gd name="T14" fmla="*/ 0 w 6"/>
                <a:gd name="T15" fmla="*/ 4 h 4"/>
                <a:gd name="T16" fmla="*/ 0 w 6"/>
                <a:gd name="T17" fmla="*/ 4 h 4"/>
                <a:gd name="T18" fmla="*/ 0 w 6"/>
                <a:gd name="T19" fmla="*/ 4 h 4"/>
                <a:gd name="T20" fmla="*/ 2 w 6"/>
                <a:gd name="T21" fmla="*/ 4 h 4"/>
                <a:gd name="T22" fmla="*/ 4 w 6"/>
                <a:gd name="T23" fmla="*/ 4 h 4"/>
                <a:gd name="T24" fmla="*/ 4 w 6"/>
                <a:gd name="T25" fmla="*/ 4 h 4"/>
                <a:gd name="T26" fmla="*/ 6 w 6"/>
                <a:gd name="T27" fmla="*/ 4 h 4"/>
                <a:gd name="T28" fmla="*/ 6 w 6"/>
                <a:gd name="T29" fmla="*/ 4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 h="4">
                  <a:moveTo>
                    <a:pt x="6" y="4"/>
                  </a:moveTo>
                  <a:lnTo>
                    <a:pt x="6" y="2"/>
                  </a:lnTo>
                  <a:lnTo>
                    <a:pt x="4" y="0"/>
                  </a:lnTo>
                  <a:lnTo>
                    <a:pt x="2" y="0"/>
                  </a:lnTo>
                  <a:lnTo>
                    <a:pt x="0" y="0"/>
                  </a:lnTo>
                  <a:lnTo>
                    <a:pt x="0" y="2"/>
                  </a:lnTo>
                  <a:lnTo>
                    <a:pt x="0" y="4"/>
                  </a:lnTo>
                  <a:lnTo>
                    <a:pt x="2" y="4"/>
                  </a:lnTo>
                  <a:lnTo>
                    <a:pt x="4" y="4"/>
                  </a:lnTo>
                  <a:lnTo>
                    <a:pt x="6" y="4"/>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12" name="Freeform 201"/>
            <p:cNvSpPr>
              <a:spLocks/>
            </p:cNvSpPr>
            <p:nvPr/>
          </p:nvSpPr>
          <p:spPr bwMode="auto">
            <a:xfrm>
              <a:off x="3261" y="3156"/>
              <a:ext cx="4" cy="4"/>
            </a:xfrm>
            <a:custGeom>
              <a:avLst/>
              <a:gdLst>
                <a:gd name="T0" fmla="*/ 4 w 4"/>
                <a:gd name="T1" fmla="*/ 4 h 4"/>
                <a:gd name="T2" fmla="*/ 4 w 4"/>
                <a:gd name="T3" fmla="*/ 2 h 4"/>
                <a:gd name="T4" fmla="*/ 4 w 4"/>
                <a:gd name="T5" fmla="*/ 0 h 4"/>
                <a:gd name="T6" fmla="*/ 4 w 4"/>
                <a:gd name="T7" fmla="*/ 0 h 4"/>
                <a:gd name="T8" fmla="*/ 2 w 4"/>
                <a:gd name="T9" fmla="*/ 0 h 4"/>
                <a:gd name="T10" fmla="*/ 2 w 4"/>
                <a:gd name="T11" fmla="*/ 0 h 4"/>
                <a:gd name="T12" fmla="*/ 0 w 4"/>
                <a:gd name="T13" fmla="*/ 2 h 4"/>
                <a:gd name="T14" fmla="*/ 0 w 4"/>
                <a:gd name="T15" fmla="*/ 4 h 4"/>
                <a:gd name="T16" fmla="*/ 0 w 4"/>
                <a:gd name="T17" fmla="*/ 4 h 4"/>
                <a:gd name="T18" fmla="*/ 2 w 4"/>
                <a:gd name="T19" fmla="*/ 4 h 4"/>
                <a:gd name="T20" fmla="*/ 2 w 4"/>
                <a:gd name="T21" fmla="*/ 4 h 4"/>
                <a:gd name="T22" fmla="*/ 4 w 4"/>
                <a:gd name="T23" fmla="*/ 4 h 4"/>
                <a:gd name="T24" fmla="*/ 4 w 4"/>
                <a:gd name="T25" fmla="*/ 4 h 4"/>
                <a:gd name="T26" fmla="*/ 4 w 4"/>
                <a:gd name="T27" fmla="*/ 4 h 4"/>
                <a:gd name="T28" fmla="*/ 4 w 4"/>
                <a:gd name="T29" fmla="*/ 4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 h="4">
                  <a:moveTo>
                    <a:pt x="4" y="4"/>
                  </a:moveTo>
                  <a:lnTo>
                    <a:pt x="4" y="2"/>
                  </a:lnTo>
                  <a:lnTo>
                    <a:pt x="4" y="0"/>
                  </a:lnTo>
                  <a:lnTo>
                    <a:pt x="2" y="0"/>
                  </a:lnTo>
                  <a:lnTo>
                    <a:pt x="0" y="2"/>
                  </a:lnTo>
                  <a:lnTo>
                    <a:pt x="0" y="4"/>
                  </a:lnTo>
                  <a:lnTo>
                    <a:pt x="2" y="4"/>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513" name="Freeform 202"/>
            <p:cNvSpPr>
              <a:spLocks/>
            </p:cNvSpPr>
            <p:nvPr/>
          </p:nvSpPr>
          <p:spPr bwMode="auto">
            <a:xfrm>
              <a:off x="3261" y="3156"/>
              <a:ext cx="4" cy="4"/>
            </a:xfrm>
            <a:custGeom>
              <a:avLst/>
              <a:gdLst>
                <a:gd name="T0" fmla="*/ 4 w 4"/>
                <a:gd name="T1" fmla="*/ 4 h 4"/>
                <a:gd name="T2" fmla="*/ 4 w 4"/>
                <a:gd name="T3" fmla="*/ 2 h 4"/>
                <a:gd name="T4" fmla="*/ 4 w 4"/>
                <a:gd name="T5" fmla="*/ 0 h 4"/>
                <a:gd name="T6" fmla="*/ 4 w 4"/>
                <a:gd name="T7" fmla="*/ 0 h 4"/>
                <a:gd name="T8" fmla="*/ 2 w 4"/>
                <a:gd name="T9" fmla="*/ 0 h 4"/>
                <a:gd name="T10" fmla="*/ 2 w 4"/>
                <a:gd name="T11" fmla="*/ 0 h 4"/>
                <a:gd name="T12" fmla="*/ 0 w 4"/>
                <a:gd name="T13" fmla="*/ 2 h 4"/>
                <a:gd name="T14" fmla="*/ 0 w 4"/>
                <a:gd name="T15" fmla="*/ 4 h 4"/>
                <a:gd name="T16" fmla="*/ 0 w 4"/>
                <a:gd name="T17" fmla="*/ 4 h 4"/>
                <a:gd name="T18" fmla="*/ 2 w 4"/>
                <a:gd name="T19" fmla="*/ 4 h 4"/>
                <a:gd name="T20" fmla="*/ 2 w 4"/>
                <a:gd name="T21" fmla="*/ 4 h 4"/>
                <a:gd name="T22" fmla="*/ 4 w 4"/>
                <a:gd name="T23" fmla="*/ 4 h 4"/>
                <a:gd name="T24" fmla="*/ 4 w 4"/>
                <a:gd name="T25" fmla="*/ 4 h 4"/>
                <a:gd name="T26" fmla="*/ 4 w 4"/>
                <a:gd name="T27" fmla="*/ 4 h 4"/>
                <a:gd name="T28" fmla="*/ 4 w 4"/>
                <a:gd name="T29" fmla="*/ 4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 h="4">
                  <a:moveTo>
                    <a:pt x="4" y="4"/>
                  </a:moveTo>
                  <a:lnTo>
                    <a:pt x="4" y="2"/>
                  </a:lnTo>
                  <a:lnTo>
                    <a:pt x="4" y="0"/>
                  </a:lnTo>
                  <a:lnTo>
                    <a:pt x="2" y="0"/>
                  </a:lnTo>
                  <a:lnTo>
                    <a:pt x="0" y="2"/>
                  </a:lnTo>
                  <a:lnTo>
                    <a:pt x="0" y="4"/>
                  </a:lnTo>
                  <a:lnTo>
                    <a:pt x="2" y="4"/>
                  </a:lnTo>
                  <a:lnTo>
                    <a:pt x="4" y="4"/>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14" name="Freeform 203"/>
            <p:cNvSpPr>
              <a:spLocks/>
            </p:cNvSpPr>
            <p:nvPr/>
          </p:nvSpPr>
          <p:spPr bwMode="auto">
            <a:xfrm>
              <a:off x="3361" y="3131"/>
              <a:ext cx="5" cy="4"/>
            </a:xfrm>
            <a:custGeom>
              <a:avLst/>
              <a:gdLst>
                <a:gd name="T0" fmla="*/ 5 w 5"/>
                <a:gd name="T1" fmla="*/ 2 h 4"/>
                <a:gd name="T2" fmla="*/ 5 w 5"/>
                <a:gd name="T3" fmla="*/ 0 h 4"/>
                <a:gd name="T4" fmla="*/ 3 w 5"/>
                <a:gd name="T5" fmla="*/ 0 h 4"/>
                <a:gd name="T6" fmla="*/ 3 w 5"/>
                <a:gd name="T7" fmla="*/ 0 h 4"/>
                <a:gd name="T8" fmla="*/ 2 w 5"/>
                <a:gd name="T9" fmla="*/ 0 h 4"/>
                <a:gd name="T10" fmla="*/ 0 w 5"/>
                <a:gd name="T11" fmla="*/ 0 h 4"/>
                <a:gd name="T12" fmla="*/ 0 w 5"/>
                <a:gd name="T13" fmla="*/ 2 h 4"/>
                <a:gd name="T14" fmla="*/ 0 w 5"/>
                <a:gd name="T15" fmla="*/ 2 h 4"/>
                <a:gd name="T16" fmla="*/ 2 w 5"/>
                <a:gd name="T17" fmla="*/ 4 h 4"/>
                <a:gd name="T18" fmla="*/ 2 w 5"/>
                <a:gd name="T19" fmla="*/ 4 h 4"/>
                <a:gd name="T20" fmla="*/ 3 w 5"/>
                <a:gd name="T21" fmla="*/ 4 h 4"/>
                <a:gd name="T22" fmla="*/ 5 w 5"/>
                <a:gd name="T23" fmla="*/ 4 h 4"/>
                <a:gd name="T24" fmla="*/ 5 w 5"/>
                <a:gd name="T25" fmla="*/ 2 h 4"/>
                <a:gd name="T26" fmla="*/ 5 w 5"/>
                <a:gd name="T27" fmla="*/ 2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 h="4">
                  <a:moveTo>
                    <a:pt x="5" y="2"/>
                  </a:moveTo>
                  <a:lnTo>
                    <a:pt x="5" y="0"/>
                  </a:lnTo>
                  <a:lnTo>
                    <a:pt x="3" y="0"/>
                  </a:lnTo>
                  <a:lnTo>
                    <a:pt x="2" y="0"/>
                  </a:lnTo>
                  <a:lnTo>
                    <a:pt x="0" y="0"/>
                  </a:lnTo>
                  <a:lnTo>
                    <a:pt x="0" y="2"/>
                  </a:lnTo>
                  <a:lnTo>
                    <a:pt x="2" y="4"/>
                  </a:lnTo>
                  <a:lnTo>
                    <a:pt x="3" y="4"/>
                  </a:lnTo>
                  <a:lnTo>
                    <a:pt x="5" y="4"/>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515" name="Freeform 204"/>
            <p:cNvSpPr>
              <a:spLocks/>
            </p:cNvSpPr>
            <p:nvPr/>
          </p:nvSpPr>
          <p:spPr bwMode="auto">
            <a:xfrm>
              <a:off x="3361" y="3131"/>
              <a:ext cx="5" cy="4"/>
            </a:xfrm>
            <a:custGeom>
              <a:avLst/>
              <a:gdLst>
                <a:gd name="T0" fmla="*/ 5 w 5"/>
                <a:gd name="T1" fmla="*/ 2 h 4"/>
                <a:gd name="T2" fmla="*/ 5 w 5"/>
                <a:gd name="T3" fmla="*/ 0 h 4"/>
                <a:gd name="T4" fmla="*/ 3 w 5"/>
                <a:gd name="T5" fmla="*/ 0 h 4"/>
                <a:gd name="T6" fmla="*/ 3 w 5"/>
                <a:gd name="T7" fmla="*/ 0 h 4"/>
                <a:gd name="T8" fmla="*/ 2 w 5"/>
                <a:gd name="T9" fmla="*/ 0 h 4"/>
                <a:gd name="T10" fmla="*/ 0 w 5"/>
                <a:gd name="T11" fmla="*/ 0 h 4"/>
                <a:gd name="T12" fmla="*/ 0 w 5"/>
                <a:gd name="T13" fmla="*/ 2 h 4"/>
                <a:gd name="T14" fmla="*/ 0 w 5"/>
                <a:gd name="T15" fmla="*/ 2 h 4"/>
                <a:gd name="T16" fmla="*/ 2 w 5"/>
                <a:gd name="T17" fmla="*/ 4 h 4"/>
                <a:gd name="T18" fmla="*/ 2 w 5"/>
                <a:gd name="T19" fmla="*/ 4 h 4"/>
                <a:gd name="T20" fmla="*/ 3 w 5"/>
                <a:gd name="T21" fmla="*/ 4 h 4"/>
                <a:gd name="T22" fmla="*/ 5 w 5"/>
                <a:gd name="T23" fmla="*/ 4 h 4"/>
                <a:gd name="T24" fmla="*/ 5 w 5"/>
                <a:gd name="T25" fmla="*/ 2 h 4"/>
                <a:gd name="T26" fmla="*/ 5 w 5"/>
                <a:gd name="T27" fmla="*/ 2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 h="4">
                  <a:moveTo>
                    <a:pt x="5" y="2"/>
                  </a:moveTo>
                  <a:lnTo>
                    <a:pt x="5" y="0"/>
                  </a:lnTo>
                  <a:lnTo>
                    <a:pt x="3" y="0"/>
                  </a:lnTo>
                  <a:lnTo>
                    <a:pt x="2" y="0"/>
                  </a:lnTo>
                  <a:lnTo>
                    <a:pt x="0" y="0"/>
                  </a:lnTo>
                  <a:lnTo>
                    <a:pt x="0" y="2"/>
                  </a:lnTo>
                  <a:lnTo>
                    <a:pt x="2" y="4"/>
                  </a:lnTo>
                  <a:lnTo>
                    <a:pt x="3" y="4"/>
                  </a:lnTo>
                  <a:lnTo>
                    <a:pt x="5" y="4"/>
                  </a:lnTo>
                  <a:lnTo>
                    <a:pt x="5" y="2"/>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16" name="Freeform 205"/>
            <p:cNvSpPr>
              <a:spLocks/>
            </p:cNvSpPr>
            <p:nvPr/>
          </p:nvSpPr>
          <p:spPr bwMode="auto">
            <a:xfrm>
              <a:off x="4157" y="2917"/>
              <a:ext cx="4" cy="4"/>
            </a:xfrm>
            <a:custGeom>
              <a:avLst/>
              <a:gdLst>
                <a:gd name="T0" fmla="*/ 4 w 4"/>
                <a:gd name="T1" fmla="*/ 2 h 4"/>
                <a:gd name="T2" fmla="*/ 4 w 4"/>
                <a:gd name="T3" fmla="*/ 0 h 4"/>
                <a:gd name="T4" fmla="*/ 4 w 4"/>
                <a:gd name="T5" fmla="*/ 0 h 4"/>
                <a:gd name="T6" fmla="*/ 4 w 4"/>
                <a:gd name="T7" fmla="*/ 0 h 4"/>
                <a:gd name="T8" fmla="*/ 2 w 4"/>
                <a:gd name="T9" fmla="*/ 0 h 4"/>
                <a:gd name="T10" fmla="*/ 0 w 4"/>
                <a:gd name="T11" fmla="*/ 0 h 4"/>
                <a:gd name="T12" fmla="*/ 0 w 4"/>
                <a:gd name="T13" fmla="*/ 2 h 4"/>
                <a:gd name="T14" fmla="*/ 0 w 4"/>
                <a:gd name="T15" fmla="*/ 2 h 4"/>
                <a:gd name="T16" fmla="*/ 2 w 4"/>
                <a:gd name="T17" fmla="*/ 4 h 4"/>
                <a:gd name="T18" fmla="*/ 4 w 4"/>
                <a:gd name="T19" fmla="*/ 4 h 4"/>
                <a:gd name="T20" fmla="*/ 4 w 4"/>
                <a:gd name="T21" fmla="*/ 4 h 4"/>
                <a:gd name="T22" fmla="*/ 4 w 4"/>
                <a:gd name="T23" fmla="*/ 2 h 4"/>
                <a:gd name="T24" fmla="*/ 4 w 4"/>
                <a:gd name="T25" fmla="*/ 2 h 4"/>
                <a:gd name="T26" fmla="*/ 4 w 4"/>
                <a:gd name="T27" fmla="*/ 2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 h="4">
                  <a:moveTo>
                    <a:pt x="4" y="2"/>
                  </a:moveTo>
                  <a:lnTo>
                    <a:pt x="4" y="0"/>
                  </a:lnTo>
                  <a:lnTo>
                    <a:pt x="2" y="0"/>
                  </a:lnTo>
                  <a:lnTo>
                    <a:pt x="0" y="0"/>
                  </a:lnTo>
                  <a:lnTo>
                    <a:pt x="0" y="2"/>
                  </a:lnTo>
                  <a:lnTo>
                    <a:pt x="2" y="4"/>
                  </a:lnTo>
                  <a:lnTo>
                    <a:pt x="4" y="4"/>
                  </a:lnTo>
                  <a:lnTo>
                    <a:pt x="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517" name="Freeform 206"/>
            <p:cNvSpPr>
              <a:spLocks/>
            </p:cNvSpPr>
            <p:nvPr/>
          </p:nvSpPr>
          <p:spPr bwMode="auto">
            <a:xfrm>
              <a:off x="4157" y="2917"/>
              <a:ext cx="4" cy="4"/>
            </a:xfrm>
            <a:custGeom>
              <a:avLst/>
              <a:gdLst>
                <a:gd name="T0" fmla="*/ 4 w 4"/>
                <a:gd name="T1" fmla="*/ 2 h 4"/>
                <a:gd name="T2" fmla="*/ 4 w 4"/>
                <a:gd name="T3" fmla="*/ 0 h 4"/>
                <a:gd name="T4" fmla="*/ 4 w 4"/>
                <a:gd name="T5" fmla="*/ 0 h 4"/>
                <a:gd name="T6" fmla="*/ 4 w 4"/>
                <a:gd name="T7" fmla="*/ 0 h 4"/>
                <a:gd name="T8" fmla="*/ 2 w 4"/>
                <a:gd name="T9" fmla="*/ 0 h 4"/>
                <a:gd name="T10" fmla="*/ 0 w 4"/>
                <a:gd name="T11" fmla="*/ 0 h 4"/>
                <a:gd name="T12" fmla="*/ 0 w 4"/>
                <a:gd name="T13" fmla="*/ 2 h 4"/>
                <a:gd name="T14" fmla="*/ 0 w 4"/>
                <a:gd name="T15" fmla="*/ 2 h 4"/>
                <a:gd name="T16" fmla="*/ 2 w 4"/>
                <a:gd name="T17" fmla="*/ 4 h 4"/>
                <a:gd name="T18" fmla="*/ 4 w 4"/>
                <a:gd name="T19" fmla="*/ 4 h 4"/>
                <a:gd name="T20" fmla="*/ 4 w 4"/>
                <a:gd name="T21" fmla="*/ 4 h 4"/>
                <a:gd name="T22" fmla="*/ 4 w 4"/>
                <a:gd name="T23" fmla="*/ 2 h 4"/>
                <a:gd name="T24" fmla="*/ 4 w 4"/>
                <a:gd name="T25" fmla="*/ 2 h 4"/>
                <a:gd name="T26" fmla="*/ 4 w 4"/>
                <a:gd name="T27" fmla="*/ 2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 h="4">
                  <a:moveTo>
                    <a:pt x="4" y="2"/>
                  </a:moveTo>
                  <a:lnTo>
                    <a:pt x="4" y="0"/>
                  </a:lnTo>
                  <a:lnTo>
                    <a:pt x="2" y="0"/>
                  </a:lnTo>
                  <a:lnTo>
                    <a:pt x="0" y="0"/>
                  </a:lnTo>
                  <a:lnTo>
                    <a:pt x="0" y="2"/>
                  </a:lnTo>
                  <a:lnTo>
                    <a:pt x="2" y="4"/>
                  </a:lnTo>
                  <a:lnTo>
                    <a:pt x="4" y="4"/>
                  </a:lnTo>
                  <a:lnTo>
                    <a:pt x="4" y="2"/>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18" name="Freeform 207"/>
            <p:cNvSpPr>
              <a:spLocks/>
            </p:cNvSpPr>
            <p:nvPr/>
          </p:nvSpPr>
          <p:spPr bwMode="auto">
            <a:xfrm>
              <a:off x="3368" y="2917"/>
              <a:ext cx="774" cy="207"/>
            </a:xfrm>
            <a:custGeom>
              <a:avLst/>
              <a:gdLst>
                <a:gd name="T0" fmla="*/ 0 w 774"/>
                <a:gd name="T1" fmla="*/ 207 h 207"/>
                <a:gd name="T2" fmla="*/ 240 w 774"/>
                <a:gd name="T3" fmla="*/ 136 h 207"/>
                <a:gd name="T4" fmla="*/ 540 w 774"/>
                <a:gd name="T5" fmla="*/ 53 h 207"/>
                <a:gd name="T6" fmla="*/ 774 w 774"/>
                <a:gd name="T7" fmla="*/ 0 h 2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4" h="207">
                  <a:moveTo>
                    <a:pt x="0" y="207"/>
                  </a:moveTo>
                  <a:lnTo>
                    <a:pt x="240" y="136"/>
                  </a:lnTo>
                  <a:lnTo>
                    <a:pt x="540" y="53"/>
                  </a:lnTo>
                  <a:lnTo>
                    <a:pt x="77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19" name="Freeform 208"/>
            <p:cNvSpPr>
              <a:spLocks/>
            </p:cNvSpPr>
            <p:nvPr/>
          </p:nvSpPr>
          <p:spPr bwMode="auto">
            <a:xfrm>
              <a:off x="3378" y="2930"/>
              <a:ext cx="765" cy="207"/>
            </a:xfrm>
            <a:custGeom>
              <a:avLst/>
              <a:gdLst>
                <a:gd name="T0" fmla="*/ 0 w 765"/>
                <a:gd name="T1" fmla="*/ 207 h 207"/>
                <a:gd name="T2" fmla="*/ 237 w 765"/>
                <a:gd name="T3" fmla="*/ 146 h 207"/>
                <a:gd name="T4" fmla="*/ 540 w 765"/>
                <a:gd name="T5" fmla="*/ 61 h 207"/>
                <a:gd name="T6" fmla="*/ 765 w 765"/>
                <a:gd name="T7" fmla="*/ 0 h 2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5" h="207">
                  <a:moveTo>
                    <a:pt x="0" y="207"/>
                  </a:moveTo>
                  <a:lnTo>
                    <a:pt x="237" y="146"/>
                  </a:lnTo>
                  <a:lnTo>
                    <a:pt x="540" y="61"/>
                  </a:lnTo>
                  <a:lnTo>
                    <a:pt x="76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20" name="Freeform 209"/>
            <p:cNvSpPr>
              <a:spLocks/>
            </p:cNvSpPr>
            <p:nvPr/>
          </p:nvSpPr>
          <p:spPr bwMode="auto">
            <a:xfrm>
              <a:off x="3378" y="3055"/>
              <a:ext cx="233" cy="82"/>
            </a:xfrm>
            <a:custGeom>
              <a:avLst/>
              <a:gdLst>
                <a:gd name="T0" fmla="*/ 0 w 233"/>
                <a:gd name="T1" fmla="*/ 82 h 82"/>
                <a:gd name="T2" fmla="*/ 4 w 233"/>
                <a:gd name="T3" fmla="*/ 67 h 82"/>
                <a:gd name="T4" fmla="*/ 13 w 233"/>
                <a:gd name="T5" fmla="*/ 78 h 82"/>
                <a:gd name="T6" fmla="*/ 15 w 233"/>
                <a:gd name="T7" fmla="*/ 63 h 82"/>
                <a:gd name="T8" fmla="*/ 29 w 233"/>
                <a:gd name="T9" fmla="*/ 74 h 82"/>
                <a:gd name="T10" fmla="*/ 32 w 233"/>
                <a:gd name="T11" fmla="*/ 59 h 82"/>
                <a:gd name="T12" fmla="*/ 44 w 233"/>
                <a:gd name="T13" fmla="*/ 71 h 82"/>
                <a:gd name="T14" fmla="*/ 50 w 233"/>
                <a:gd name="T15" fmla="*/ 51 h 82"/>
                <a:gd name="T16" fmla="*/ 63 w 233"/>
                <a:gd name="T17" fmla="*/ 67 h 82"/>
                <a:gd name="T18" fmla="*/ 65 w 233"/>
                <a:gd name="T19" fmla="*/ 48 h 82"/>
                <a:gd name="T20" fmla="*/ 78 w 233"/>
                <a:gd name="T21" fmla="*/ 61 h 82"/>
                <a:gd name="T22" fmla="*/ 82 w 233"/>
                <a:gd name="T23" fmla="*/ 44 h 82"/>
                <a:gd name="T24" fmla="*/ 97 w 233"/>
                <a:gd name="T25" fmla="*/ 57 h 82"/>
                <a:gd name="T26" fmla="*/ 99 w 233"/>
                <a:gd name="T27" fmla="*/ 38 h 82"/>
                <a:gd name="T28" fmla="*/ 115 w 233"/>
                <a:gd name="T29" fmla="*/ 51 h 82"/>
                <a:gd name="T30" fmla="*/ 119 w 233"/>
                <a:gd name="T31" fmla="*/ 32 h 82"/>
                <a:gd name="T32" fmla="*/ 132 w 233"/>
                <a:gd name="T33" fmla="*/ 48 h 82"/>
                <a:gd name="T34" fmla="*/ 136 w 233"/>
                <a:gd name="T35" fmla="*/ 28 h 82"/>
                <a:gd name="T36" fmla="*/ 151 w 233"/>
                <a:gd name="T37" fmla="*/ 42 h 82"/>
                <a:gd name="T38" fmla="*/ 159 w 233"/>
                <a:gd name="T39" fmla="*/ 21 h 82"/>
                <a:gd name="T40" fmla="*/ 174 w 233"/>
                <a:gd name="T41" fmla="*/ 36 h 82"/>
                <a:gd name="T42" fmla="*/ 180 w 233"/>
                <a:gd name="T43" fmla="*/ 13 h 82"/>
                <a:gd name="T44" fmla="*/ 197 w 233"/>
                <a:gd name="T45" fmla="*/ 28 h 82"/>
                <a:gd name="T46" fmla="*/ 201 w 233"/>
                <a:gd name="T47" fmla="*/ 7 h 82"/>
                <a:gd name="T48" fmla="*/ 216 w 233"/>
                <a:gd name="T49" fmla="*/ 25 h 82"/>
                <a:gd name="T50" fmla="*/ 228 w 233"/>
                <a:gd name="T51" fmla="*/ 0 h 82"/>
                <a:gd name="T52" fmla="*/ 233 w 233"/>
                <a:gd name="T53" fmla="*/ 21 h 8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33" h="82">
                  <a:moveTo>
                    <a:pt x="0" y="82"/>
                  </a:moveTo>
                  <a:lnTo>
                    <a:pt x="4" y="67"/>
                  </a:lnTo>
                  <a:lnTo>
                    <a:pt x="13" y="78"/>
                  </a:lnTo>
                  <a:lnTo>
                    <a:pt x="15" y="63"/>
                  </a:lnTo>
                  <a:lnTo>
                    <a:pt x="29" y="74"/>
                  </a:lnTo>
                  <a:lnTo>
                    <a:pt x="32" y="59"/>
                  </a:lnTo>
                  <a:lnTo>
                    <a:pt x="44" y="71"/>
                  </a:lnTo>
                  <a:lnTo>
                    <a:pt x="50" y="51"/>
                  </a:lnTo>
                  <a:lnTo>
                    <a:pt x="63" y="67"/>
                  </a:lnTo>
                  <a:lnTo>
                    <a:pt x="65" y="48"/>
                  </a:lnTo>
                  <a:lnTo>
                    <a:pt x="78" y="61"/>
                  </a:lnTo>
                  <a:lnTo>
                    <a:pt x="82" y="44"/>
                  </a:lnTo>
                  <a:lnTo>
                    <a:pt x="97" y="57"/>
                  </a:lnTo>
                  <a:lnTo>
                    <a:pt x="99" y="38"/>
                  </a:lnTo>
                  <a:lnTo>
                    <a:pt x="115" y="51"/>
                  </a:lnTo>
                  <a:lnTo>
                    <a:pt x="119" y="32"/>
                  </a:lnTo>
                  <a:lnTo>
                    <a:pt x="132" y="48"/>
                  </a:lnTo>
                  <a:lnTo>
                    <a:pt x="136" y="28"/>
                  </a:lnTo>
                  <a:lnTo>
                    <a:pt x="151" y="42"/>
                  </a:lnTo>
                  <a:lnTo>
                    <a:pt x="159" y="21"/>
                  </a:lnTo>
                  <a:lnTo>
                    <a:pt x="174" y="36"/>
                  </a:lnTo>
                  <a:lnTo>
                    <a:pt x="180" y="13"/>
                  </a:lnTo>
                  <a:lnTo>
                    <a:pt x="197" y="28"/>
                  </a:lnTo>
                  <a:lnTo>
                    <a:pt x="201" y="7"/>
                  </a:lnTo>
                  <a:lnTo>
                    <a:pt x="216" y="25"/>
                  </a:lnTo>
                  <a:lnTo>
                    <a:pt x="228" y="0"/>
                  </a:lnTo>
                  <a:lnTo>
                    <a:pt x="233" y="21"/>
                  </a:lnTo>
                </a:path>
              </a:pathLst>
            </a:custGeom>
            <a:noFill/>
            <a:ln w="0">
              <a:solidFill>
                <a:srgbClr val="FFCC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21" name="Freeform 210"/>
            <p:cNvSpPr>
              <a:spLocks/>
            </p:cNvSpPr>
            <p:nvPr/>
          </p:nvSpPr>
          <p:spPr bwMode="auto">
            <a:xfrm>
              <a:off x="3608" y="3032"/>
              <a:ext cx="86" cy="44"/>
            </a:xfrm>
            <a:custGeom>
              <a:avLst/>
              <a:gdLst>
                <a:gd name="T0" fmla="*/ 7 w 86"/>
                <a:gd name="T1" fmla="*/ 44 h 44"/>
                <a:gd name="T2" fmla="*/ 0 w 86"/>
                <a:gd name="T3" fmla="*/ 21 h 44"/>
                <a:gd name="T4" fmla="*/ 22 w 86"/>
                <a:gd name="T5" fmla="*/ 38 h 44"/>
                <a:gd name="T6" fmla="*/ 30 w 86"/>
                <a:gd name="T7" fmla="*/ 13 h 44"/>
                <a:gd name="T8" fmla="*/ 49 w 86"/>
                <a:gd name="T9" fmla="*/ 30 h 44"/>
                <a:gd name="T10" fmla="*/ 55 w 86"/>
                <a:gd name="T11" fmla="*/ 5 h 44"/>
                <a:gd name="T12" fmla="*/ 74 w 86"/>
                <a:gd name="T13" fmla="*/ 25 h 44"/>
                <a:gd name="T14" fmla="*/ 80 w 86"/>
                <a:gd name="T15" fmla="*/ 0 h 44"/>
                <a:gd name="T16" fmla="*/ 86 w 86"/>
                <a:gd name="T17" fmla="*/ 21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6" h="44">
                  <a:moveTo>
                    <a:pt x="7" y="44"/>
                  </a:moveTo>
                  <a:lnTo>
                    <a:pt x="0" y="21"/>
                  </a:lnTo>
                  <a:lnTo>
                    <a:pt x="22" y="38"/>
                  </a:lnTo>
                  <a:lnTo>
                    <a:pt x="30" y="13"/>
                  </a:lnTo>
                  <a:lnTo>
                    <a:pt x="49" y="30"/>
                  </a:lnTo>
                  <a:lnTo>
                    <a:pt x="55" y="5"/>
                  </a:lnTo>
                  <a:lnTo>
                    <a:pt x="74" y="25"/>
                  </a:lnTo>
                  <a:lnTo>
                    <a:pt x="80" y="0"/>
                  </a:lnTo>
                  <a:lnTo>
                    <a:pt x="86" y="21"/>
                  </a:lnTo>
                </a:path>
              </a:pathLst>
            </a:custGeom>
            <a:noFill/>
            <a:ln w="0">
              <a:solidFill>
                <a:srgbClr val="FFCC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22" name="Freeform 211"/>
            <p:cNvSpPr>
              <a:spLocks/>
            </p:cNvSpPr>
            <p:nvPr/>
          </p:nvSpPr>
          <p:spPr bwMode="auto">
            <a:xfrm>
              <a:off x="3692" y="3013"/>
              <a:ext cx="74" cy="40"/>
            </a:xfrm>
            <a:custGeom>
              <a:avLst/>
              <a:gdLst>
                <a:gd name="T0" fmla="*/ 5 w 74"/>
                <a:gd name="T1" fmla="*/ 40 h 40"/>
                <a:gd name="T2" fmla="*/ 0 w 74"/>
                <a:gd name="T3" fmla="*/ 17 h 40"/>
                <a:gd name="T4" fmla="*/ 17 w 74"/>
                <a:gd name="T5" fmla="*/ 36 h 40"/>
                <a:gd name="T6" fmla="*/ 25 w 74"/>
                <a:gd name="T7" fmla="*/ 11 h 40"/>
                <a:gd name="T8" fmla="*/ 40 w 74"/>
                <a:gd name="T9" fmla="*/ 30 h 40"/>
                <a:gd name="T10" fmla="*/ 46 w 74"/>
                <a:gd name="T11" fmla="*/ 5 h 40"/>
                <a:gd name="T12" fmla="*/ 61 w 74"/>
                <a:gd name="T13" fmla="*/ 24 h 40"/>
                <a:gd name="T14" fmla="*/ 69 w 74"/>
                <a:gd name="T15" fmla="*/ 0 h 40"/>
                <a:gd name="T16" fmla="*/ 74 w 74"/>
                <a:gd name="T17" fmla="*/ 21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40">
                  <a:moveTo>
                    <a:pt x="5" y="40"/>
                  </a:moveTo>
                  <a:lnTo>
                    <a:pt x="0" y="17"/>
                  </a:lnTo>
                  <a:lnTo>
                    <a:pt x="17" y="36"/>
                  </a:lnTo>
                  <a:lnTo>
                    <a:pt x="25" y="11"/>
                  </a:lnTo>
                  <a:lnTo>
                    <a:pt x="40" y="30"/>
                  </a:lnTo>
                  <a:lnTo>
                    <a:pt x="46" y="5"/>
                  </a:lnTo>
                  <a:lnTo>
                    <a:pt x="61" y="24"/>
                  </a:lnTo>
                  <a:lnTo>
                    <a:pt x="69" y="0"/>
                  </a:lnTo>
                  <a:lnTo>
                    <a:pt x="74" y="21"/>
                  </a:lnTo>
                </a:path>
              </a:pathLst>
            </a:custGeom>
            <a:noFill/>
            <a:ln w="0">
              <a:solidFill>
                <a:srgbClr val="FFCC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23" name="Freeform 212"/>
            <p:cNvSpPr>
              <a:spLocks/>
            </p:cNvSpPr>
            <p:nvPr/>
          </p:nvSpPr>
          <p:spPr bwMode="auto">
            <a:xfrm>
              <a:off x="3763" y="2991"/>
              <a:ext cx="72" cy="41"/>
            </a:xfrm>
            <a:custGeom>
              <a:avLst/>
              <a:gdLst>
                <a:gd name="T0" fmla="*/ 7 w 72"/>
                <a:gd name="T1" fmla="*/ 41 h 41"/>
                <a:gd name="T2" fmla="*/ 0 w 72"/>
                <a:gd name="T3" fmla="*/ 20 h 41"/>
                <a:gd name="T4" fmla="*/ 19 w 72"/>
                <a:gd name="T5" fmla="*/ 39 h 41"/>
                <a:gd name="T6" fmla="*/ 24 w 72"/>
                <a:gd name="T7" fmla="*/ 14 h 41"/>
                <a:gd name="T8" fmla="*/ 40 w 72"/>
                <a:gd name="T9" fmla="*/ 31 h 41"/>
                <a:gd name="T10" fmla="*/ 45 w 72"/>
                <a:gd name="T11" fmla="*/ 8 h 41"/>
                <a:gd name="T12" fmla="*/ 63 w 72"/>
                <a:gd name="T13" fmla="*/ 27 h 41"/>
                <a:gd name="T14" fmla="*/ 65 w 72"/>
                <a:gd name="T15" fmla="*/ 0 h 41"/>
                <a:gd name="T16" fmla="*/ 72 w 72"/>
                <a:gd name="T17" fmla="*/ 23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41">
                  <a:moveTo>
                    <a:pt x="7" y="41"/>
                  </a:moveTo>
                  <a:lnTo>
                    <a:pt x="0" y="20"/>
                  </a:lnTo>
                  <a:lnTo>
                    <a:pt x="19" y="39"/>
                  </a:lnTo>
                  <a:lnTo>
                    <a:pt x="24" y="14"/>
                  </a:lnTo>
                  <a:lnTo>
                    <a:pt x="40" y="31"/>
                  </a:lnTo>
                  <a:lnTo>
                    <a:pt x="45" y="8"/>
                  </a:lnTo>
                  <a:lnTo>
                    <a:pt x="63" y="27"/>
                  </a:lnTo>
                  <a:lnTo>
                    <a:pt x="65" y="0"/>
                  </a:lnTo>
                  <a:lnTo>
                    <a:pt x="72" y="23"/>
                  </a:lnTo>
                </a:path>
              </a:pathLst>
            </a:custGeom>
            <a:noFill/>
            <a:ln w="0">
              <a:solidFill>
                <a:srgbClr val="FFCC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24" name="Freeform 213"/>
            <p:cNvSpPr>
              <a:spLocks/>
            </p:cNvSpPr>
            <p:nvPr/>
          </p:nvSpPr>
          <p:spPr bwMode="auto">
            <a:xfrm>
              <a:off x="3831" y="2970"/>
              <a:ext cx="83" cy="44"/>
            </a:xfrm>
            <a:custGeom>
              <a:avLst/>
              <a:gdLst>
                <a:gd name="T0" fmla="*/ 8 w 83"/>
                <a:gd name="T1" fmla="*/ 44 h 44"/>
                <a:gd name="T2" fmla="*/ 0 w 83"/>
                <a:gd name="T3" fmla="*/ 21 h 44"/>
                <a:gd name="T4" fmla="*/ 22 w 83"/>
                <a:gd name="T5" fmla="*/ 41 h 44"/>
                <a:gd name="T6" fmla="*/ 25 w 83"/>
                <a:gd name="T7" fmla="*/ 14 h 44"/>
                <a:gd name="T8" fmla="*/ 43 w 83"/>
                <a:gd name="T9" fmla="*/ 35 h 44"/>
                <a:gd name="T10" fmla="*/ 48 w 83"/>
                <a:gd name="T11" fmla="*/ 6 h 44"/>
                <a:gd name="T12" fmla="*/ 67 w 83"/>
                <a:gd name="T13" fmla="*/ 27 h 44"/>
                <a:gd name="T14" fmla="*/ 77 w 83"/>
                <a:gd name="T15" fmla="*/ 0 h 44"/>
                <a:gd name="T16" fmla="*/ 83 w 83"/>
                <a:gd name="T17" fmla="*/ 21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3" h="44">
                  <a:moveTo>
                    <a:pt x="8" y="44"/>
                  </a:moveTo>
                  <a:lnTo>
                    <a:pt x="0" y="21"/>
                  </a:lnTo>
                  <a:lnTo>
                    <a:pt x="22" y="41"/>
                  </a:lnTo>
                  <a:lnTo>
                    <a:pt x="25" y="14"/>
                  </a:lnTo>
                  <a:lnTo>
                    <a:pt x="43" y="35"/>
                  </a:lnTo>
                  <a:lnTo>
                    <a:pt x="48" y="6"/>
                  </a:lnTo>
                  <a:lnTo>
                    <a:pt x="67" y="27"/>
                  </a:lnTo>
                  <a:lnTo>
                    <a:pt x="77" y="0"/>
                  </a:lnTo>
                  <a:lnTo>
                    <a:pt x="83" y="21"/>
                  </a:lnTo>
                </a:path>
              </a:pathLst>
            </a:custGeom>
            <a:noFill/>
            <a:ln w="0">
              <a:solidFill>
                <a:srgbClr val="FFCC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25" name="Freeform 214"/>
            <p:cNvSpPr>
              <a:spLocks/>
            </p:cNvSpPr>
            <p:nvPr/>
          </p:nvSpPr>
          <p:spPr bwMode="auto">
            <a:xfrm>
              <a:off x="3910" y="2919"/>
              <a:ext cx="230" cy="72"/>
            </a:xfrm>
            <a:custGeom>
              <a:avLst/>
              <a:gdLst>
                <a:gd name="T0" fmla="*/ 8 w 230"/>
                <a:gd name="T1" fmla="*/ 72 h 72"/>
                <a:gd name="T2" fmla="*/ 0 w 230"/>
                <a:gd name="T3" fmla="*/ 49 h 72"/>
                <a:gd name="T4" fmla="*/ 23 w 230"/>
                <a:gd name="T5" fmla="*/ 69 h 72"/>
                <a:gd name="T6" fmla="*/ 27 w 230"/>
                <a:gd name="T7" fmla="*/ 44 h 72"/>
                <a:gd name="T8" fmla="*/ 44 w 230"/>
                <a:gd name="T9" fmla="*/ 63 h 72"/>
                <a:gd name="T10" fmla="*/ 48 w 230"/>
                <a:gd name="T11" fmla="*/ 40 h 72"/>
                <a:gd name="T12" fmla="*/ 67 w 230"/>
                <a:gd name="T13" fmla="*/ 55 h 72"/>
                <a:gd name="T14" fmla="*/ 73 w 230"/>
                <a:gd name="T15" fmla="*/ 34 h 72"/>
                <a:gd name="T16" fmla="*/ 88 w 230"/>
                <a:gd name="T17" fmla="*/ 51 h 72"/>
                <a:gd name="T18" fmla="*/ 92 w 230"/>
                <a:gd name="T19" fmla="*/ 30 h 72"/>
                <a:gd name="T20" fmla="*/ 109 w 230"/>
                <a:gd name="T21" fmla="*/ 46 h 72"/>
                <a:gd name="T22" fmla="*/ 113 w 230"/>
                <a:gd name="T23" fmla="*/ 25 h 72"/>
                <a:gd name="T24" fmla="*/ 126 w 230"/>
                <a:gd name="T25" fmla="*/ 40 h 72"/>
                <a:gd name="T26" fmla="*/ 132 w 230"/>
                <a:gd name="T27" fmla="*/ 21 h 72"/>
                <a:gd name="T28" fmla="*/ 145 w 230"/>
                <a:gd name="T29" fmla="*/ 34 h 72"/>
                <a:gd name="T30" fmla="*/ 151 w 230"/>
                <a:gd name="T31" fmla="*/ 17 h 72"/>
                <a:gd name="T32" fmla="*/ 165 w 230"/>
                <a:gd name="T33" fmla="*/ 28 h 72"/>
                <a:gd name="T34" fmla="*/ 172 w 230"/>
                <a:gd name="T35" fmla="*/ 11 h 72"/>
                <a:gd name="T36" fmla="*/ 182 w 230"/>
                <a:gd name="T37" fmla="*/ 25 h 72"/>
                <a:gd name="T38" fmla="*/ 186 w 230"/>
                <a:gd name="T39" fmla="*/ 9 h 72"/>
                <a:gd name="T40" fmla="*/ 197 w 230"/>
                <a:gd name="T41" fmla="*/ 21 h 72"/>
                <a:gd name="T42" fmla="*/ 201 w 230"/>
                <a:gd name="T43" fmla="*/ 5 h 72"/>
                <a:gd name="T44" fmla="*/ 210 w 230"/>
                <a:gd name="T45" fmla="*/ 17 h 72"/>
                <a:gd name="T46" fmla="*/ 216 w 230"/>
                <a:gd name="T47" fmla="*/ 2 h 72"/>
                <a:gd name="T48" fmla="*/ 226 w 230"/>
                <a:gd name="T49" fmla="*/ 11 h 72"/>
                <a:gd name="T50" fmla="*/ 230 w 230"/>
                <a:gd name="T51" fmla="*/ 0 h 7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30" h="72">
                  <a:moveTo>
                    <a:pt x="8" y="72"/>
                  </a:moveTo>
                  <a:lnTo>
                    <a:pt x="0" y="49"/>
                  </a:lnTo>
                  <a:lnTo>
                    <a:pt x="23" y="69"/>
                  </a:lnTo>
                  <a:lnTo>
                    <a:pt x="27" y="44"/>
                  </a:lnTo>
                  <a:lnTo>
                    <a:pt x="44" y="63"/>
                  </a:lnTo>
                  <a:lnTo>
                    <a:pt x="48" y="40"/>
                  </a:lnTo>
                  <a:lnTo>
                    <a:pt x="67" y="55"/>
                  </a:lnTo>
                  <a:lnTo>
                    <a:pt x="73" y="34"/>
                  </a:lnTo>
                  <a:lnTo>
                    <a:pt x="88" y="51"/>
                  </a:lnTo>
                  <a:lnTo>
                    <a:pt x="92" y="30"/>
                  </a:lnTo>
                  <a:lnTo>
                    <a:pt x="109" y="46"/>
                  </a:lnTo>
                  <a:lnTo>
                    <a:pt x="113" y="25"/>
                  </a:lnTo>
                  <a:lnTo>
                    <a:pt x="126" y="40"/>
                  </a:lnTo>
                  <a:lnTo>
                    <a:pt x="132" y="21"/>
                  </a:lnTo>
                  <a:lnTo>
                    <a:pt x="145" y="34"/>
                  </a:lnTo>
                  <a:lnTo>
                    <a:pt x="151" y="17"/>
                  </a:lnTo>
                  <a:lnTo>
                    <a:pt x="165" y="28"/>
                  </a:lnTo>
                  <a:lnTo>
                    <a:pt x="172" y="11"/>
                  </a:lnTo>
                  <a:lnTo>
                    <a:pt x="182" y="25"/>
                  </a:lnTo>
                  <a:lnTo>
                    <a:pt x="186" y="9"/>
                  </a:lnTo>
                  <a:lnTo>
                    <a:pt x="197" y="21"/>
                  </a:lnTo>
                  <a:lnTo>
                    <a:pt x="201" y="5"/>
                  </a:lnTo>
                  <a:lnTo>
                    <a:pt x="210" y="17"/>
                  </a:lnTo>
                  <a:lnTo>
                    <a:pt x="216" y="2"/>
                  </a:lnTo>
                  <a:lnTo>
                    <a:pt x="226" y="11"/>
                  </a:lnTo>
                  <a:lnTo>
                    <a:pt x="230" y="0"/>
                  </a:lnTo>
                </a:path>
              </a:pathLst>
            </a:custGeom>
            <a:noFill/>
            <a:ln w="0">
              <a:solidFill>
                <a:srgbClr val="FFCC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grpSp>
          <p:nvGrpSpPr>
            <p:cNvPr id="17526" name="Group 227"/>
            <p:cNvGrpSpPr>
              <a:grpSpLocks/>
            </p:cNvGrpSpPr>
            <p:nvPr/>
          </p:nvGrpSpPr>
          <p:grpSpPr bwMode="auto">
            <a:xfrm>
              <a:off x="4129" y="3521"/>
              <a:ext cx="71" cy="77"/>
              <a:chOff x="4128" y="3535"/>
              <a:chExt cx="71" cy="77"/>
            </a:xfrm>
          </p:grpSpPr>
          <p:sp>
            <p:nvSpPr>
              <p:cNvPr id="17537" name="Freeform 130"/>
              <p:cNvSpPr>
                <a:spLocks/>
              </p:cNvSpPr>
              <p:nvPr/>
            </p:nvSpPr>
            <p:spPr bwMode="auto">
              <a:xfrm>
                <a:off x="4132" y="3535"/>
                <a:ext cx="65" cy="34"/>
              </a:xfrm>
              <a:custGeom>
                <a:avLst/>
                <a:gdLst>
                  <a:gd name="T0" fmla="*/ 65 w 65"/>
                  <a:gd name="T1" fmla="*/ 34 h 34"/>
                  <a:gd name="T2" fmla="*/ 31 w 65"/>
                  <a:gd name="T3" fmla="*/ 0 h 34"/>
                  <a:gd name="T4" fmla="*/ 0 w 65"/>
                  <a:gd name="T5" fmla="*/ 34 h 34"/>
                  <a:gd name="T6" fmla="*/ 0 60000 65536"/>
                  <a:gd name="T7" fmla="*/ 0 60000 65536"/>
                  <a:gd name="T8" fmla="*/ 0 60000 65536"/>
                </a:gdLst>
                <a:ahLst/>
                <a:cxnLst>
                  <a:cxn ang="T6">
                    <a:pos x="T0" y="T1"/>
                  </a:cxn>
                  <a:cxn ang="T7">
                    <a:pos x="T2" y="T3"/>
                  </a:cxn>
                  <a:cxn ang="T8">
                    <a:pos x="T4" y="T5"/>
                  </a:cxn>
                </a:cxnLst>
                <a:rect l="0" t="0" r="r" b="b"/>
                <a:pathLst>
                  <a:path w="65" h="34">
                    <a:moveTo>
                      <a:pt x="65" y="34"/>
                    </a:moveTo>
                    <a:lnTo>
                      <a:pt x="31" y="0"/>
                    </a:lnTo>
                    <a:lnTo>
                      <a:pt x="0" y="34"/>
                    </a:lnTo>
                  </a:path>
                </a:pathLst>
              </a:custGeom>
              <a:noFill/>
              <a:ln w="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38" name="Rectangle 215"/>
              <p:cNvSpPr>
                <a:spLocks noChangeArrowheads="1"/>
              </p:cNvSpPr>
              <p:nvPr/>
            </p:nvSpPr>
            <p:spPr bwMode="auto">
              <a:xfrm>
                <a:off x="4128" y="3569"/>
                <a:ext cx="71" cy="43"/>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539" name="Rectangle 216"/>
              <p:cNvSpPr>
                <a:spLocks noChangeArrowheads="1"/>
              </p:cNvSpPr>
              <p:nvPr/>
            </p:nvSpPr>
            <p:spPr bwMode="auto">
              <a:xfrm>
                <a:off x="4128" y="3569"/>
                <a:ext cx="71" cy="43"/>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sp>
          <p:nvSpPr>
            <p:cNvPr id="17527" name="Freeform 217"/>
            <p:cNvSpPr>
              <a:spLocks/>
            </p:cNvSpPr>
            <p:nvPr/>
          </p:nvSpPr>
          <p:spPr bwMode="auto">
            <a:xfrm>
              <a:off x="3252" y="3977"/>
              <a:ext cx="13" cy="11"/>
            </a:xfrm>
            <a:custGeom>
              <a:avLst/>
              <a:gdLst>
                <a:gd name="T0" fmla="*/ 13 w 13"/>
                <a:gd name="T1" fmla="*/ 6 h 11"/>
                <a:gd name="T2" fmla="*/ 11 w 13"/>
                <a:gd name="T3" fmla="*/ 4 h 11"/>
                <a:gd name="T4" fmla="*/ 11 w 13"/>
                <a:gd name="T5" fmla="*/ 2 h 11"/>
                <a:gd name="T6" fmla="*/ 9 w 13"/>
                <a:gd name="T7" fmla="*/ 0 h 11"/>
                <a:gd name="T8" fmla="*/ 7 w 13"/>
                <a:gd name="T9" fmla="*/ 0 h 11"/>
                <a:gd name="T10" fmla="*/ 5 w 13"/>
                <a:gd name="T11" fmla="*/ 0 h 11"/>
                <a:gd name="T12" fmla="*/ 5 w 13"/>
                <a:gd name="T13" fmla="*/ 0 h 11"/>
                <a:gd name="T14" fmla="*/ 3 w 13"/>
                <a:gd name="T15" fmla="*/ 0 h 11"/>
                <a:gd name="T16" fmla="*/ 1 w 13"/>
                <a:gd name="T17" fmla="*/ 2 h 11"/>
                <a:gd name="T18" fmla="*/ 0 w 13"/>
                <a:gd name="T19" fmla="*/ 4 h 11"/>
                <a:gd name="T20" fmla="*/ 0 w 13"/>
                <a:gd name="T21" fmla="*/ 6 h 11"/>
                <a:gd name="T22" fmla="*/ 0 w 13"/>
                <a:gd name="T23" fmla="*/ 6 h 11"/>
                <a:gd name="T24" fmla="*/ 0 w 13"/>
                <a:gd name="T25" fmla="*/ 7 h 11"/>
                <a:gd name="T26" fmla="*/ 0 w 13"/>
                <a:gd name="T27" fmla="*/ 9 h 11"/>
                <a:gd name="T28" fmla="*/ 1 w 13"/>
                <a:gd name="T29" fmla="*/ 11 h 11"/>
                <a:gd name="T30" fmla="*/ 3 w 13"/>
                <a:gd name="T31" fmla="*/ 11 h 11"/>
                <a:gd name="T32" fmla="*/ 5 w 13"/>
                <a:gd name="T33" fmla="*/ 11 h 11"/>
                <a:gd name="T34" fmla="*/ 7 w 13"/>
                <a:gd name="T35" fmla="*/ 11 h 11"/>
                <a:gd name="T36" fmla="*/ 9 w 13"/>
                <a:gd name="T37" fmla="*/ 11 h 11"/>
                <a:gd name="T38" fmla="*/ 11 w 13"/>
                <a:gd name="T39" fmla="*/ 9 h 11"/>
                <a:gd name="T40" fmla="*/ 11 w 13"/>
                <a:gd name="T41" fmla="*/ 7 h 11"/>
                <a:gd name="T42" fmla="*/ 13 w 13"/>
                <a:gd name="T43" fmla="*/ 6 h 11"/>
                <a:gd name="T44" fmla="*/ 13 w 13"/>
                <a:gd name="T45" fmla="*/ 6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3" h="11">
                  <a:moveTo>
                    <a:pt x="13" y="6"/>
                  </a:moveTo>
                  <a:lnTo>
                    <a:pt x="11" y="4"/>
                  </a:lnTo>
                  <a:lnTo>
                    <a:pt x="11" y="2"/>
                  </a:lnTo>
                  <a:lnTo>
                    <a:pt x="9" y="0"/>
                  </a:lnTo>
                  <a:lnTo>
                    <a:pt x="7" y="0"/>
                  </a:lnTo>
                  <a:lnTo>
                    <a:pt x="5" y="0"/>
                  </a:lnTo>
                  <a:lnTo>
                    <a:pt x="3" y="0"/>
                  </a:lnTo>
                  <a:lnTo>
                    <a:pt x="1" y="2"/>
                  </a:lnTo>
                  <a:lnTo>
                    <a:pt x="0" y="4"/>
                  </a:lnTo>
                  <a:lnTo>
                    <a:pt x="0" y="6"/>
                  </a:lnTo>
                  <a:lnTo>
                    <a:pt x="0" y="7"/>
                  </a:lnTo>
                  <a:lnTo>
                    <a:pt x="0" y="9"/>
                  </a:lnTo>
                  <a:lnTo>
                    <a:pt x="1" y="11"/>
                  </a:lnTo>
                  <a:lnTo>
                    <a:pt x="3" y="11"/>
                  </a:lnTo>
                  <a:lnTo>
                    <a:pt x="5" y="11"/>
                  </a:lnTo>
                  <a:lnTo>
                    <a:pt x="7" y="11"/>
                  </a:lnTo>
                  <a:lnTo>
                    <a:pt x="9" y="11"/>
                  </a:lnTo>
                  <a:lnTo>
                    <a:pt x="11" y="9"/>
                  </a:lnTo>
                  <a:lnTo>
                    <a:pt x="11" y="7"/>
                  </a:lnTo>
                  <a:lnTo>
                    <a:pt x="13" y="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28" name="Line 218"/>
            <p:cNvSpPr>
              <a:spLocks noChangeShapeType="1"/>
            </p:cNvSpPr>
            <p:nvPr/>
          </p:nvSpPr>
          <p:spPr bwMode="auto">
            <a:xfrm>
              <a:off x="3257" y="3975"/>
              <a:ext cx="1" cy="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529" name="Line 219"/>
            <p:cNvSpPr>
              <a:spLocks noChangeShapeType="1"/>
            </p:cNvSpPr>
            <p:nvPr/>
          </p:nvSpPr>
          <p:spPr bwMode="auto">
            <a:xfrm flipH="1">
              <a:off x="3248" y="3983"/>
              <a:ext cx="1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530" name="Line 220"/>
            <p:cNvSpPr>
              <a:spLocks noChangeShapeType="1"/>
            </p:cNvSpPr>
            <p:nvPr/>
          </p:nvSpPr>
          <p:spPr bwMode="auto">
            <a:xfrm>
              <a:off x="3252" y="3948"/>
              <a:ext cx="1" cy="35"/>
            </a:xfrm>
            <a:prstGeom prst="line">
              <a:avLst/>
            </a:prstGeom>
            <a:noFill/>
            <a:ln w="0">
              <a:solidFill>
                <a:srgbClr val="B5B5B5"/>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17531" name="Freeform 221"/>
            <p:cNvSpPr>
              <a:spLocks/>
            </p:cNvSpPr>
            <p:nvPr/>
          </p:nvSpPr>
          <p:spPr bwMode="auto">
            <a:xfrm>
              <a:off x="3297" y="2886"/>
              <a:ext cx="20" cy="19"/>
            </a:xfrm>
            <a:custGeom>
              <a:avLst/>
              <a:gdLst>
                <a:gd name="T0" fmla="*/ 20 w 20"/>
                <a:gd name="T1" fmla="*/ 13 h 19"/>
                <a:gd name="T2" fmla="*/ 6 w 20"/>
                <a:gd name="T3" fmla="*/ 13 h 19"/>
                <a:gd name="T4" fmla="*/ 6 w 20"/>
                <a:gd name="T5" fmla="*/ 19 h 19"/>
                <a:gd name="T6" fmla="*/ 4 w 20"/>
                <a:gd name="T7" fmla="*/ 19 h 19"/>
                <a:gd name="T8" fmla="*/ 2 w 20"/>
                <a:gd name="T9" fmla="*/ 15 h 19"/>
                <a:gd name="T10" fmla="*/ 0 w 20"/>
                <a:gd name="T11" fmla="*/ 12 h 19"/>
                <a:gd name="T12" fmla="*/ 0 w 20"/>
                <a:gd name="T13" fmla="*/ 10 h 19"/>
                <a:gd name="T14" fmla="*/ 0 w 20"/>
                <a:gd name="T15" fmla="*/ 8 h 19"/>
                <a:gd name="T16" fmla="*/ 2 w 20"/>
                <a:gd name="T17" fmla="*/ 6 h 19"/>
                <a:gd name="T18" fmla="*/ 4 w 20"/>
                <a:gd name="T19" fmla="*/ 4 h 19"/>
                <a:gd name="T20" fmla="*/ 6 w 20"/>
                <a:gd name="T21" fmla="*/ 2 h 19"/>
                <a:gd name="T22" fmla="*/ 6 w 20"/>
                <a:gd name="T23" fmla="*/ 2 h 19"/>
                <a:gd name="T24" fmla="*/ 8 w 20"/>
                <a:gd name="T25" fmla="*/ 0 h 19"/>
                <a:gd name="T26" fmla="*/ 14 w 20"/>
                <a:gd name="T27" fmla="*/ 0 h 19"/>
                <a:gd name="T28" fmla="*/ 20 w 20"/>
                <a:gd name="T29" fmla="*/ 0 h 19"/>
                <a:gd name="T30" fmla="*/ 20 w 20"/>
                <a:gd name="T31" fmla="*/ 12 h 19"/>
                <a:gd name="T32" fmla="*/ 20 w 20"/>
                <a:gd name="T33" fmla="*/ 1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19">
                  <a:moveTo>
                    <a:pt x="20" y="13"/>
                  </a:moveTo>
                  <a:lnTo>
                    <a:pt x="6" y="13"/>
                  </a:lnTo>
                  <a:lnTo>
                    <a:pt x="6" y="19"/>
                  </a:lnTo>
                  <a:lnTo>
                    <a:pt x="4" y="19"/>
                  </a:lnTo>
                  <a:lnTo>
                    <a:pt x="2" y="15"/>
                  </a:lnTo>
                  <a:lnTo>
                    <a:pt x="0" y="12"/>
                  </a:lnTo>
                  <a:lnTo>
                    <a:pt x="0" y="10"/>
                  </a:lnTo>
                  <a:lnTo>
                    <a:pt x="0" y="8"/>
                  </a:lnTo>
                  <a:lnTo>
                    <a:pt x="2" y="6"/>
                  </a:lnTo>
                  <a:lnTo>
                    <a:pt x="4" y="4"/>
                  </a:lnTo>
                  <a:lnTo>
                    <a:pt x="6" y="2"/>
                  </a:lnTo>
                  <a:lnTo>
                    <a:pt x="8" y="0"/>
                  </a:lnTo>
                  <a:lnTo>
                    <a:pt x="14" y="0"/>
                  </a:lnTo>
                  <a:lnTo>
                    <a:pt x="20" y="0"/>
                  </a:lnTo>
                  <a:lnTo>
                    <a:pt x="20" y="12"/>
                  </a:lnTo>
                  <a:lnTo>
                    <a:pt x="20"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L"/>
            </a:p>
          </p:txBody>
        </p:sp>
        <p:sp>
          <p:nvSpPr>
            <p:cNvPr id="17532" name="Freeform 222"/>
            <p:cNvSpPr>
              <a:spLocks/>
            </p:cNvSpPr>
            <p:nvPr/>
          </p:nvSpPr>
          <p:spPr bwMode="auto">
            <a:xfrm>
              <a:off x="3297" y="2886"/>
              <a:ext cx="20" cy="19"/>
            </a:xfrm>
            <a:custGeom>
              <a:avLst/>
              <a:gdLst>
                <a:gd name="T0" fmla="*/ 20 w 20"/>
                <a:gd name="T1" fmla="*/ 13 h 19"/>
                <a:gd name="T2" fmla="*/ 6 w 20"/>
                <a:gd name="T3" fmla="*/ 13 h 19"/>
                <a:gd name="T4" fmla="*/ 6 w 20"/>
                <a:gd name="T5" fmla="*/ 19 h 19"/>
                <a:gd name="T6" fmla="*/ 4 w 20"/>
                <a:gd name="T7" fmla="*/ 19 h 19"/>
                <a:gd name="T8" fmla="*/ 2 w 20"/>
                <a:gd name="T9" fmla="*/ 15 h 19"/>
                <a:gd name="T10" fmla="*/ 0 w 20"/>
                <a:gd name="T11" fmla="*/ 12 h 19"/>
                <a:gd name="T12" fmla="*/ 0 w 20"/>
                <a:gd name="T13" fmla="*/ 10 h 19"/>
                <a:gd name="T14" fmla="*/ 0 w 20"/>
                <a:gd name="T15" fmla="*/ 8 h 19"/>
                <a:gd name="T16" fmla="*/ 2 w 20"/>
                <a:gd name="T17" fmla="*/ 6 h 19"/>
                <a:gd name="T18" fmla="*/ 4 w 20"/>
                <a:gd name="T19" fmla="*/ 4 h 19"/>
                <a:gd name="T20" fmla="*/ 6 w 20"/>
                <a:gd name="T21" fmla="*/ 2 h 19"/>
                <a:gd name="T22" fmla="*/ 6 w 20"/>
                <a:gd name="T23" fmla="*/ 2 h 19"/>
                <a:gd name="T24" fmla="*/ 8 w 20"/>
                <a:gd name="T25" fmla="*/ 0 h 19"/>
                <a:gd name="T26" fmla="*/ 14 w 20"/>
                <a:gd name="T27" fmla="*/ 0 h 19"/>
                <a:gd name="T28" fmla="*/ 20 w 20"/>
                <a:gd name="T29" fmla="*/ 0 h 19"/>
                <a:gd name="T30" fmla="*/ 20 w 20"/>
                <a:gd name="T31" fmla="*/ 12 h 19"/>
                <a:gd name="T32" fmla="*/ 20 w 20"/>
                <a:gd name="T33" fmla="*/ 1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19">
                  <a:moveTo>
                    <a:pt x="20" y="13"/>
                  </a:moveTo>
                  <a:lnTo>
                    <a:pt x="6" y="13"/>
                  </a:lnTo>
                  <a:lnTo>
                    <a:pt x="6" y="19"/>
                  </a:lnTo>
                  <a:lnTo>
                    <a:pt x="4" y="19"/>
                  </a:lnTo>
                  <a:lnTo>
                    <a:pt x="2" y="15"/>
                  </a:lnTo>
                  <a:lnTo>
                    <a:pt x="0" y="12"/>
                  </a:lnTo>
                  <a:lnTo>
                    <a:pt x="0" y="10"/>
                  </a:lnTo>
                  <a:lnTo>
                    <a:pt x="0" y="8"/>
                  </a:lnTo>
                  <a:lnTo>
                    <a:pt x="2" y="6"/>
                  </a:lnTo>
                  <a:lnTo>
                    <a:pt x="4" y="4"/>
                  </a:lnTo>
                  <a:lnTo>
                    <a:pt x="6" y="2"/>
                  </a:lnTo>
                  <a:lnTo>
                    <a:pt x="8" y="0"/>
                  </a:lnTo>
                  <a:lnTo>
                    <a:pt x="14" y="0"/>
                  </a:lnTo>
                  <a:lnTo>
                    <a:pt x="20" y="0"/>
                  </a:lnTo>
                  <a:lnTo>
                    <a:pt x="20" y="12"/>
                  </a:lnTo>
                  <a:lnTo>
                    <a:pt x="20" y="13"/>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33" name="Freeform 224"/>
            <p:cNvSpPr>
              <a:spLocks/>
            </p:cNvSpPr>
            <p:nvPr/>
          </p:nvSpPr>
          <p:spPr bwMode="auto">
            <a:xfrm>
              <a:off x="3307" y="2892"/>
              <a:ext cx="4" cy="2"/>
            </a:xfrm>
            <a:custGeom>
              <a:avLst/>
              <a:gdLst>
                <a:gd name="T0" fmla="*/ 4 w 4"/>
                <a:gd name="T1" fmla="*/ 2 h 2"/>
                <a:gd name="T2" fmla="*/ 4 w 4"/>
                <a:gd name="T3" fmla="*/ 0 h 2"/>
                <a:gd name="T4" fmla="*/ 4 w 4"/>
                <a:gd name="T5" fmla="*/ 0 h 2"/>
                <a:gd name="T6" fmla="*/ 2 w 4"/>
                <a:gd name="T7" fmla="*/ 0 h 2"/>
                <a:gd name="T8" fmla="*/ 2 w 4"/>
                <a:gd name="T9" fmla="*/ 0 h 2"/>
                <a:gd name="T10" fmla="*/ 0 w 4"/>
                <a:gd name="T11" fmla="*/ 0 h 2"/>
                <a:gd name="T12" fmla="*/ 0 w 4"/>
                <a:gd name="T13" fmla="*/ 2 h 2"/>
                <a:gd name="T14" fmla="*/ 0 w 4"/>
                <a:gd name="T15" fmla="*/ 2 h 2"/>
                <a:gd name="T16" fmla="*/ 2 w 4"/>
                <a:gd name="T17" fmla="*/ 2 h 2"/>
                <a:gd name="T18" fmla="*/ 2 w 4"/>
                <a:gd name="T19" fmla="*/ 2 h 2"/>
                <a:gd name="T20" fmla="*/ 4 w 4"/>
                <a:gd name="T21" fmla="*/ 2 h 2"/>
                <a:gd name="T22" fmla="*/ 4 w 4"/>
                <a:gd name="T23" fmla="*/ 2 h 2"/>
                <a:gd name="T24" fmla="*/ 4 w 4"/>
                <a:gd name="T25" fmla="*/ 2 h 2"/>
                <a:gd name="T26" fmla="*/ 4 w 4"/>
                <a:gd name="T27" fmla="*/ 2 h 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 h="2">
                  <a:moveTo>
                    <a:pt x="4" y="2"/>
                  </a:moveTo>
                  <a:lnTo>
                    <a:pt x="4" y="0"/>
                  </a:lnTo>
                  <a:lnTo>
                    <a:pt x="2" y="0"/>
                  </a:lnTo>
                  <a:lnTo>
                    <a:pt x="0" y="0"/>
                  </a:lnTo>
                  <a:lnTo>
                    <a:pt x="0" y="2"/>
                  </a:lnTo>
                  <a:lnTo>
                    <a:pt x="2" y="2"/>
                  </a:lnTo>
                  <a:lnTo>
                    <a:pt x="4" y="2"/>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L"/>
            </a:p>
          </p:txBody>
        </p:sp>
        <p:sp>
          <p:nvSpPr>
            <p:cNvPr id="17534" name="Line 226"/>
            <p:cNvSpPr>
              <a:spLocks noChangeShapeType="1"/>
            </p:cNvSpPr>
            <p:nvPr/>
          </p:nvSpPr>
          <p:spPr bwMode="hidden">
            <a:xfrm>
              <a:off x="4163" y="2932"/>
              <a:ext cx="0" cy="59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7535" name="Line 229"/>
            <p:cNvSpPr>
              <a:spLocks noChangeShapeType="1"/>
            </p:cNvSpPr>
            <p:nvPr/>
          </p:nvSpPr>
          <p:spPr bwMode="hidden">
            <a:xfrm flipV="1">
              <a:off x="4159" y="3011"/>
              <a:ext cx="0" cy="499"/>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pSp>
      <p:grpSp>
        <p:nvGrpSpPr>
          <p:cNvPr id="17426" name="Group 231"/>
          <p:cNvGrpSpPr>
            <a:grpSpLocks/>
          </p:cNvGrpSpPr>
          <p:nvPr/>
        </p:nvGrpSpPr>
        <p:grpSpPr bwMode="auto">
          <a:xfrm>
            <a:off x="1257300" y="6450013"/>
            <a:ext cx="6918325" cy="146050"/>
            <a:chOff x="792" y="4063"/>
            <a:chExt cx="4358" cy="92"/>
          </a:xfrm>
        </p:grpSpPr>
        <p:sp>
          <p:nvSpPr>
            <p:cNvPr id="17438" name="Rectangle 228" descr="Confeti grande"/>
            <p:cNvSpPr>
              <a:spLocks noChangeAspect="1" noChangeArrowheads="1"/>
            </p:cNvSpPr>
            <p:nvPr/>
          </p:nvSpPr>
          <p:spPr bwMode="hidden">
            <a:xfrm>
              <a:off x="793" y="4065"/>
              <a:ext cx="4357" cy="90"/>
            </a:xfrm>
            <a:prstGeom prst="rect">
              <a:avLst/>
            </a:prstGeom>
            <a:pattFill prst="lgConfetti">
              <a:fgClr>
                <a:srgbClr val="996633"/>
              </a:fgClr>
              <a:bgClr>
                <a:schemeClr val="bg1"/>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39" name="Line 225"/>
            <p:cNvSpPr>
              <a:spLocks noChangeShapeType="1"/>
            </p:cNvSpPr>
            <p:nvPr/>
          </p:nvSpPr>
          <p:spPr bwMode="auto">
            <a:xfrm flipH="1" flipV="1">
              <a:off x="792" y="4063"/>
              <a:ext cx="4356" cy="2"/>
            </a:xfrm>
            <a:prstGeom prst="line">
              <a:avLst/>
            </a:prstGeom>
            <a:noFill/>
            <a:ln w="0">
              <a:solidFill>
                <a:srgbClr val="993300"/>
              </a:solidFill>
              <a:round/>
              <a:headEnd/>
              <a:tailEnd/>
            </a:ln>
            <a:extLst>
              <a:ext uri="{909E8E84-426E-40DD-AFC4-6F175D3DCCD1}">
                <a14:hiddenFill xmlns:a14="http://schemas.microsoft.com/office/drawing/2010/main">
                  <a:noFill/>
                </a14:hiddenFill>
              </a:ext>
            </a:extLst>
          </p:spPr>
          <p:txBody>
            <a:bodyPr/>
            <a:lstStyle/>
            <a:p>
              <a:endParaRPr lang="es-CL"/>
            </a:p>
          </p:txBody>
        </p:sp>
      </p:grpSp>
      <p:grpSp>
        <p:nvGrpSpPr>
          <p:cNvPr id="17427" name="Group 241"/>
          <p:cNvGrpSpPr>
            <a:grpSpLocks/>
          </p:cNvGrpSpPr>
          <p:nvPr/>
        </p:nvGrpSpPr>
        <p:grpSpPr bwMode="auto">
          <a:xfrm>
            <a:off x="468313" y="2708275"/>
            <a:ext cx="3600450" cy="973138"/>
            <a:chOff x="295" y="1684"/>
            <a:chExt cx="2268" cy="613"/>
          </a:xfrm>
        </p:grpSpPr>
        <p:grpSp>
          <p:nvGrpSpPr>
            <p:cNvPr id="17432" name="Group 240"/>
            <p:cNvGrpSpPr>
              <a:grpSpLocks/>
            </p:cNvGrpSpPr>
            <p:nvPr/>
          </p:nvGrpSpPr>
          <p:grpSpPr bwMode="auto">
            <a:xfrm>
              <a:off x="612" y="1684"/>
              <a:ext cx="1633" cy="521"/>
              <a:chOff x="612" y="1684"/>
              <a:chExt cx="1633" cy="521"/>
            </a:xfrm>
          </p:grpSpPr>
          <p:sp>
            <p:nvSpPr>
              <p:cNvPr id="17435" name="Rectangle 232"/>
              <p:cNvSpPr>
                <a:spLocks noChangeArrowheads="1"/>
              </p:cNvSpPr>
              <p:nvPr/>
            </p:nvSpPr>
            <p:spPr bwMode="hidden">
              <a:xfrm>
                <a:off x="612" y="1684"/>
                <a:ext cx="1633" cy="52"/>
              </a:xfrm>
              <a:prstGeom prst="rect">
                <a:avLst/>
              </a:prstGeom>
              <a:solidFill>
                <a:srgbClr val="9933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36" name="Rectangle 233"/>
              <p:cNvSpPr>
                <a:spLocks noChangeArrowheads="1"/>
              </p:cNvSpPr>
              <p:nvPr/>
            </p:nvSpPr>
            <p:spPr bwMode="hidden">
              <a:xfrm>
                <a:off x="758" y="1736"/>
                <a:ext cx="36" cy="469"/>
              </a:xfrm>
              <a:prstGeom prst="rect">
                <a:avLst/>
              </a:prstGeom>
              <a:solidFill>
                <a:srgbClr val="9966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37" name="Rectangle 235"/>
              <p:cNvSpPr>
                <a:spLocks noChangeArrowheads="1"/>
              </p:cNvSpPr>
              <p:nvPr/>
            </p:nvSpPr>
            <p:spPr bwMode="hidden">
              <a:xfrm>
                <a:off x="2027" y="1736"/>
                <a:ext cx="36" cy="469"/>
              </a:xfrm>
              <a:prstGeom prst="rect">
                <a:avLst/>
              </a:prstGeom>
              <a:solidFill>
                <a:srgbClr val="9966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sp>
          <p:nvSpPr>
            <p:cNvPr id="17433" name="Rectangle 238" descr="Confeti grande"/>
            <p:cNvSpPr>
              <a:spLocks noChangeArrowheads="1"/>
            </p:cNvSpPr>
            <p:nvPr/>
          </p:nvSpPr>
          <p:spPr bwMode="hidden">
            <a:xfrm>
              <a:off x="296" y="2207"/>
              <a:ext cx="2267" cy="90"/>
            </a:xfrm>
            <a:prstGeom prst="rect">
              <a:avLst/>
            </a:prstGeom>
            <a:pattFill prst="lgConfetti">
              <a:fgClr>
                <a:srgbClr val="008080"/>
              </a:fgClr>
              <a:bgClr>
                <a:srgbClr val="FFFF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7434" name="Line 239"/>
            <p:cNvSpPr>
              <a:spLocks noChangeShapeType="1"/>
            </p:cNvSpPr>
            <p:nvPr/>
          </p:nvSpPr>
          <p:spPr bwMode="auto">
            <a:xfrm flipH="1" flipV="1">
              <a:off x="295" y="2205"/>
              <a:ext cx="2267" cy="2"/>
            </a:xfrm>
            <a:prstGeom prst="line">
              <a:avLst/>
            </a:prstGeom>
            <a:noFill/>
            <a:ln w="0">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grpSp>
      <p:pic>
        <p:nvPicPr>
          <p:cNvPr id="17428" name="Picture 242" descr="DESK054"/>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1692275" y="2060575"/>
            <a:ext cx="93503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9" name="Line 243"/>
          <p:cNvSpPr>
            <a:spLocks noChangeShapeType="1"/>
          </p:cNvSpPr>
          <p:nvPr/>
        </p:nvSpPr>
        <p:spPr bwMode="hidden">
          <a:xfrm flipV="1">
            <a:off x="1908175" y="1773238"/>
            <a:ext cx="0" cy="9350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17430" name="Object 244"/>
          <p:cNvGraphicFramePr>
            <a:graphicFrameLocks noChangeAspect="1"/>
          </p:cNvGraphicFramePr>
          <p:nvPr/>
        </p:nvGraphicFramePr>
        <p:xfrm>
          <a:off x="1535113" y="1700213"/>
          <a:ext cx="300037" cy="365125"/>
        </p:xfrm>
        <a:graphic>
          <a:graphicData uri="http://schemas.openxmlformats.org/presentationml/2006/ole">
            <mc:AlternateContent xmlns:mc="http://schemas.openxmlformats.org/markup-compatibility/2006">
              <mc:Choice xmlns:v="urn:schemas-microsoft-com:vml" Requires="v">
                <p:oleObj name="Ecuación" r:id="rId13" imgW="177569" imgH="215619" progId="Equation.3">
                  <p:embed/>
                </p:oleObj>
              </mc:Choice>
              <mc:Fallback>
                <p:oleObj name="Ecuación" r:id="rId13" imgW="177569" imgH="215619"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35113" y="1700213"/>
                        <a:ext cx="300037"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1" name="Rectangle 246"/>
          <p:cNvSpPr>
            <a:spLocks noChangeArrowheads="1"/>
          </p:cNvSpPr>
          <p:nvPr/>
        </p:nvSpPr>
        <p:spPr bwMode="hidden">
          <a:xfrm>
            <a:off x="5580063" y="6021388"/>
            <a:ext cx="31670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000">
                <a:hlinkClick r:id="rId15"/>
              </a:rPr>
              <a:t>http://www.walter-fendt.de/ph14s/equilibrium_s.htm</a:t>
            </a:r>
            <a:endParaRPr lang="es-ES" altLang="es-CL" sz="1000"/>
          </a:p>
        </p:txBody>
      </p:sp>
      <p:sp>
        <p:nvSpPr>
          <p:cNvPr id="132" name="Line 120"/>
          <p:cNvSpPr>
            <a:spLocks noChangeShapeType="1"/>
          </p:cNvSpPr>
          <p:nvPr/>
        </p:nvSpPr>
        <p:spPr bwMode="hidden">
          <a:xfrm flipH="1" flipV="1">
            <a:off x="4902995" y="4570413"/>
            <a:ext cx="1056828" cy="56107"/>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2" name="1 Objeto"/>
          <p:cNvGraphicFramePr>
            <a:graphicFrameLocks noChangeAspect="1"/>
          </p:cNvGraphicFramePr>
          <p:nvPr>
            <p:extLst>
              <p:ext uri="{D42A27DB-BD31-4B8C-83A1-F6EECF244321}">
                <p14:modId xmlns:p14="http://schemas.microsoft.com/office/powerpoint/2010/main" val="2994153606"/>
              </p:ext>
            </p:extLst>
          </p:nvPr>
        </p:nvGraphicFramePr>
        <p:xfrm>
          <a:off x="5396310" y="4184649"/>
          <a:ext cx="279400" cy="407988"/>
        </p:xfrm>
        <a:graphic>
          <a:graphicData uri="http://schemas.openxmlformats.org/presentationml/2006/ole">
            <mc:AlternateContent xmlns:mc="http://schemas.openxmlformats.org/markup-compatibility/2006">
              <mc:Choice xmlns:v="urn:schemas-microsoft-com:vml" Requires="v">
                <p:oleObj name="Ecuación" r:id="rId10" imgW="66825" imgH="142845" progId="Equation.3">
                  <p:embed/>
                </p:oleObj>
              </mc:Choice>
              <mc:Fallback>
                <p:oleObj name="Ecuación" r:id="rId10" imgW="66825" imgH="142845" progId="Equation.3">
                  <p:embed/>
                  <p:pic>
                    <p:nvPicPr>
                      <p:cNvPr id="0" name="Object 1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6310" y="4184649"/>
                        <a:ext cx="279400"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2 Objeto"/>
          <p:cNvGraphicFramePr>
            <a:graphicFrameLocks noChangeAspect="1"/>
          </p:cNvGraphicFramePr>
          <p:nvPr>
            <p:extLst>
              <p:ext uri="{D42A27DB-BD31-4B8C-83A1-F6EECF244321}">
                <p14:modId xmlns:p14="http://schemas.microsoft.com/office/powerpoint/2010/main" val="2700292832"/>
              </p:ext>
            </p:extLst>
          </p:nvPr>
        </p:nvGraphicFramePr>
        <p:xfrm>
          <a:off x="6038850" y="4981575"/>
          <a:ext cx="257175" cy="407987"/>
        </p:xfrm>
        <a:graphic>
          <a:graphicData uri="http://schemas.openxmlformats.org/presentationml/2006/ole">
            <mc:AlternateContent xmlns:mc="http://schemas.openxmlformats.org/markup-compatibility/2006">
              <mc:Choice xmlns:v="urn:schemas-microsoft-com:vml" Requires="v">
                <p:oleObj name="Ecuación" r:id="rId8" imgW="57228" imgH="142845" progId="Equation.3">
                  <p:embed/>
                </p:oleObj>
              </mc:Choice>
              <mc:Fallback>
                <p:oleObj name="Ecuación" r:id="rId8" imgW="57228" imgH="142845" progId="Equation.3">
                  <p:embed/>
                  <p:pic>
                    <p:nvPicPr>
                      <p:cNvPr id="0" name="Object 1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38850" y="4981575"/>
                        <a:ext cx="257175"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21495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4"/>
          <p:cNvGrpSpPr>
            <a:grpSpLocks/>
          </p:cNvGrpSpPr>
          <p:nvPr/>
        </p:nvGrpSpPr>
        <p:grpSpPr bwMode="auto">
          <a:xfrm>
            <a:off x="4643438" y="1974850"/>
            <a:ext cx="3322637" cy="3024188"/>
            <a:chOff x="2880" y="482"/>
            <a:chExt cx="2093" cy="1905"/>
          </a:xfrm>
        </p:grpSpPr>
        <p:sp>
          <p:nvSpPr>
            <p:cNvPr id="20511" name="Line 16"/>
            <p:cNvSpPr>
              <a:spLocks noChangeShapeType="1"/>
            </p:cNvSpPr>
            <p:nvPr/>
          </p:nvSpPr>
          <p:spPr bwMode="hidden">
            <a:xfrm>
              <a:off x="3742" y="527"/>
              <a:ext cx="0" cy="18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0512" name="Line 17"/>
            <p:cNvSpPr>
              <a:spLocks noChangeShapeType="1"/>
            </p:cNvSpPr>
            <p:nvPr/>
          </p:nvSpPr>
          <p:spPr bwMode="hidden">
            <a:xfrm rot="-5400000">
              <a:off x="3810" y="550"/>
              <a:ext cx="0" cy="18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0513" name="Text Box 18"/>
            <p:cNvSpPr txBox="1">
              <a:spLocks noChangeArrowheads="1"/>
            </p:cNvSpPr>
            <p:nvPr/>
          </p:nvSpPr>
          <p:spPr bwMode="hidden">
            <a:xfrm>
              <a:off x="3515" y="482"/>
              <a:ext cx="9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b="1"/>
                <a:t>Y</a:t>
              </a:r>
            </a:p>
          </p:txBody>
        </p:sp>
        <p:sp>
          <p:nvSpPr>
            <p:cNvPr id="20514" name="Text Box 19"/>
            <p:cNvSpPr txBox="1">
              <a:spLocks noChangeArrowheads="1"/>
            </p:cNvSpPr>
            <p:nvPr/>
          </p:nvSpPr>
          <p:spPr bwMode="hidden">
            <a:xfrm>
              <a:off x="4876" y="1434"/>
              <a:ext cx="9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b="1"/>
                <a:t>X</a:t>
              </a:r>
            </a:p>
          </p:txBody>
        </p:sp>
      </p:grpSp>
      <p:grpSp>
        <p:nvGrpSpPr>
          <p:cNvPr id="20483" name="Group 4"/>
          <p:cNvGrpSpPr>
            <a:grpSpLocks/>
          </p:cNvGrpSpPr>
          <p:nvPr/>
        </p:nvGrpSpPr>
        <p:grpSpPr bwMode="auto">
          <a:xfrm>
            <a:off x="395288" y="3106738"/>
            <a:ext cx="3600450" cy="973137"/>
            <a:chOff x="295" y="1684"/>
            <a:chExt cx="2268" cy="613"/>
          </a:xfrm>
        </p:grpSpPr>
        <p:grpSp>
          <p:nvGrpSpPr>
            <p:cNvPr id="20505" name="Group 5"/>
            <p:cNvGrpSpPr>
              <a:grpSpLocks/>
            </p:cNvGrpSpPr>
            <p:nvPr/>
          </p:nvGrpSpPr>
          <p:grpSpPr bwMode="auto">
            <a:xfrm>
              <a:off x="612" y="1684"/>
              <a:ext cx="1633" cy="521"/>
              <a:chOff x="612" y="1684"/>
              <a:chExt cx="1633" cy="521"/>
            </a:xfrm>
          </p:grpSpPr>
          <p:sp>
            <p:nvSpPr>
              <p:cNvPr id="20508" name="Rectangle 6"/>
              <p:cNvSpPr>
                <a:spLocks noChangeArrowheads="1"/>
              </p:cNvSpPr>
              <p:nvPr/>
            </p:nvSpPr>
            <p:spPr bwMode="hidden">
              <a:xfrm>
                <a:off x="612" y="1684"/>
                <a:ext cx="1633" cy="52"/>
              </a:xfrm>
              <a:prstGeom prst="rect">
                <a:avLst/>
              </a:prstGeom>
              <a:solidFill>
                <a:srgbClr val="9933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20509" name="Rectangle 7"/>
              <p:cNvSpPr>
                <a:spLocks noChangeArrowheads="1"/>
              </p:cNvSpPr>
              <p:nvPr/>
            </p:nvSpPr>
            <p:spPr bwMode="hidden">
              <a:xfrm>
                <a:off x="758" y="1736"/>
                <a:ext cx="36" cy="469"/>
              </a:xfrm>
              <a:prstGeom prst="rect">
                <a:avLst/>
              </a:prstGeom>
              <a:solidFill>
                <a:srgbClr val="9966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20510" name="Rectangle 8"/>
              <p:cNvSpPr>
                <a:spLocks noChangeArrowheads="1"/>
              </p:cNvSpPr>
              <p:nvPr/>
            </p:nvSpPr>
            <p:spPr bwMode="hidden">
              <a:xfrm>
                <a:off x="2027" y="1736"/>
                <a:ext cx="36" cy="469"/>
              </a:xfrm>
              <a:prstGeom prst="rect">
                <a:avLst/>
              </a:prstGeom>
              <a:solidFill>
                <a:srgbClr val="9966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sp>
          <p:nvSpPr>
            <p:cNvPr id="20506" name="Rectangle 9" descr="Confeti grande"/>
            <p:cNvSpPr>
              <a:spLocks noChangeArrowheads="1"/>
            </p:cNvSpPr>
            <p:nvPr/>
          </p:nvSpPr>
          <p:spPr bwMode="hidden">
            <a:xfrm>
              <a:off x="296" y="2207"/>
              <a:ext cx="2267" cy="90"/>
            </a:xfrm>
            <a:prstGeom prst="rect">
              <a:avLst/>
            </a:prstGeom>
            <a:pattFill prst="lgConfetti">
              <a:fgClr>
                <a:srgbClr val="008080"/>
              </a:fgClr>
              <a:bgClr>
                <a:srgbClr val="FFFF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20507" name="Line 10"/>
            <p:cNvSpPr>
              <a:spLocks noChangeShapeType="1"/>
            </p:cNvSpPr>
            <p:nvPr/>
          </p:nvSpPr>
          <p:spPr bwMode="auto">
            <a:xfrm flipH="1" flipV="1">
              <a:off x="295" y="2205"/>
              <a:ext cx="2267" cy="2"/>
            </a:xfrm>
            <a:prstGeom prst="line">
              <a:avLst/>
            </a:prstGeom>
            <a:noFill/>
            <a:ln w="0">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grpSp>
      <p:pic>
        <p:nvPicPr>
          <p:cNvPr id="20484" name="Picture 11" descr="DESK05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619250" y="2493963"/>
            <a:ext cx="93503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17453" name="Object 13"/>
          <p:cNvGraphicFramePr>
            <a:graphicFrameLocks noChangeAspect="1"/>
          </p:cNvGraphicFramePr>
          <p:nvPr/>
        </p:nvGraphicFramePr>
        <p:xfrm>
          <a:off x="5651500" y="2532063"/>
          <a:ext cx="277813" cy="300037"/>
        </p:xfrm>
        <a:graphic>
          <a:graphicData uri="http://schemas.openxmlformats.org/presentationml/2006/ole">
            <mc:AlternateContent xmlns:mc="http://schemas.openxmlformats.org/markup-compatibility/2006">
              <mc:Choice xmlns:v="urn:schemas-microsoft-com:vml" Requires="v">
                <p:oleObj name="Equation" r:id="rId3" imgW="164814" imgH="177492" progId="Equation.DSMT4">
                  <p:embed/>
                </p:oleObj>
              </mc:Choice>
              <mc:Fallback>
                <p:oleObj name="Equation" r:id="rId3" imgW="164814" imgH="17749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0" y="2532063"/>
                        <a:ext cx="277813" cy="30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55" name="Object 15"/>
          <p:cNvGraphicFramePr>
            <a:graphicFrameLocks noChangeAspect="1"/>
          </p:cNvGraphicFramePr>
          <p:nvPr/>
        </p:nvGraphicFramePr>
        <p:xfrm>
          <a:off x="5580063" y="4195763"/>
          <a:ext cx="406400" cy="279400"/>
        </p:xfrm>
        <a:graphic>
          <a:graphicData uri="http://schemas.openxmlformats.org/presentationml/2006/ole">
            <mc:AlternateContent xmlns:mc="http://schemas.openxmlformats.org/markup-compatibility/2006">
              <mc:Choice xmlns:v="urn:schemas-microsoft-com:vml" Requires="v">
                <p:oleObj name="Equation" r:id="rId5" imgW="241091" imgH="164957" progId="Equation.DSMT4">
                  <p:embed/>
                </p:oleObj>
              </mc:Choice>
              <mc:Fallback>
                <p:oleObj name="Equation" r:id="rId5" imgW="241091" imgH="164957"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063" y="4195763"/>
                        <a:ext cx="4064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60" name="Line 20"/>
          <p:cNvSpPr>
            <a:spLocks noChangeShapeType="1"/>
          </p:cNvSpPr>
          <p:nvPr/>
        </p:nvSpPr>
        <p:spPr bwMode="hidden">
          <a:xfrm flipV="1">
            <a:off x="1835150" y="2206625"/>
            <a:ext cx="0" cy="93503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20488" name="Object 21"/>
          <p:cNvGraphicFramePr>
            <a:graphicFrameLocks noChangeAspect="1"/>
          </p:cNvGraphicFramePr>
          <p:nvPr/>
        </p:nvGraphicFramePr>
        <p:xfrm>
          <a:off x="1487488" y="2098675"/>
          <a:ext cx="277812" cy="365125"/>
        </p:xfrm>
        <a:graphic>
          <a:graphicData uri="http://schemas.openxmlformats.org/presentationml/2006/ole">
            <mc:AlternateContent xmlns:mc="http://schemas.openxmlformats.org/markup-compatibility/2006">
              <mc:Choice xmlns:v="urn:schemas-microsoft-com:vml" Requires="v">
                <p:oleObj name="Equation" r:id="rId7" imgW="164885" imgH="215619" progId="Equation.DSMT4">
                  <p:embed/>
                </p:oleObj>
              </mc:Choice>
              <mc:Fallback>
                <p:oleObj name="Equation" r:id="rId7" imgW="164885" imgH="21561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7488" y="2098675"/>
                        <a:ext cx="277812"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62" name="Line 22"/>
          <p:cNvSpPr>
            <a:spLocks noChangeShapeType="1"/>
          </p:cNvSpPr>
          <p:nvPr/>
        </p:nvSpPr>
        <p:spPr bwMode="hidden">
          <a:xfrm rot="10800000" flipV="1">
            <a:off x="1835150" y="3143250"/>
            <a:ext cx="0" cy="935038"/>
          </a:xfrm>
          <a:prstGeom prst="line">
            <a:avLst/>
          </a:prstGeom>
          <a:noFill/>
          <a:ln w="28575">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20490" name="Object 23"/>
          <p:cNvGraphicFramePr>
            <a:graphicFrameLocks noChangeAspect="1"/>
          </p:cNvGraphicFramePr>
          <p:nvPr/>
        </p:nvGraphicFramePr>
        <p:xfrm>
          <a:off x="1374775" y="3646488"/>
          <a:ext cx="406400" cy="344487"/>
        </p:xfrm>
        <a:graphic>
          <a:graphicData uri="http://schemas.openxmlformats.org/presentationml/2006/ole">
            <mc:AlternateContent xmlns:mc="http://schemas.openxmlformats.org/markup-compatibility/2006">
              <mc:Choice xmlns:v="urn:schemas-microsoft-com:vml" Requires="v">
                <p:oleObj name="Equation" r:id="rId9" imgW="241195" imgH="203112" progId="Equation.DSMT4">
                  <p:embed/>
                </p:oleObj>
              </mc:Choice>
              <mc:Fallback>
                <p:oleObj name="Equation" r:id="rId9" imgW="241195" imgH="203112"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4775" y="3646488"/>
                        <a:ext cx="406400"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65" name="Object 25"/>
          <p:cNvGraphicFramePr>
            <a:graphicFrameLocks noChangeAspect="1"/>
          </p:cNvGraphicFramePr>
          <p:nvPr/>
        </p:nvGraphicFramePr>
        <p:xfrm>
          <a:off x="684213" y="4619625"/>
          <a:ext cx="495300" cy="254000"/>
        </p:xfrm>
        <a:graphic>
          <a:graphicData uri="http://schemas.openxmlformats.org/presentationml/2006/ole">
            <mc:AlternateContent xmlns:mc="http://schemas.openxmlformats.org/markup-compatibility/2006">
              <mc:Choice xmlns:v="urn:schemas-microsoft-com:vml" Requires="v">
                <p:oleObj name="Equation" r:id="rId11" imgW="494870" imgH="253780" progId="Equation.DSMT4">
                  <p:embed/>
                </p:oleObj>
              </mc:Choice>
              <mc:Fallback>
                <p:oleObj name="Equation" r:id="rId11" imgW="494870" imgH="2537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213" y="4619625"/>
                        <a:ext cx="4953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66" name="Object 26"/>
          <p:cNvGraphicFramePr>
            <a:graphicFrameLocks noChangeAspect="1"/>
          </p:cNvGraphicFramePr>
          <p:nvPr/>
        </p:nvGraphicFramePr>
        <p:xfrm>
          <a:off x="2197100" y="4616450"/>
          <a:ext cx="495300" cy="254000"/>
        </p:xfrm>
        <a:graphic>
          <a:graphicData uri="http://schemas.openxmlformats.org/presentationml/2006/ole">
            <mc:AlternateContent xmlns:mc="http://schemas.openxmlformats.org/markup-compatibility/2006">
              <mc:Choice xmlns:v="urn:schemas-microsoft-com:vml" Requires="v">
                <p:oleObj name="Equation" r:id="rId13" imgW="494870" imgH="253780" progId="Equation.DSMT4">
                  <p:embed/>
                </p:oleObj>
              </mc:Choice>
              <mc:Fallback>
                <p:oleObj name="Equation" r:id="rId13" imgW="494870" imgH="2537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7100" y="4616450"/>
                        <a:ext cx="4953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67" name="Text Box 27"/>
          <p:cNvSpPr txBox="1">
            <a:spLocks noChangeArrowheads="1"/>
          </p:cNvSpPr>
          <p:nvPr/>
        </p:nvSpPr>
        <p:spPr bwMode="hidden">
          <a:xfrm>
            <a:off x="1243013" y="4627563"/>
            <a:ext cx="8890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latin typeface="Times New Roman" pitchFamily="18" charset="0"/>
              </a:rPr>
              <a:t>0</a:t>
            </a:r>
          </a:p>
        </p:txBody>
      </p:sp>
      <p:sp>
        <p:nvSpPr>
          <p:cNvPr id="317468" name="Text Box 28"/>
          <p:cNvSpPr txBox="1">
            <a:spLocks noChangeArrowheads="1"/>
          </p:cNvSpPr>
          <p:nvPr/>
        </p:nvSpPr>
        <p:spPr bwMode="hidden">
          <a:xfrm>
            <a:off x="2700338" y="4619625"/>
            <a:ext cx="598487"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dirty="0">
                <a:latin typeface="Times New Roman" pitchFamily="18" charset="0"/>
              </a:rPr>
              <a:t>N - mg</a:t>
            </a:r>
          </a:p>
        </p:txBody>
      </p:sp>
      <p:sp>
        <p:nvSpPr>
          <p:cNvPr id="317469" name="Text Box 29"/>
          <p:cNvSpPr txBox="1">
            <a:spLocks noChangeArrowheads="1"/>
          </p:cNvSpPr>
          <p:nvPr/>
        </p:nvSpPr>
        <p:spPr bwMode="hidden">
          <a:xfrm>
            <a:off x="3205163" y="4638675"/>
            <a:ext cx="45402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latin typeface="Times New Roman" pitchFamily="18" charset="0"/>
              </a:rPr>
              <a:t>= 0</a:t>
            </a:r>
          </a:p>
        </p:txBody>
      </p:sp>
      <p:graphicFrame>
        <p:nvGraphicFramePr>
          <p:cNvPr id="317470" name="Object 30"/>
          <p:cNvGraphicFramePr>
            <a:graphicFrameLocks noChangeAspect="1"/>
          </p:cNvGraphicFramePr>
          <p:nvPr>
            <p:extLst>
              <p:ext uri="{D42A27DB-BD31-4B8C-83A1-F6EECF244321}">
                <p14:modId xmlns:p14="http://schemas.microsoft.com/office/powerpoint/2010/main" val="3648821383"/>
              </p:ext>
            </p:extLst>
          </p:nvPr>
        </p:nvGraphicFramePr>
        <p:xfrm>
          <a:off x="2368550" y="4954588"/>
          <a:ext cx="749300" cy="635000"/>
        </p:xfrm>
        <a:graphic>
          <a:graphicData uri="http://schemas.openxmlformats.org/presentationml/2006/ole">
            <mc:AlternateContent xmlns:mc="http://schemas.openxmlformats.org/markup-compatibility/2006">
              <mc:Choice xmlns:v="urn:schemas-microsoft-com:vml" Requires="v">
                <p:oleObj name="Equation" r:id="rId15" imgW="749160" imgH="634680" progId="Equation.DSMT4">
                  <p:embed/>
                </p:oleObj>
              </mc:Choice>
              <mc:Fallback>
                <p:oleObj name="Equation" r:id="rId15" imgW="749160" imgH="634680" progId="Equation.DSMT4">
                  <p:embed/>
                  <p:pic>
                    <p:nvPicPr>
                      <p:cNvPr id="0" name=""/>
                      <p:cNvPicPr>
                        <a:picLocks noChangeAspect="1" noChangeArrowheads="1"/>
                      </p:cNvPicPr>
                      <p:nvPr/>
                    </p:nvPicPr>
                    <p:blipFill>
                      <a:blip r:embed="rId16"/>
                      <a:srcRect/>
                      <a:stretch>
                        <a:fillRect/>
                      </a:stretch>
                    </p:blipFill>
                    <p:spPr bwMode="auto">
                      <a:xfrm>
                        <a:off x="2368550" y="4954588"/>
                        <a:ext cx="74930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7" name="Text Box 31"/>
          <p:cNvSpPr txBox="1">
            <a:spLocks noChangeArrowheads="1"/>
          </p:cNvSpPr>
          <p:nvPr/>
        </p:nvSpPr>
        <p:spPr bwMode="hidden">
          <a:xfrm>
            <a:off x="120651" y="270654"/>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dirty="0">
                <a:latin typeface="Arial" charset="0"/>
              </a:rPr>
              <a:t> LEYES DE MOVIMIENTO EJERCICIOS DE APLICACIÓN</a:t>
            </a:r>
            <a:r>
              <a:rPr lang="es-ES" altLang="es-CL" sz="1600" dirty="0">
                <a:latin typeface="Arial" charset="0"/>
              </a:rPr>
              <a:t> </a:t>
            </a:r>
          </a:p>
        </p:txBody>
      </p:sp>
      <p:sp>
        <p:nvSpPr>
          <p:cNvPr id="20498" name="Text Box 32"/>
          <p:cNvSpPr txBox="1">
            <a:spLocks noChangeArrowheads="1"/>
          </p:cNvSpPr>
          <p:nvPr/>
        </p:nvSpPr>
        <p:spPr bwMode="hidden">
          <a:xfrm>
            <a:off x="539750" y="981075"/>
            <a:ext cx="79930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None/>
            </a:pPr>
            <a:r>
              <a:rPr lang="es-ES" altLang="es-CL" sz="1600" dirty="0">
                <a:latin typeface="Arial" charset="0"/>
              </a:rPr>
              <a:t> 1.- Determinar la fuerza que ejerce la mesa para sostener en equilibrio al  computador (m =2 kg)</a:t>
            </a:r>
          </a:p>
        </p:txBody>
      </p:sp>
      <p:graphicFrame>
        <p:nvGraphicFramePr>
          <p:cNvPr id="20499" name="Object 33"/>
          <p:cNvGraphicFramePr>
            <a:graphicFrameLocks noChangeAspect="1"/>
          </p:cNvGraphicFramePr>
          <p:nvPr>
            <p:extLst>
              <p:ext uri="{D42A27DB-BD31-4B8C-83A1-F6EECF244321}">
                <p14:modId xmlns:p14="http://schemas.microsoft.com/office/powerpoint/2010/main" val="3127357080"/>
              </p:ext>
            </p:extLst>
          </p:nvPr>
        </p:nvGraphicFramePr>
        <p:xfrm>
          <a:off x="6011863" y="191279"/>
          <a:ext cx="1512888" cy="415925"/>
        </p:xfrm>
        <a:graphic>
          <a:graphicData uri="http://schemas.openxmlformats.org/presentationml/2006/ole">
            <mc:AlternateContent xmlns:mc="http://schemas.openxmlformats.org/markup-compatibility/2006">
              <mc:Choice xmlns:v="urn:schemas-microsoft-com:vml" Requires="v">
                <p:oleObj name="Ecuación" r:id="rId17" imgW="888614" imgH="241195" progId="Equation.3">
                  <p:embed/>
                </p:oleObj>
              </mc:Choice>
              <mc:Fallback>
                <p:oleObj name="Ecuación" r:id="rId17" imgW="888614" imgH="241195"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11863" y="191279"/>
                        <a:ext cx="15128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Line 20"/>
          <p:cNvSpPr>
            <a:spLocks noChangeShapeType="1"/>
          </p:cNvSpPr>
          <p:nvPr/>
        </p:nvSpPr>
        <p:spPr bwMode="hidden">
          <a:xfrm flipV="1">
            <a:off x="6011863" y="2640013"/>
            <a:ext cx="0" cy="9350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36" name="Line 22"/>
          <p:cNvSpPr>
            <a:spLocks noChangeShapeType="1"/>
          </p:cNvSpPr>
          <p:nvPr/>
        </p:nvSpPr>
        <p:spPr bwMode="hidden">
          <a:xfrm rot="10800000" flipV="1">
            <a:off x="6011863" y="3540125"/>
            <a:ext cx="0" cy="935038"/>
          </a:xfrm>
          <a:prstGeom prst="line">
            <a:avLst/>
          </a:prstGeom>
          <a:noFill/>
          <a:ln w="28575">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0504" name="3 CuadroTexto"/>
          <p:cNvSpPr txBox="1">
            <a:spLocks noChangeArrowheads="1"/>
          </p:cNvSpPr>
          <p:nvPr/>
        </p:nvSpPr>
        <p:spPr bwMode="auto">
          <a:xfrm>
            <a:off x="6446838" y="4638675"/>
            <a:ext cx="19002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a:t>Diagrama de cuerpo libre</a:t>
            </a:r>
          </a:p>
        </p:txBody>
      </p:sp>
      <p:graphicFrame>
        <p:nvGraphicFramePr>
          <p:cNvPr id="7" name="6 Objeto"/>
          <p:cNvGraphicFramePr>
            <a:graphicFrameLocks noChangeAspect="1"/>
          </p:cNvGraphicFramePr>
          <p:nvPr>
            <p:extLst>
              <p:ext uri="{D42A27DB-BD31-4B8C-83A1-F6EECF244321}">
                <p14:modId xmlns:p14="http://schemas.microsoft.com/office/powerpoint/2010/main" val="4195551022"/>
              </p:ext>
            </p:extLst>
          </p:nvPr>
        </p:nvGraphicFramePr>
        <p:xfrm>
          <a:off x="2316163" y="5733256"/>
          <a:ext cx="889000" cy="266700"/>
        </p:xfrm>
        <a:graphic>
          <a:graphicData uri="http://schemas.openxmlformats.org/presentationml/2006/ole">
            <mc:AlternateContent xmlns:mc="http://schemas.openxmlformats.org/markup-compatibility/2006">
              <mc:Choice xmlns:v="urn:schemas-microsoft-com:vml" Requires="v">
                <p:oleObj name="Equation" r:id="rId19" imgW="888840" imgH="266400" progId="Equation.DSMT4">
                  <p:embed/>
                </p:oleObj>
              </mc:Choice>
              <mc:Fallback>
                <p:oleObj name="Equation" r:id="rId19" imgW="888840" imgH="266400" progId="Equation.DSMT4">
                  <p:embed/>
                  <p:pic>
                    <p:nvPicPr>
                      <p:cNvPr id="0" name=""/>
                      <p:cNvPicPr/>
                      <p:nvPr/>
                    </p:nvPicPr>
                    <p:blipFill>
                      <a:blip r:embed="rId20"/>
                      <a:stretch>
                        <a:fillRect/>
                      </a:stretch>
                    </p:blipFill>
                    <p:spPr>
                      <a:xfrm>
                        <a:off x="2316163" y="5733256"/>
                        <a:ext cx="889000" cy="266700"/>
                      </a:xfrm>
                      <a:prstGeom prst="rect">
                        <a:avLst/>
                      </a:prstGeom>
                    </p:spPr>
                  </p:pic>
                </p:oleObj>
              </mc:Fallback>
            </mc:AlternateContent>
          </a:graphicData>
        </a:graphic>
      </p:graphicFrame>
      <p:graphicFrame>
        <p:nvGraphicFramePr>
          <p:cNvPr id="8" name="7 Objeto"/>
          <p:cNvGraphicFramePr>
            <a:graphicFrameLocks noChangeAspect="1"/>
          </p:cNvGraphicFramePr>
          <p:nvPr>
            <p:extLst>
              <p:ext uri="{D42A27DB-BD31-4B8C-83A1-F6EECF244321}">
                <p14:modId xmlns:p14="http://schemas.microsoft.com/office/powerpoint/2010/main" val="2595857942"/>
              </p:ext>
            </p:extLst>
          </p:nvPr>
        </p:nvGraphicFramePr>
        <p:xfrm>
          <a:off x="3994151" y="5445224"/>
          <a:ext cx="952500" cy="508000"/>
        </p:xfrm>
        <a:graphic>
          <a:graphicData uri="http://schemas.openxmlformats.org/presentationml/2006/ole">
            <mc:AlternateContent xmlns:mc="http://schemas.openxmlformats.org/markup-compatibility/2006">
              <mc:Choice xmlns:v="urn:schemas-microsoft-com:vml" Requires="v">
                <p:oleObj name="Equation" r:id="rId21" imgW="952200" imgH="507960" progId="Equation.DSMT4">
                  <p:embed/>
                </p:oleObj>
              </mc:Choice>
              <mc:Fallback>
                <p:oleObj name="Equation" r:id="rId21" imgW="952200" imgH="507960" progId="Equation.DSMT4">
                  <p:embed/>
                  <p:pic>
                    <p:nvPicPr>
                      <p:cNvPr id="0" name=""/>
                      <p:cNvPicPr/>
                      <p:nvPr/>
                    </p:nvPicPr>
                    <p:blipFill>
                      <a:blip r:embed="rId22"/>
                      <a:stretch>
                        <a:fillRect/>
                      </a:stretch>
                    </p:blipFill>
                    <p:spPr>
                      <a:xfrm>
                        <a:off x="3994151" y="5445224"/>
                        <a:ext cx="952500" cy="508000"/>
                      </a:xfrm>
                      <a:prstGeom prst="rect">
                        <a:avLst/>
                      </a:prstGeom>
                    </p:spPr>
                  </p:pic>
                </p:oleObj>
              </mc:Fallback>
            </mc:AlternateContent>
          </a:graphicData>
        </a:graphic>
      </p:graphicFrame>
    </p:spTree>
    <p:extLst>
      <p:ext uri="{BB962C8B-B14F-4D97-AF65-F5344CB8AC3E}">
        <p14:creationId xmlns:p14="http://schemas.microsoft.com/office/powerpoint/2010/main" val="377128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grpId="0" nodeType="clickEffect">
                                  <p:stCondLst>
                                    <p:cond delay="0"/>
                                  </p:stCondLst>
                                  <p:childTnLst>
                                    <p:animMotion origin="layout" path="M -4.44444E-6 -0.01017 L 0.45678 0.06314 " pathEditMode="relative" rAng="0" ptsTypes="AA">
                                      <p:cBhvr>
                                        <p:cTn id="6" dur="2000" fill="hold"/>
                                        <p:tgtEl>
                                          <p:spTgt spid="317460"/>
                                        </p:tgtEl>
                                        <p:attrNameLst>
                                          <p:attrName>ppt_x</p:attrName>
                                          <p:attrName>ppt_y</p:attrName>
                                        </p:attrNameLst>
                                      </p:cBhvr>
                                      <p:rCtr x="22830" y="3654"/>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745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grpId="0" nodeType="clickEffect">
                                  <p:stCondLst>
                                    <p:cond delay="0"/>
                                  </p:stCondLst>
                                  <p:childTnLst>
                                    <p:animMotion origin="layout" path="M -4.44444E-6 0.00023 L 0.45678 0.06314 " pathEditMode="relative" rAng="0" ptsTypes="AA">
                                      <p:cBhvr>
                                        <p:cTn id="14" dur="2000" fill="hold"/>
                                        <p:tgtEl>
                                          <p:spTgt spid="317462"/>
                                        </p:tgtEl>
                                        <p:attrNameLst>
                                          <p:attrName>ppt_x</p:attrName>
                                          <p:attrName>ppt_y</p:attrName>
                                        </p:attrNameLst>
                                      </p:cBhvr>
                                      <p:rCtr x="22830" y="3145"/>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1745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1746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746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1746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746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746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1747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0" presetClass="path" presetSubtype="0" accel="50000" decel="50000" fill="hold" grpId="0" nodeType="clickEffect">
                                  <p:stCondLst>
                                    <p:cond delay="0"/>
                                  </p:stCondLst>
                                  <p:childTnLst>
                                    <p:animMotion origin="layout" path="M -4.44444E-6 -0.01017 L 0.45678 0.06314 " pathEditMode="relative" rAng="0" ptsTypes="AA">
                                      <p:cBhvr>
                                        <p:cTn id="46" dur="2000" fill="hold"/>
                                        <p:tgtEl>
                                          <p:spTgt spid="35"/>
                                        </p:tgtEl>
                                        <p:attrNameLst>
                                          <p:attrName>ppt_x</p:attrName>
                                          <p:attrName>ppt_y</p:attrName>
                                        </p:attrNameLst>
                                      </p:cBhvr>
                                      <p:rCtr x="22830" y="3654"/>
                                    </p:animMotion>
                                  </p:childTnLst>
                                </p:cTn>
                              </p:par>
                            </p:childTnLst>
                          </p:cTn>
                        </p:par>
                      </p:childTnLst>
                    </p:cTn>
                  </p:par>
                  <p:par>
                    <p:cTn id="47" fill="hold" nodeType="clickPar">
                      <p:stCondLst>
                        <p:cond delay="indefinite"/>
                      </p:stCondLst>
                      <p:childTnLst>
                        <p:par>
                          <p:cTn id="48" fill="hold" nodeType="withGroup">
                            <p:stCondLst>
                              <p:cond delay="0"/>
                            </p:stCondLst>
                            <p:childTnLst>
                              <p:par>
                                <p:cTn id="49" presetID="0" presetClass="path" presetSubtype="0" accel="50000" decel="50000" fill="hold" grpId="0" nodeType="clickEffect">
                                  <p:stCondLst>
                                    <p:cond delay="0"/>
                                  </p:stCondLst>
                                  <p:childTnLst>
                                    <p:animMotion origin="layout" path="M -4.44444E-6 0.00023 L 0.45678 0.06314 " pathEditMode="relative" rAng="0" ptsTypes="AA">
                                      <p:cBhvr>
                                        <p:cTn id="50" dur="2000" fill="hold"/>
                                        <p:tgtEl>
                                          <p:spTgt spid="36"/>
                                        </p:tgtEl>
                                        <p:attrNameLst>
                                          <p:attrName>ppt_x</p:attrName>
                                          <p:attrName>ppt_y</p:attrName>
                                        </p:attrNameLst>
                                      </p:cBhvr>
                                      <p:rCtr x="22830" y="314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0" grpId="0" animBg="1"/>
      <p:bldP spid="317462" grpId="0" animBg="1"/>
      <p:bldP spid="317467" grpId="0"/>
      <p:bldP spid="317468" grpId="0"/>
      <p:bldP spid="317469" grpId="0"/>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2"/>
          <p:cNvSpPr txBox="1">
            <a:spLocks noChangeArrowheads="1"/>
          </p:cNvSpPr>
          <p:nvPr/>
        </p:nvSpPr>
        <p:spPr bwMode="hidden">
          <a:xfrm>
            <a:off x="539750" y="981075"/>
            <a:ext cx="79930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None/>
            </a:pPr>
            <a:r>
              <a:rPr lang="es-ES" altLang="es-CL" sz="1600" dirty="0">
                <a:latin typeface="Arial" charset="0"/>
              </a:rPr>
              <a:t> 1.- Determinar la fuerza que ejerce la mesa para sostener en equilibrio al  computador (m =2 kg)</a:t>
            </a:r>
          </a:p>
        </p:txBody>
      </p:sp>
      <p:grpSp>
        <p:nvGrpSpPr>
          <p:cNvPr id="3" name="Group 4"/>
          <p:cNvGrpSpPr>
            <a:grpSpLocks/>
          </p:cNvGrpSpPr>
          <p:nvPr/>
        </p:nvGrpSpPr>
        <p:grpSpPr bwMode="auto">
          <a:xfrm>
            <a:off x="395288" y="3106738"/>
            <a:ext cx="3600450" cy="973137"/>
            <a:chOff x="295" y="1684"/>
            <a:chExt cx="2268" cy="613"/>
          </a:xfrm>
        </p:grpSpPr>
        <p:grpSp>
          <p:nvGrpSpPr>
            <p:cNvPr id="4" name="Group 5"/>
            <p:cNvGrpSpPr>
              <a:grpSpLocks/>
            </p:cNvGrpSpPr>
            <p:nvPr/>
          </p:nvGrpSpPr>
          <p:grpSpPr bwMode="auto">
            <a:xfrm>
              <a:off x="612" y="1684"/>
              <a:ext cx="1633" cy="521"/>
              <a:chOff x="612" y="1684"/>
              <a:chExt cx="1633" cy="521"/>
            </a:xfrm>
          </p:grpSpPr>
          <p:sp>
            <p:nvSpPr>
              <p:cNvPr id="7" name="Rectangle 6"/>
              <p:cNvSpPr>
                <a:spLocks noChangeArrowheads="1"/>
              </p:cNvSpPr>
              <p:nvPr/>
            </p:nvSpPr>
            <p:spPr bwMode="hidden">
              <a:xfrm>
                <a:off x="612" y="1684"/>
                <a:ext cx="1633" cy="52"/>
              </a:xfrm>
              <a:prstGeom prst="rect">
                <a:avLst/>
              </a:prstGeom>
              <a:solidFill>
                <a:srgbClr val="9933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8" name="Rectangle 7"/>
              <p:cNvSpPr>
                <a:spLocks noChangeArrowheads="1"/>
              </p:cNvSpPr>
              <p:nvPr/>
            </p:nvSpPr>
            <p:spPr bwMode="hidden">
              <a:xfrm>
                <a:off x="758" y="1736"/>
                <a:ext cx="36" cy="469"/>
              </a:xfrm>
              <a:prstGeom prst="rect">
                <a:avLst/>
              </a:prstGeom>
              <a:solidFill>
                <a:srgbClr val="9966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9" name="Rectangle 8"/>
              <p:cNvSpPr>
                <a:spLocks noChangeArrowheads="1"/>
              </p:cNvSpPr>
              <p:nvPr/>
            </p:nvSpPr>
            <p:spPr bwMode="hidden">
              <a:xfrm>
                <a:off x="2027" y="1736"/>
                <a:ext cx="36" cy="469"/>
              </a:xfrm>
              <a:prstGeom prst="rect">
                <a:avLst/>
              </a:prstGeom>
              <a:solidFill>
                <a:srgbClr val="9966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sp>
          <p:nvSpPr>
            <p:cNvPr id="5" name="Rectangle 9" descr="Confeti grande"/>
            <p:cNvSpPr>
              <a:spLocks noChangeArrowheads="1"/>
            </p:cNvSpPr>
            <p:nvPr/>
          </p:nvSpPr>
          <p:spPr bwMode="hidden">
            <a:xfrm>
              <a:off x="296" y="2207"/>
              <a:ext cx="2267" cy="90"/>
            </a:xfrm>
            <a:prstGeom prst="rect">
              <a:avLst/>
            </a:prstGeom>
            <a:pattFill prst="lgConfetti">
              <a:fgClr>
                <a:srgbClr val="008080"/>
              </a:fgClr>
              <a:bgClr>
                <a:srgbClr val="FFFF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6" name="Line 10"/>
            <p:cNvSpPr>
              <a:spLocks noChangeShapeType="1"/>
            </p:cNvSpPr>
            <p:nvPr/>
          </p:nvSpPr>
          <p:spPr bwMode="auto">
            <a:xfrm flipH="1" flipV="1">
              <a:off x="295" y="2205"/>
              <a:ext cx="2267" cy="2"/>
            </a:xfrm>
            <a:prstGeom prst="line">
              <a:avLst/>
            </a:prstGeom>
            <a:noFill/>
            <a:ln w="0">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grpSp>
      <p:pic>
        <p:nvPicPr>
          <p:cNvPr id="10" name="Picture 11" descr="DESK05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619250" y="2493963"/>
            <a:ext cx="93503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11 Conector recto de flecha"/>
          <p:cNvCxnSpPr/>
          <p:nvPr/>
        </p:nvCxnSpPr>
        <p:spPr bwMode="auto">
          <a:xfrm>
            <a:off x="1835696" y="2924944"/>
            <a:ext cx="0" cy="1296144"/>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3" name="12 Objeto"/>
          <p:cNvGraphicFramePr>
            <a:graphicFrameLocks noChangeAspect="1"/>
          </p:cNvGraphicFramePr>
          <p:nvPr>
            <p:extLst>
              <p:ext uri="{D42A27DB-BD31-4B8C-83A1-F6EECF244321}">
                <p14:modId xmlns:p14="http://schemas.microsoft.com/office/powerpoint/2010/main" val="3879005518"/>
              </p:ext>
            </p:extLst>
          </p:nvPr>
        </p:nvGraphicFramePr>
        <p:xfrm>
          <a:off x="1432354" y="3595489"/>
          <a:ext cx="373791" cy="314771"/>
        </p:xfrm>
        <a:graphic>
          <a:graphicData uri="http://schemas.openxmlformats.org/presentationml/2006/ole">
            <mc:AlternateContent xmlns:mc="http://schemas.openxmlformats.org/markup-compatibility/2006">
              <mc:Choice xmlns:v="urn:schemas-microsoft-com:vml" Requires="v">
                <p:oleObj name="Equation" r:id="rId3" imgW="241200" imgH="203040" progId="Equation.DSMT4">
                  <p:embed/>
                </p:oleObj>
              </mc:Choice>
              <mc:Fallback>
                <p:oleObj name="Equation" r:id="rId3" imgW="241200" imgH="203040" progId="Equation.DSMT4">
                  <p:embed/>
                  <p:pic>
                    <p:nvPicPr>
                      <p:cNvPr id="0" name=""/>
                      <p:cNvPicPr/>
                      <p:nvPr/>
                    </p:nvPicPr>
                    <p:blipFill>
                      <a:blip r:embed="rId4"/>
                      <a:stretch>
                        <a:fillRect/>
                      </a:stretch>
                    </p:blipFill>
                    <p:spPr>
                      <a:xfrm>
                        <a:off x="1432354" y="3595489"/>
                        <a:ext cx="373791" cy="314771"/>
                      </a:xfrm>
                      <a:prstGeom prst="rect">
                        <a:avLst/>
                      </a:prstGeom>
                    </p:spPr>
                  </p:pic>
                </p:oleObj>
              </mc:Fallback>
            </mc:AlternateContent>
          </a:graphicData>
        </a:graphic>
      </p:graphicFrame>
      <p:cxnSp>
        <p:nvCxnSpPr>
          <p:cNvPr id="15" name="14 Conector recto de flecha"/>
          <p:cNvCxnSpPr/>
          <p:nvPr/>
        </p:nvCxnSpPr>
        <p:spPr bwMode="auto">
          <a:xfrm flipV="1">
            <a:off x="1835696" y="1700808"/>
            <a:ext cx="0" cy="1405930"/>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6" name="15 Objeto"/>
          <p:cNvGraphicFramePr>
            <a:graphicFrameLocks noChangeAspect="1"/>
          </p:cNvGraphicFramePr>
          <p:nvPr>
            <p:extLst>
              <p:ext uri="{D42A27DB-BD31-4B8C-83A1-F6EECF244321}">
                <p14:modId xmlns:p14="http://schemas.microsoft.com/office/powerpoint/2010/main" val="2844241479"/>
              </p:ext>
            </p:extLst>
          </p:nvPr>
        </p:nvGraphicFramePr>
        <p:xfrm>
          <a:off x="1386681" y="1772816"/>
          <a:ext cx="296504" cy="360040"/>
        </p:xfrm>
        <a:graphic>
          <a:graphicData uri="http://schemas.openxmlformats.org/presentationml/2006/ole">
            <mc:AlternateContent xmlns:mc="http://schemas.openxmlformats.org/markup-compatibility/2006">
              <mc:Choice xmlns:v="urn:schemas-microsoft-com:vml" Requires="v">
                <p:oleObj name="Equation" r:id="rId5" imgW="177480" imgH="215640" progId="Equation.DSMT4">
                  <p:embed/>
                </p:oleObj>
              </mc:Choice>
              <mc:Fallback>
                <p:oleObj name="Equation" r:id="rId5" imgW="177480" imgH="215640" progId="Equation.DSMT4">
                  <p:embed/>
                  <p:pic>
                    <p:nvPicPr>
                      <p:cNvPr id="0" name=""/>
                      <p:cNvPicPr/>
                      <p:nvPr/>
                    </p:nvPicPr>
                    <p:blipFill>
                      <a:blip r:embed="rId6"/>
                      <a:stretch>
                        <a:fillRect/>
                      </a:stretch>
                    </p:blipFill>
                    <p:spPr>
                      <a:xfrm>
                        <a:off x="1386681" y="1772816"/>
                        <a:ext cx="296504" cy="360040"/>
                      </a:xfrm>
                      <a:prstGeom prst="rect">
                        <a:avLst/>
                      </a:prstGeom>
                    </p:spPr>
                  </p:pic>
                </p:oleObj>
              </mc:Fallback>
            </mc:AlternateContent>
          </a:graphicData>
        </a:graphic>
      </p:graphicFrame>
      <p:grpSp>
        <p:nvGrpSpPr>
          <p:cNvPr id="29" name="28 Grupo"/>
          <p:cNvGrpSpPr/>
          <p:nvPr/>
        </p:nvGrpSpPr>
        <p:grpSpPr>
          <a:xfrm>
            <a:off x="5292080" y="1624855"/>
            <a:ext cx="2361629" cy="2691730"/>
            <a:chOff x="5292080" y="1624855"/>
            <a:chExt cx="2361629" cy="2691730"/>
          </a:xfrm>
        </p:grpSpPr>
        <p:cxnSp>
          <p:nvCxnSpPr>
            <p:cNvPr id="20" name="19 Conector recto de flecha"/>
            <p:cNvCxnSpPr/>
            <p:nvPr/>
          </p:nvCxnSpPr>
          <p:spPr bwMode="auto">
            <a:xfrm flipV="1">
              <a:off x="6228184" y="1878657"/>
              <a:ext cx="0" cy="2088232"/>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21 Conector recto de flecha"/>
            <p:cNvCxnSpPr/>
            <p:nvPr/>
          </p:nvCxnSpPr>
          <p:spPr bwMode="auto">
            <a:xfrm>
              <a:off x="5292080" y="3030785"/>
              <a:ext cx="2232248"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3" name="22 Objeto"/>
            <p:cNvGraphicFramePr>
              <a:graphicFrameLocks noChangeAspect="1"/>
            </p:cNvGraphicFramePr>
            <p:nvPr>
              <p:extLst>
                <p:ext uri="{D42A27DB-BD31-4B8C-83A1-F6EECF244321}">
                  <p14:modId xmlns:p14="http://schemas.microsoft.com/office/powerpoint/2010/main" val="4037208805"/>
                </p:ext>
              </p:extLst>
            </p:nvPr>
          </p:nvGraphicFramePr>
          <p:xfrm>
            <a:off x="7526709" y="2960935"/>
            <a:ext cx="127000" cy="139700"/>
          </p:xfrm>
          <a:graphic>
            <a:graphicData uri="http://schemas.openxmlformats.org/presentationml/2006/ole">
              <mc:AlternateContent xmlns:mc="http://schemas.openxmlformats.org/markup-compatibility/2006">
                <mc:Choice xmlns:v="urn:schemas-microsoft-com:vml" Requires="v">
                  <p:oleObj name="Equation" r:id="rId7" imgW="126720" imgH="139680" progId="Equation.DSMT4">
                    <p:embed/>
                  </p:oleObj>
                </mc:Choice>
                <mc:Fallback>
                  <p:oleObj name="Equation" r:id="rId7" imgW="126720" imgH="139680" progId="Equation.DSMT4">
                    <p:embed/>
                    <p:pic>
                      <p:nvPicPr>
                        <p:cNvPr id="0" name=""/>
                        <p:cNvPicPr/>
                        <p:nvPr/>
                      </p:nvPicPr>
                      <p:blipFill>
                        <a:blip r:embed="rId8"/>
                        <a:stretch>
                          <a:fillRect/>
                        </a:stretch>
                      </p:blipFill>
                      <p:spPr>
                        <a:xfrm>
                          <a:off x="7526709" y="2960935"/>
                          <a:ext cx="127000" cy="139700"/>
                        </a:xfrm>
                        <a:prstGeom prst="rect">
                          <a:avLst/>
                        </a:prstGeom>
                      </p:spPr>
                    </p:pic>
                  </p:oleObj>
                </mc:Fallback>
              </mc:AlternateContent>
            </a:graphicData>
          </a:graphic>
        </p:graphicFrame>
        <p:graphicFrame>
          <p:nvGraphicFramePr>
            <p:cNvPr id="24" name="23 Objeto"/>
            <p:cNvGraphicFramePr>
              <a:graphicFrameLocks noChangeAspect="1"/>
            </p:cNvGraphicFramePr>
            <p:nvPr>
              <p:extLst>
                <p:ext uri="{D42A27DB-BD31-4B8C-83A1-F6EECF244321}">
                  <p14:modId xmlns:p14="http://schemas.microsoft.com/office/powerpoint/2010/main" val="2872824194"/>
                </p:ext>
              </p:extLst>
            </p:nvPr>
          </p:nvGraphicFramePr>
          <p:xfrm>
            <a:off x="6338354" y="1796107"/>
            <a:ext cx="139700" cy="165100"/>
          </p:xfrm>
          <a:graphic>
            <a:graphicData uri="http://schemas.openxmlformats.org/presentationml/2006/ole">
              <mc:AlternateContent xmlns:mc="http://schemas.openxmlformats.org/markup-compatibility/2006">
                <mc:Choice xmlns:v="urn:schemas-microsoft-com:vml" Requires="v">
                  <p:oleObj name="Equation" r:id="rId9" imgW="139680" imgH="164880" progId="Equation.DSMT4">
                    <p:embed/>
                  </p:oleObj>
                </mc:Choice>
                <mc:Fallback>
                  <p:oleObj name="Equation" r:id="rId9" imgW="139680" imgH="164880" progId="Equation.DSMT4">
                    <p:embed/>
                    <p:pic>
                      <p:nvPicPr>
                        <p:cNvPr id="0" name=""/>
                        <p:cNvPicPr/>
                        <p:nvPr/>
                      </p:nvPicPr>
                      <p:blipFill>
                        <a:blip r:embed="rId10"/>
                        <a:stretch>
                          <a:fillRect/>
                        </a:stretch>
                      </p:blipFill>
                      <p:spPr>
                        <a:xfrm>
                          <a:off x="6338354" y="1796107"/>
                          <a:ext cx="139700" cy="165100"/>
                        </a:xfrm>
                        <a:prstGeom prst="rect">
                          <a:avLst/>
                        </a:prstGeom>
                      </p:spPr>
                    </p:pic>
                  </p:oleObj>
                </mc:Fallback>
              </mc:AlternateContent>
            </a:graphicData>
          </a:graphic>
        </p:graphicFrame>
        <p:cxnSp>
          <p:nvCxnSpPr>
            <p:cNvPr id="25" name="24 Conector recto de flecha"/>
            <p:cNvCxnSpPr/>
            <p:nvPr/>
          </p:nvCxnSpPr>
          <p:spPr bwMode="auto">
            <a:xfrm flipV="1">
              <a:off x="6228184" y="1624855"/>
              <a:ext cx="0" cy="1405930"/>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6" name="25 Objeto"/>
            <p:cNvGraphicFramePr>
              <a:graphicFrameLocks noChangeAspect="1"/>
            </p:cNvGraphicFramePr>
            <p:nvPr>
              <p:extLst>
                <p:ext uri="{D42A27DB-BD31-4B8C-83A1-F6EECF244321}">
                  <p14:modId xmlns:p14="http://schemas.microsoft.com/office/powerpoint/2010/main" val="129941172"/>
                </p:ext>
              </p:extLst>
            </p:nvPr>
          </p:nvGraphicFramePr>
          <p:xfrm>
            <a:off x="5796136" y="1698476"/>
            <a:ext cx="296862" cy="360362"/>
          </p:xfrm>
          <a:graphic>
            <a:graphicData uri="http://schemas.openxmlformats.org/presentationml/2006/ole">
              <mc:AlternateContent xmlns:mc="http://schemas.openxmlformats.org/markup-compatibility/2006">
                <mc:Choice xmlns:v="urn:schemas-microsoft-com:vml" Requires="v">
                  <p:oleObj name="Equation" r:id="rId11" imgW="177480" imgH="215640" progId="Equation.DSMT4">
                    <p:embed/>
                  </p:oleObj>
                </mc:Choice>
                <mc:Fallback>
                  <p:oleObj name="Equation" r:id="rId11" imgW="177480" imgH="215640" progId="Equation.DSMT4">
                    <p:embed/>
                    <p:pic>
                      <p:nvPicPr>
                        <p:cNvPr id="0" name="15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96136" y="1698476"/>
                          <a:ext cx="2968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7" name="26 Conector recto de flecha"/>
            <p:cNvCxnSpPr/>
            <p:nvPr/>
          </p:nvCxnSpPr>
          <p:spPr bwMode="auto">
            <a:xfrm>
              <a:off x="6234261" y="3020441"/>
              <a:ext cx="0" cy="1296144"/>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8" name="27 Objeto"/>
            <p:cNvGraphicFramePr>
              <a:graphicFrameLocks noChangeAspect="1"/>
            </p:cNvGraphicFramePr>
            <p:nvPr>
              <p:extLst>
                <p:ext uri="{D42A27DB-BD31-4B8C-83A1-F6EECF244321}">
                  <p14:modId xmlns:p14="http://schemas.microsoft.com/office/powerpoint/2010/main" val="2815684196"/>
                </p:ext>
              </p:extLst>
            </p:nvPr>
          </p:nvGraphicFramePr>
          <p:xfrm>
            <a:off x="5724128" y="3798266"/>
            <a:ext cx="374650" cy="314325"/>
          </p:xfrm>
          <a:graphic>
            <a:graphicData uri="http://schemas.openxmlformats.org/presentationml/2006/ole">
              <mc:AlternateContent xmlns:mc="http://schemas.openxmlformats.org/markup-compatibility/2006">
                <mc:Choice xmlns:v="urn:schemas-microsoft-com:vml" Requires="v">
                  <p:oleObj name="Equation" r:id="rId13" imgW="241200" imgH="203040" progId="Equation.DSMT4">
                    <p:embed/>
                  </p:oleObj>
                </mc:Choice>
                <mc:Fallback>
                  <p:oleObj name="Equation" r:id="rId13" imgW="241200" imgH="203040" progId="Equation.DSMT4">
                    <p:embed/>
                    <p:pic>
                      <p:nvPicPr>
                        <p:cNvPr id="0" name="12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24128" y="3798266"/>
                          <a:ext cx="3746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0" name="29 CuadroTexto"/>
          <p:cNvSpPr txBox="1"/>
          <p:nvPr/>
        </p:nvSpPr>
        <p:spPr>
          <a:xfrm>
            <a:off x="6948264" y="1562308"/>
            <a:ext cx="2160240" cy="276999"/>
          </a:xfrm>
          <a:prstGeom prst="rect">
            <a:avLst/>
          </a:prstGeom>
          <a:noFill/>
        </p:spPr>
        <p:txBody>
          <a:bodyPr wrap="square" rtlCol="0">
            <a:spAutoFit/>
          </a:bodyPr>
          <a:lstStyle/>
          <a:p>
            <a:pPr algn="l"/>
            <a:r>
              <a:rPr lang="es-MX" sz="1200" dirty="0"/>
              <a:t>Diagrama de cuerpo libre</a:t>
            </a:r>
            <a:endParaRPr lang="es-CL" sz="1200" dirty="0"/>
          </a:p>
        </p:txBody>
      </p:sp>
      <p:graphicFrame>
        <p:nvGraphicFramePr>
          <p:cNvPr id="31" name="30 Objeto"/>
          <p:cNvGraphicFramePr>
            <a:graphicFrameLocks noChangeAspect="1"/>
          </p:cNvGraphicFramePr>
          <p:nvPr>
            <p:extLst>
              <p:ext uri="{D42A27DB-BD31-4B8C-83A1-F6EECF244321}">
                <p14:modId xmlns:p14="http://schemas.microsoft.com/office/powerpoint/2010/main" val="3306301269"/>
              </p:ext>
            </p:extLst>
          </p:nvPr>
        </p:nvGraphicFramePr>
        <p:xfrm>
          <a:off x="2446338" y="4437063"/>
          <a:ext cx="571500" cy="254000"/>
        </p:xfrm>
        <a:graphic>
          <a:graphicData uri="http://schemas.openxmlformats.org/presentationml/2006/ole">
            <mc:AlternateContent xmlns:mc="http://schemas.openxmlformats.org/markup-compatibility/2006">
              <mc:Choice xmlns:v="urn:schemas-microsoft-com:vml" Requires="v">
                <p:oleObj name="Equation" r:id="rId15" imgW="571320" imgH="253800" progId="Equation.DSMT4">
                  <p:embed/>
                </p:oleObj>
              </mc:Choice>
              <mc:Fallback>
                <p:oleObj name="Equation" r:id="rId15" imgW="571320" imgH="253800" progId="Equation.DSMT4">
                  <p:embed/>
                  <p:pic>
                    <p:nvPicPr>
                      <p:cNvPr id="0" name=""/>
                      <p:cNvPicPr/>
                      <p:nvPr/>
                    </p:nvPicPr>
                    <p:blipFill>
                      <a:blip r:embed="rId16"/>
                      <a:stretch>
                        <a:fillRect/>
                      </a:stretch>
                    </p:blipFill>
                    <p:spPr>
                      <a:xfrm>
                        <a:off x="2446338" y="4437063"/>
                        <a:ext cx="571500" cy="254000"/>
                      </a:xfrm>
                      <a:prstGeom prst="rect">
                        <a:avLst/>
                      </a:prstGeom>
                    </p:spPr>
                  </p:pic>
                </p:oleObj>
              </mc:Fallback>
            </mc:AlternateContent>
          </a:graphicData>
        </a:graphic>
      </p:graphicFrame>
      <p:graphicFrame>
        <p:nvGraphicFramePr>
          <p:cNvPr id="32" name="31 Objeto"/>
          <p:cNvGraphicFramePr>
            <a:graphicFrameLocks noChangeAspect="1"/>
          </p:cNvGraphicFramePr>
          <p:nvPr>
            <p:extLst>
              <p:ext uri="{D42A27DB-BD31-4B8C-83A1-F6EECF244321}">
                <p14:modId xmlns:p14="http://schemas.microsoft.com/office/powerpoint/2010/main" val="319688875"/>
              </p:ext>
            </p:extLst>
          </p:nvPr>
        </p:nvGraphicFramePr>
        <p:xfrm>
          <a:off x="2411760" y="4797152"/>
          <a:ext cx="1181100" cy="254000"/>
        </p:xfrm>
        <a:graphic>
          <a:graphicData uri="http://schemas.openxmlformats.org/presentationml/2006/ole">
            <mc:AlternateContent xmlns:mc="http://schemas.openxmlformats.org/markup-compatibility/2006">
              <mc:Choice xmlns:v="urn:schemas-microsoft-com:vml" Requires="v">
                <p:oleObj name="Equation" r:id="rId17" imgW="1180800" imgH="253800" progId="Equation.DSMT4">
                  <p:embed/>
                </p:oleObj>
              </mc:Choice>
              <mc:Fallback>
                <p:oleObj name="Equation" r:id="rId17" imgW="1180800" imgH="253800" progId="Equation.DSMT4">
                  <p:embed/>
                  <p:pic>
                    <p:nvPicPr>
                      <p:cNvPr id="0" name=""/>
                      <p:cNvPicPr/>
                      <p:nvPr/>
                    </p:nvPicPr>
                    <p:blipFill>
                      <a:blip r:embed="rId18"/>
                      <a:stretch>
                        <a:fillRect/>
                      </a:stretch>
                    </p:blipFill>
                    <p:spPr>
                      <a:xfrm>
                        <a:off x="2411760" y="4797152"/>
                        <a:ext cx="1181100" cy="254000"/>
                      </a:xfrm>
                      <a:prstGeom prst="rect">
                        <a:avLst/>
                      </a:prstGeom>
                    </p:spPr>
                  </p:pic>
                </p:oleObj>
              </mc:Fallback>
            </mc:AlternateContent>
          </a:graphicData>
        </a:graphic>
      </p:graphicFrame>
      <p:graphicFrame>
        <p:nvGraphicFramePr>
          <p:cNvPr id="33" name="32 Objeto"/>
          <p:cNvGraphicFramePr>
            <a:graphicFrameLocks noChangeAspect="1"/>
          </p:cNvGraphicFramePr>
          <p:nvPr>
            <p:extLst>
              <p:ext uri="{D42A27DB-BD31-4B8C-83A1-F6EECF244321}">
                <p14:modId xmlns:p14="http://schemas.microsoft.com/office/powerpoint/2010/main" val="4710095"/>
              </p:ext>
            </p:extLst>
          </p:nvPr>
        </p:nvGraphicFramePr>
        <p:xfrm>
          <a:off x="3851920" y="4797152"/>
          <a:ext cx="1181100" cy="914400"/>
        </p:xfrm>
        <a:graphic>
          <a:graphicData uri="http://schemas.openxmlformats.org/presentationml/2006/ole">
            <mc:AlternateContent xmlns:mc="http://schemas.openxmlformats.org/markup-compatibility/2006">
              <mc:Choice xmlns:v="urn:schemas-microsoft-com:vml" Requires="v">
                <p:oleObj name="Equation" r:id="rId19" imgW="1180800" imgH="914400" progId="Equation.DSMT4">
                  <p:embed/>
                </p:oleObj>
              </mc:Choice>
              <mc:Fallback>
                <p:oleObj name="Equation" r:id="rId19" imgW="1180800" imgH="914400" progId="Equation.DSMT4">
                  <p:embed/>
                  <p:pic>
                    <p:nvPicPr>
                      <p:cNvPr id="0" name="31 Objeto"/>
                      <p:cNvPicPr>
                        <a:picLocks noChangeAspect="1" noChangeArrowheads="1"/>
                      </p:cNvPicPr>
                      <p:nvPr/>
                    </p:nvPicPr>
                    <p:blipFill>
                      <a:blip r:embed="rId20"/>
                      <a:srcRect/>
                      <a:stretch>
                        <a:fillRect/>
                      </a:stretch>
                    </p:blipFill>
                    <p:spPr bwMode="auto">
                      <a:xfrm>
                        <a:off x="3851920" y="4797152"/>
                        <a:ext cx="1181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33 Objeto"/>
          <p:cNvGraphicFramePr>
            <a:graphicFrameLocks noChangeAspect="1"/>
          </p:cNvGraphicFramePr>
          <p:nvPr>
            <p:extLst>
              <p:ext uri="{D42A27DB-BD31-4B8C-83A1-F6EECF244321}">
                <p14:modId xmlns:p14="http://schemas.microsoft.com/office/powerpoint/2010/main" val="823349715"/>
              </p:ext>
            </p:extLst>
          </p:nvPr>
        </p:nvGraphicFramePr>
        <p:xfrm>
          <a:off x="5004048" y="5517232"/>
          <a:ext cx="889000" cy="266700"/>
        </p:xfrm>
        <a:graphic>
          <a:graphicData uri="http://schemas.openxmlformats.org/presentationml/2006/ole">
            <mc:AlternateContent xmlns:mc="http://schemas.openxmlformats.org/markup-compatibility/2006">
              <mc:Choice xmlns:v="urn:schemas-microsoft-com:vml" Requires="v">
                <p:oleObj name="Equation" r:id="rId21" imgW="888840" imgH="266400" progId="Equation.DSMT4">
                  <p:embed/>
                </p:oleObj>
              </mc:Choice>
              <mc:Fallback>
                <p:oleObj name="Equation" r:id="rId21" imgW="888840" imgH="266400" progId="Equation.DSMT4">
                  <p:embed/>
                  <p:pic>
                    <p:nvPicPr>
                      <p:cNvPr id="0" name=""/>
                      <p:cNvPicPr/>
                      <p:nvPr/>
                    </p:nvPicPr>
                    <p:blipFill>
                      <a:blip r:embed="rId22"/>
                      <a:stretch>
                        <a:fillRect/>
                      </a:stretch>
                    </p:blipFill>
                    <p:spPr>
                      <a:xfrm>
                        <a:off x="5004048" y="5517232"/>
                        <a:ext cx="889000" cy="266700"/>
                      </a:xfrm>
                      <a:prstGeom prst="rect">
                        <a:avLst/>
                      </a:prstGeom>
                    </p:spPr>
                  </p:pic>
                </p:oleObj>
              </mc:Fallback>
            </mc:AlternateContent>
          </a:graphicData>
        </a:graphic>
      </p:graphicFrame>
    </p:spTree>
    <p:extLst>
      <p:ext uri="{BB962C8B-B14F-4D97-AF65-F5344CB8AC3E}">
        <p14:creationId xmlns:p14="http://schemas.microsoft.com/office/powerpoint/2010/main" val="3196095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Rectángulo"/>
          <p:cNvSpPr>
            <a:spLocks noChangeArrowheads="1"/>
          </p:cNvSpPr>
          <p:nvPr/>
        </p:nvSpPr>
        <p:spPr bwMode="auto">
          <a:xfrm>
            <a:off x="463550" y="981075"/>
            <a:ext cx="83518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MX" altLang="es-CL" sz="1600" dirty="0"/>
              <a:t>1.-  Un auto de 500 kg está detenido en una rampa con una inclinación de 10º. Calcular la fuerza que habrá que hacer empujando hacia arriba para impedir que ruede si deja de estar frenado.</a:t>
            </a:r>
          </a:p>
        </p:txBody>
      </p:sp>
      <p:grpSp>
        <p:nvGrpSpPr>
          <p:cNvPr id="23555" name="22 Grupo"/>
          <p:cNvGrpSpPr>
            <a:grpSpLocks/>
          </p:cNvGrpSpPr>
          <p:nvPr/>
        </p:nvGrpSpPr>
        <p:grpSpPr bwMode="auto">
          <a:xfrm>
            <a:off x="395288" y="2403475"/>
            <a:ext cx="3887787" cy="1228725"/>
            <a:chOff x="4317612" y="3020492"/>
            <a:chExt cx="3887787" cy="1228725"/>
          </a:xfrm>
        </p:grpSpPr>
        <p:pic>
          <p:nvPicPr>
            <p:cNvPr id="23581" name="Picture 3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hidden">
            <a:xfrm>
              <a:off x="5211374" y="3107804"/>
              <a:ext cx="16097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82" name="Line 32"/>
            <p:cNvSpPr>
              <a:spLocks noChangeShapeType="1"/>
            </p:cNvSpPr>
            <p:nvPr/>
          </p:nvSpPr>
          <p:spPr bwMode="hidden">
            <a:xfrm flipV="1">
              <a:off x="4360474" y="3020492"/>
              <a:ext cx="3762375" cy="1012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3583" name="Rectangle 33" descr="Confeti grande"/>
            <p:cNvSpPr>
              <a:spLocks noChangeArrowheads="1"/>
            </p:cNvSpPr>
            <p:nvPr/>
          </p:nvSpPr>
          <p:spPr bwMode="hidden">
            <a:xfrm rot="-900577">
              <a:off x="4317612" y="3528492"/>
              <a:ext cx="3887787" cy="215900"/>
            </a:xfrm>
            <a:prstGeom prst="rect">
              <a:avLst/>
            </a:prstGeom>
            <a:pattFill prst="lgConfetti">
              <a:fgClr>
                <a:schemeClr val="accent1"/>
              </a:fgClr>
              <a:bgClr>
                <a:schemeClr val="bg1"/>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23584" name="Line 38"/>
            <p:cNvSpPr>
              <a:spLocks noChangeShapeType="1"/>
            </p:cNvSpPr>
            <p:nvPr/>
          </p:nvSpPr>
          <p:spPr bwMode="hidden">
            <a:xfrm>
              <a:off x="4390637" y="4249217"/>
              <a:ext cx="3600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23585" name="Object 39"/>
            <p:cNvGraphicFramePr>
              <a:graphicFrameLocks noChangeAspect="1"/>
            </p:cNvGraphicFramePr>
            <p:nvPr/>
          </p:nvGraphicFramePr>
          <p:xfrm>
            <a:off x="5419725" y="4014788"/>
            <a:ext cx="241300" cy="177800"/>
          </p:xfrm>
          <a:graphic>
            <a:graphicData uri="http://schemas.openxmlformats.org/presentationml/2006/ole">
              <mc:AlternateContent xmlns:mc="http://schemas.openxmlformats.org/markup-compatibility/2006">
                <mc:Choice xmlns:v="urn:schemas-microsoft-com:vml" Requires="v">
                  <p:oleObj name="Equation" r:id="rId3" imgW="241091" imgH="177646" progId="Equation.DSMT4">
                    <p:embed/>
                  </p:oleObj>
                </mc:Choice>
                <mc:Fallback>
                  <p:oleObj name="Equation" r:id="rId3" imgW="241091" imgH="17764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9725" y="4014788"/>
                          <a:ext cx="2413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23556" name="2 Conector recto"/>
          <p:cNvCxnSpPr>
            <a:cxnSpLocks noChangeShapeType="1"/>
          </p:cNvCxnSpPr>
          <p:nvPr/>
        </p:nvCxnSpPr>
        <p:spPr bwMode="auto">
          <a:xfrm>
            <a:off x="2093913" y="2789238"/>
            <a:ext cx="0" cy="1287462"/>
          </a:xfrm>
          <a:prstGeom prst="line">
            <a:avLst/>
          </a:prstGeom>
          <a:noFill/>
          <a:ln w="2857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3 CuadroTexto"/>
          <p:cNvSpPr txBox="1">
            <a:spLocks noRot="1" noChangeAspect="1" noMove="1" noResize="1" noEditPoints="1" noAdjustHandles="1" noChangeArrowheads="1" noChangeShapeType="1" noTextEdit="1"/>
          </p:cNvSpPr>
          <p:nvPr/>
        </p:nvSpPr>
        <p:spPr>
          <a:xfrm>
            <a:off x="1739649" y="4077072"/>
            <a:ext cx="599780" cy="369332"/>
          </a:xfrm>
          <a:prstGeom prst="rect">
            <a:avLst/>
          </a:prstGeom>
          <a:blipFill rotWithShape="1">
            <a:blip r:embed="rId5"/>
            <a:stretch>
              <a:fillRect t="-20000" r="-34343" b="-10000"/>
            </a:stretch>
          </a:blipFill>
        </p:spPr>
        <p:txBody>
          <a:bodyPr/>
          <a:lstStyle/>
          <a:p>
            <a:pPr>
              <a:defRPr/>
            </a:pPr>
            <a:r>
              <a:rPr lang="es-CL">
                <a:noFill/>
              </a:rPr>
              <a:t> </a:t>
            </a:r>
          </a:p>
        </p:txBody>
      </p:sp>
      <p:cxnSp>
        <p:nvCxnSpPr>
          <p:cNvPr id="23558" name="5 Conector recto"/>
          <p:cNvCxnSpPr>
            <a:cxnSpLocks noChangeShapeType="1"/>
          </p:cNvCxnSpPr>
          <p:nvPr/>
        </p:nvCxnSpPr>
        <p:spPr bwMode="auto">
          <a:xfrm flipH="1" flipV="1">
            <a:off x="1750272" y="1811338"/>
            <a:ext cx="331788" cy="960438"/>
          </a:xfrm>
          <a:prstGeom prst="line">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6 CuadroTexto"/>
          <p:cNvSpPr txBox="1">
            <a:spLocks noRot="1" noChangeAspect="1" noMove="1" noResize="1" noEditPoints="1" noAdjustHandles="1" noChangeArrowheads="1" noChangeShapeType="1" noTextEdit="1"/>
          </p:cNvSpPr>
          <p:nvPr/>
        </p:nvSpPr>
        <p:spPr>
          <a:xfrm>
            <a:off x="1289298" y="1811338"/>
            <a:ext cx="430759" cy="402931"/>
          </a:xfrm>
          <a:prstGeom prst="rect">
            <a:avLst/>
          </a:prstGeom>
          <a:blipFill rotWithShape="1">
            <a:blip r:embed="rId6"/>
            <a:stretch>
              <a:fillRect/>
            </a:stretch>
          </a:blipFill>
        </p:spPr>
        <p:txBody>
          <a:bodyPr/>
          <a:lstStyle/>
          <a:p>
            <a:pPr>
              <a:defRPr/>
            </a:pPr>
            <a:r>
              <a:rPr lang="es-CL">
                <a:noFill/>
              </a:rPr>
              <a:t> </a:t>
            </a:r>
          </a:p>
        </p:txBody>
      </p:sp>
      <p:cxnSp>
        <p:nvCxnSpPr>
          <p:cNvPr id="23560" name="8 Conector recto"/>
          <p:cNvCxnSpPr>
            <a:cxnSpLocks noChangeShapeType="1"/>
          </p:cNvCxnSpPr>
          <p:nvPr/>
        </p:nvCxnSpPr>
        <p:spPr bwMode="auto">
          <a:xfrm flipV="1">
            <a:off x="2099351" y="2516188"/>
            <a:ext cx="935037" cy="255588"/>
          </a:xfrm>
          <a:prstGeom prst="line">
            <a:avLst/>
          </a:prstGeom>
          <a:noFill/>
          <a:ln w="28575"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9 CuadroTexto"/>
          <p:cNvSpPr txBox="1">
            <a:spLocks noRot="1" noChangeAspect="1" noMove="1" noResize="1" noEditPoints="1" noAdjustHandles="1" noChangeArrowheads="1" noChangeShapeType="1" noTextEdit="1"/>
          </p:cNvSpPr>
          <p:nvPr/>
        </p:nvSpPr>
        <p:spPr>
          <a:xfrm>
            <a:off x="3028950" y="2130719"/>
            <a:ext cx="406906" cy="402931"/>
          </a:xfrm>
          <a:prstGeom prst="rect">
            <a:avLst/>
          </a:prstGeom>
          <a:blipFill rotWithShape="1">
            <a:blip r:embed="rId7"/>
            <a:stretch>
              <a:fillRect t="-21212" r="-22388"/>
            </a:stretch>
          </a:blipFill>
        </p:spPr>
        <p:txBody>
          <a:bodyPr/>
          <a:lstStyle/>
          <a:p>
            <a:pPr>
              <a:defRPr/>
            </a:pPr>
            <a:r>
              <a:rPr lang="es-CL">
                <a:noFill/>
              </a:rPr>
              <a:t> </a:t>
            </a:r>
          </a:p>
        </p:txBody>
      </p:sp>
      <p:cxnSp>
        <p:nvCxnSpPr>
          <p:cNvPr id="23562" name="11 Conector recto"/>
          <p:cNvCxnSpPr>
            <a:cxnSpLocks noChangeShapeType="1"/>
          </p:cNvCxnSpPr>
          <p:nvPr/>
        </p:nvCxnSpPr>
        <p:spPr bwMode="auto">
          <a:xfrm flipV="1">
            <a:off x="4385973" y="2403475"/>
            <a:ext cx="4398962" cy="121443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63" name="13 Conector recto"/>
          <p:cNvCxnSpPr>
            <a:cxnSpLocks noChangeShapeType="1"/>
          </p:cNvCxnSpPr>
          <p:nvPr/>
        </p:nvCxnSpPr>
        <p:spPr bwMode="auto">
          <a:xfrm>
            <a:off x="5508625" y="1773238"/>
            <a:ext cx="792163" cy="295116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64" name="15 CuadroTexto"/>
          <p:cNvSpPr txBox="1">
            <a:spLocks noChangeArrowheads="1"/>
          </p:cNvSpPr>
          <p:nvPr/>
        </p:nvSpPr>
        <p:spPr bwMode="auto">
          <a:xfrm>
            <a:off x="5162550" y="1700213"/>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y</a:t>
            </a:r>
          </a:p>
        </p:txBody>
      </p:sp>
      <p:sp>
        <p:nvSpPr>
          <p:cNvPr id="23565" name="16 CuadroTexto"/>
          <p:cNvSpPr txBox="1">
            <a:spLocks noChangeArrowheads="1"/>
          </p:cNvSpPr>
          <p:nvPr/>
        </p:nvSpPr>
        <p:spPr bwMode="auto">
          <a:xfrm>
            <a:off x="8836025" y="2214563"/>
            <a:ext cx="298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x</a:t>
            </a:r>
          </a:p>
        </p:txBody>
      </p:sp>
      <p:cxnSp>
        <p:nvCxnSpPr>
          <p:cNvPr id="23566" name="25 Conector recto"/>
          <p:cNvCxnSpPr>
            <a:cxnSpLocks noChangeShapeType="1"/>
          </p:cNvCxnSpPr>
          <p:nvPr/>
        </p:nvCxnSpPr>
        <p:spPr bwMode="auto">
          <a:xfrm flipH="1" flipV="1">
            <a:off x="5619750" y="2200275"/>
            <a:ext cx="284163" cy="1042988"/>
          </a:xfrm>
          <a:prstGeom prst="line">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67" name="27 Conector recto"/>
          <p:cNvCxnSpPr>
            <a:cxnSpLocks noChangeShapeType="1"/>
          </p:cNvCxnSpPr>
          <p:nvPr/>
        </p:nvCxnSpPr>
        <p:spPr bwMode="auto">
          <a:xfrm flipV="1">
            <a:off x="5903913" y="2949575"/>
            <a:ext cx="935037" cy="255588"/>
          </a:xfrm>
          <a:prstGeom prst="line">
            <a:avLst/>
          </a:prstGeom>
          <a:noFill/>
          <a:ln w="28575"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68" name="28 Conector recto"/>
          <p:cNvCxnSpPr>
            <a:cxnSpLocks noChangeShapeType="1"/>
          </p:cNvCxnSpPr>
          <p:nvPr/>
        </p:nvCxnSpPr>
        <p:spPr bwMode="auto">
          <a:xfrm>
            <a:off x="5871579" y="3219352"/>
            <a:ext cx="0" cy="1287463"/>
          </a:xfrm>
          <a:prstGeom prst="line">
            <a:avLst/>
          </a:prstGeom>
          <a:noFill/>
          <a:ln w="2857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69" name="19 CuadroTexto"/>
          <p:cNvSpPr txBox="1">
            <a:spLocks noChangeArrowheads="1"/>
          </p:cNvSpPr>
          <p:nvPr/>
        </p:nvSpPr>
        <p:spPr bwMode="auto">
          <a:xfrm>
            <a:off x="5673725" y="2033588"/>
            <a:ext cx="338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N</a:t>
            </a:r>
          </a:p>
        </p:txBody>
      </p:sp>
      <p:sp>
        <p:nvSpPr>
          <p:cNvPr id="23570" name="20 CuadroTexto"/>
          <p:cNvSpPr txBox="1">
            <a:spLocks noChangeArrowheads="1"/>
          </p:cNvSpPr>
          <p:nvPr/>
        </p:nvSpPr>
        <p:spPr bwMode="auto">
          <a:xfrm>
            <a:off x="6832600" y="2973388"/>
            <a:ext cx="304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F</a:t>
            </a:r>
          </a:p>
        </p:txBody>
      </p:sp>
      <p:sp>
        <p:nvSpPr>
          <p:cNvPr id="23571" name="21 CuadroTexto"/>
          <p:cNvSpPr txBox="1">
            <a:spLocks noChangeArrowheads="1"/>
          </p:cNvSpPr>
          <p:nvPr/>
        </p:nvSpPr>
        <p:spPr bwMode="auto">
          <a:xfrm>
            <a:off x="5365167" y="3774661"/>
            <a:ext cx="5064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dirty="0"/>
              <a:t>mg</a:t>
            </a:r>
          </a:p>
        </p:txBody>
      </p:sp>
      <p:cxnSp>
        <p:nvCxnSpPr>
          <p:cNvPr id="23572" name="23 Conector recto"/>
          <p:cNvCxnSpPr>
            <a:cxnSpLocks noChangeShapeType="1"/>
          </p:cNvCxnSpPr>
          <p:nvPr/>
        </p:nvCxnSpPr>
        <p:spPr bwMode="auto">
          <a:xfrm>
            <a:off x="5892800" y="3205163"/>
            <a:ext cx="317500" cy="1138237"/>
          </a:xfrm>
          <a:prstGeom prst="line">
            <a:avLst/>
          </a:prstGeom>
          <a:noFill/>
          <a:ln w="2857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73" name="26 Conector recto"/>
          <p:cNvCxnSpPr>
            <a:cxnSpLocks noChangeShapeType="1"/>
          </p:cNvCxnSpPr>
          <p:nvPr/>
        </p:nvCxnSpPr>
        <p:spPr bwMode="auto">
          <a:xfrm flipH="1">
            <a:off x="5903913" y="4343400"/>
            <a:ext cx="306387" cy="103188"/>
          </a:xfrm>
          <a:prstGeom prst="line">
            <a:avLst/>
          </a:prstGeom>
          <a:noFill/>
          <a:ln w="2857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74" name="29 CuadroTexto"/>
          <p:cNvSpPr txBox="1">
            <a:spLocks noChangeArrowheads="1"/>
          </p:cNvSpPr>
          <p:nvPr/>
        </p:nvSpPr>
        <p:spPr bwMode="auto">
          <a:xfrm>
            <a:off x="5813425" y="3773488"/>
            <a:ext cx="3873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000" dirty="0"/>
              <a:t>10°</a:t>
            </a:r>
          </a:p>
        </p:txBody>
      </p:sp>
      <p:sp>
        <p:nvSpPr>
          <p:cNvPr id="31" name="30 CuadroTexto"/>
          <p:cNvSpPr txBox="1">
            <a:spLocks noRot="1" noChangeAspect="1" noMove="1" noResize="1" noEditPoints="1" noAdjustHandles="1" noChangeArrowheads="1" noChangeShapeType="1" noTextEdit="1"/>
          </p:cNvSpPr>
          <p:nvPr/>
        </p:nvSpPr>
        <p:spPr>
          <a:xfrm>
            <a:off x="559412" y="4758593"/>
            <a:ext cx="3069495" cy="1317092"/>
          </a:xfrm>
          <a:prstGeom prst="rect">
            <a:avLst/>
          </a:prstGeom>
          <a:blipFill rotWithShape="1">
            <a:blip r:embed="rId8"/>
            <a:stretch>
              <a:fillRect/>
            </a:stretch>
          </a:blipFill>
        </p:spPr>
        <p:txBody>
          <a:bodyPr/>
          <a:lstStyle/>
          <a:p>
            <a:pPr>
              <a:defRPr/>
            </a:pPr>
            <a:r>
              <a:rPr lang="es-CL">
                <a:noFill/>
              </a:rPr>
              <a:t> </a:t>
            </a:r>
          </a:p>
        </p:txBody>
      </p:sp>
      <p:sp>
        <p:nvSpPr>
          <p:cNvPr id="20480" name="20479 CuadroTexto"/>
          <p:cNvSpPr txBox="1">
            <a:spLocks noRot="1" noChangeAspect="1" noMove="1" noResize="1" noEditPoints="1" noAdjustHandles="1" noChangeArrowheads="1" noChangeShapeType="1" noTextEdit="1"/>
          </p:cNvSpPr>
          <p:nvPr/>
        </p:nvSpPr>
        <p:spPr>
          <a:xfrm>
            <a:off x="4608984" y="4744938"/>
            <a:ext cx="3124958" cy="1317092"/>
          </a:xfrm>
          <a:prstGeom prst="rect">
            <a:avLst/>
          </a:prstGeom>
          <a:blipFill rotWithShape="1">
            <a:blip r:embed="rId9"/>
            <a:stretch>
              <a:fillRect/>
            </a:stretch>
          </a:blipFill>
        </p:spPr>
        <p:txBody>
          <a:bodyPr/>
          <a:lstStyle/>
          <a:p>
            <a:pPr>
              <a:defRPr/>
            </a:pPr>
            <a:r>
              <a:rPr lang="es-CL">
                <a:noFill/>
              </a:rPr>
              <a:t> </a:t>
            </a:r>
          </a:p>
        </p:txBody>
      </p:sp>
      <p:sp>
        <p:nvSpPr>
          <p:cNvPr id="20481" name="20480 CuadroTexto"/>
          <p:cNvSpPr txBox="1">
            <a:spLocks noRot="1" noChangeAspect="1" noMove="1" noResize="1" noEditPoints="1" noAdjustHandles="1" noChangeArrowheads="1" noChangeShapeType="1" noTextEdit="1"/>
          </p:cNvSpPr>
          <p:nvPr/>
        </p:nvSpPr>
        <p:spPr>
          <a:xfrm>
            <a:off x="1349830" y="6237312"/>
            <a:ext cx="1592359" cy="402931"/>
          </a:xfrm>
          <a:prstGeom prst="rect">
            <a:avLst/>
          </a:prstGeom>
          <a:blipFill rotWithShape="1">
            <a:blip r:embed="rId10"/>
            <a:stretch>
              <a:fillRect t="-21212"/>
            </a:stretch>
          </a:blipFill>
        </p:spPr>
        <p:txBody>
          <a:bodyPr/>
          <a:lstStyle/>
          <a:p>
            <a:pPr>
              <a:defRPr/>
            </a:pPr>
            <a:r>
              <a:rPr lang="es-CL">
                <a:noFill/>
              </a:rPr>
              <a:t> </a:t>
            </a:r>
          </a:p>
        </p:txBody>
      </p:sp>
      <p:sp>
        <p:nvSpPr>
          <p:cNvPr id="20489" name="20488 CuadroTexto"/>
          <p:cNvSpPr txBox="1">
            <a:spLocks noRot="1" noChangeAspect="1" noMove="1" noResize="1" noEditPoints="1" noAdjustHandles="1" noChangeArrowheads="1" noChangeShapeType="1" noTextEdit="1"/>
          </p:cNvSpPr>
          <p:nvPr/>
        </p:nvSpPr>
        <p:spPr>
          <a:xfrm>
            <a:off x="4990706" y="6248155"/>
            <a:ext cx="1703864" cy="402931"/>
          </a:xfrm>
          <a:prstGeom prst="rect">
            <a:avLst/>
          </a:prstGeom>
          <a:blipFill rotWithShape="1">
            <a:blip r:embed="rId11"/>
            <a:stretch>
              <a:fillRect b="-7576"/>
            </a:stretch>
          </a:blipFill>
        </p:spPr>
        <p:txBody>
          <a:bodyPr/>
          <a:lstStyle/>
          <a:p>
            <a:pPr>
              <a:defRPr/>
            </a:pPr>
            <a:r>
              <a:rPr lang="es-CL">
                <a:noFill/>
              </a:rPr>
              <a:t> </a:t>
            </a:r>
          </a:p>
        </p:txBody>
      </p:sp>
      <p:sp>
        <p:nvSpPr>
          <p:cNvPr id="23579"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graphicFrame>
        <p:nvGraphicFramePr>
          <p:cNvPr id="23580" name="Object 12"/>
          <p:cNvGraphicFramePr>
            <a:graphicFrameLocks noChangeAspect="1"/>
          </p:cNvGraphicFramePr>
          <p:nvPr/>
        </p:nvGraphicFramePr>
        <p:xfrm>
          <a:off x="6299200" y="185738"/>
          <a:ext cx="1512888" cy="415925"/>
        </p:xfrm>
        <a:graphic>
          <a:graphicData uri="http://schemas.openxmlformats.org/presentationml/2006/ole">
            <mc:AlternateContent xmlns:mc="http://schemas.openxmlformats.org/markup-compatibility/2006">
              <mc:Choice xmlns:v="urn:schemas-microsoft-com:vml" Requires="v">
                <p:oleObj name="Ecuación" r:id="rId12" imgW="888614" imgH="241195" progId="Equation.3">
                  <p:embed/>
                </p:oleObj>
              </mc:Choice>
              <mc:Fallback>
                <p:oleObj name="Ecuación" r:id="rId12" imgW="888614" imgH="241195"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99200" y="185738"/>
                        <a:ext cx="15128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1 CuadroTexto"/>
          <p:cNvSpPr txBox="1"/>
          <p:nvPr/>
        </p:nvSpPr>
        <p:spPr>
          <a:xfrm>
            <a:off x="6096581" y="3724585"/>
            <a:ext cx="1627832" cy="276999"/>
          </a:xfrm>
          <a:prstGeom prst="rect">
            <a:avLst/>
          </a:prstGeom>
          <a:noFill/>
        </p:spPr>
        <p:txBody>
          <a:bodyPr wrap="square" rtlCol="0">
            <a:spAutoFit/>
          </a:bodyPr>
          <a:lstStyle/>
          <a:p>
            <a:pPr algn="just"/>
            <a:r>
              <a:rPr lang="es-CL" sz="1200" dirty="0"/>
              <a:t>mg cos10°</a:t>
            </a:r>
          </a:p>
        </p:txBody>
      </p:sp>
      <p:sp>
        <p:nvSpPr>
          <p:cNvPr id="35" name="34 CuadroTexto"/>
          <p:cNvSpPr txBox="1"/>
          <p:nvPr/>
        </p:nvSpPr>
        <p:spPr>
          <a:xfrm>
            <a:off x="5956936" y="4403076"/>
            <a:ext cx="1627832" cy="276999"/>
          </a:xfrm>
          <a:prstGeom prst="rect">
            <a:avLst/>
          </a:prstGeom>
          <a:noFill/>
        </p:spPr>
        <p:txBody>
          <a:bodyPr wrap="square" rtlCol="0">
            <a:spAutoFit/>
          </a:bodyPr>
          <a:lstStyle/>
          <a:p>
            <a:pPr algn="just"/>
            <a:r>
              <a:rPr lang="es-CL" sz="1200" dirty="0"/>
              <a:t>mg sen10°</a:t>
            </a:r>
          </a:p>
        </p:txBody>
      </p:sp>
    </p:spTree>
    <p:extLst>
      <p:ext uri="{BB962C8B-B14F-4D97-AF65-F5344CB8AC3E}">
        <p14:creationId xmlns:p14="http://schemas.microsoft.com/office/powerpoint/2010/main" val="3150702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Rectángulo"/>
          <p:cNvSpPr>
            <a:spLocks noChangeArrowheads="1"/>
          </p:cNvSpPr>
          <p:nvPr/>
        </p:nvSpPr>
        <p:spPr bwMode="auto">
          <a:xfrm>
            <a:off x="463550" y="981075"/>
            <a:ext cx="83518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MX" altLang="es-CL" sz="1600" dirty="0"/>
              <a:t>2.-  Un bloque de masa 0,5 kg está sobre una pendiente inclinada 20º sujeta mediante una cuerda paralela a la pendiente que </a:t>
            </a:r>
            <a:r>
              <a:rPr lang="es-MX" altLang="es-CL" sz="1600" dirty="0">
                <a:solidFill>
                  <a:srgbClr val="FF0000"/>
                </a:solidFill>
              </a:rPr>
              <a:t>impide que deslice</a:t>
            </a:r>
            <a:r>
              <a:rPr lang="es-MX" altLang="es-CL" sz="1600" dirty="0"/>
              <a:t>. Si no hay rozamiento, ¿qué fuerza ejerce la cuerda? </a:t>
            </a:r>
          </a:p>
        </p:txBody>
      </p:sp>
      <p:grpSp>
        <p:nvGrpSpPr>
          <p:cNvPr id="24579" name="7 Grupo"/>
          <p:cNvGrpSpPr>
            <a:grpSpLocks/>
          </p:cNvGrpSpPr>
          <p:nvPr/>
        </p:nvGrpSpPr>
        <p:grpSpPr bwMode="auto">
          <a:xfrm>
            <a:off x="4440238" y="1916113"/>
            <a:ext cx="4416425" cy="1265237"/>
            <a:chOff x="3419872" y="3867499"/>
            <a:chExt cx="4415969" cy="1264463"/>
          </a:xfrm>
        </p:grpSpPr>
        <p:sp>
          <p:nvSpPr>
            <p:cNvPr id="24607" name="Line 98"/>
            <p:cNvSpPr>
              <a:spLocks noChangeShapeType="1"/>
            </p:cNvSpPr>
            <p:nvPr/>
          </p:nvSpPr>
          <p:spPr bwMode="auto">
            <a:xfrm flipH="1" flipV="1">
              <a:off x="3442997" y="5128293"/>
              <a:ext cx="4386017" cy="3669"/>
            </a:xfrm>
            <a:prstGeom prst="line">
              <a:avLst/>
            </a:prstGeom>
            <a:noFill/>
            <a:ln w="28575">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24608" name="Line 37"/>
            <p:cNvSpPr>
              <a:spLocks noChangeShapeType="1"/>
            </p:cNvSpPr>
            <p:nvPr/>
          </p:nvSpPr>
          <p:spPr bwMode="auto">
            <a:xfrm rot="20870291" flipV="1">
              <a:off x="3419872" y="4626877"/>
              <a:ext cx="4415969" cy="1988"/>
            </a:xfrm>
            <a:prstGeom prst="line">
              <a:avLst/>
            </a:prstGeom>
            <a:noFill/>
            <a:ln w="28575">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sp>
          <p:nvSpPr>
            <p:cNvPr id="24609" name="Rectangle 42" descr="Bolsa de papel"/>
            <p:cNvSpPr>
              <a:spLocks noChangeArrowheads="1"/>
            </p:cNvSpPr>
            <p:nvPr/>
          </p:nvSpPr>
          <p:spPr bwMode="hidden">
            <a:xfrm rot="-753569">
              <a:off x="5394769" y="4365003"/>
              <a:ext cx="495354" cy="244250"/>
            </a:xfrm>
            <a:prstGeom prst="rect">
              <a:avLst/>
            </a:prstGeom>
            <a:blipFill dpi="0" rotWithShape="1">
              <a:blip r:embed="rId2"/>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ES" altLang="es-CL">
                <a:latin typeface="Arial" charset="0"/>
              </a:endParaRPr>
            </a:p>
          </p:txBody>
        </p:sp>
        <p:sp>
          <p:nvSpPr>
            <p:cNvPr id="24610" name="Line 99"/>
            <p:cNvSpPr>
              <a:spLocks noChangeShapeType="1"/>
            </p:cNvSpPr>
            <p:nvPr/>
          </p:nvSpPr>
          <p:spPr bwMode="auto">
            <a:xfrm flipV="1">
              <a:off x="5893868" y="4015404"/>
              <a:ext cx="1882607" cy="4369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cxnSp>
          <p:nvCxnSpPr>
            <p:cNvPr id="13" name="12 Conector recto"/>
            <p:cNvCxnSpPr/>
            <p:nvPr/>
          </p:nvCxnSpPr>
          <p:spPr>
            <a:xfrm flipH="1" flipV="1">
              <a:off x="7734251" y="3867499"/>
              <a:ext cx="52382" cy="2665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4612" name="13 CuadroTexto"/>
            <p:cNvSpPr txBox="1">
              <a:spLocks noChangeArrowheads="1"/>
            </p:cNvSpPr>
            <p:nvPr/>
          </p:nvSpPr>
          <p:spPr bwMode="auto">
            <a:xfrm>
              <a:off x="4389382" y="4792217"/>
              <a:ext cx="471555" cy="338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600" dirty="0">
                  <a:latin typeface="Symbol" pitchFamily="18" charset="2"/>
                </a:rPr>
                <a:t>20°</a:t>
              </a:r>
            </a:p>
          </p:txBody>
        </p:sp>
      </p:grpSp>
      <p:cxnSp>
        <p:nvCxnSpPr>
          <p:cNvPr id="24580" name="2 Conector recto"/>
          <p:cNvCxnSpPr>
            <a:cxnSpLocks noChangeShapeType="1"/>
          </p:cNvCxnSpPr>
          <p:nvPr/>
        </p:nvCxnSpPr>
        <p:spPr bwMode="auto">
          <a:xfrm>
            <a:off x="6623050" y="2501899"/>
            <a:ext cx="12700" cy="1228725"/>
          </a:xfrm>
          <a:prstGeom prst="line">
            <a:avLst/>
          </a:prstGeom>
          <a:noFill/>
          <a:ln w="2857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81" name="3 CuadroTexto"/>
          <p:cNvSpPr txBox="1">
            <a:spLocks noChangeArrowheads="1"/>
          </p:cNvSpPr>
          <p:nvPr/>
        </p:nvSpPr>
        <p:spPr bwMode="auto">
          <a:xfrm>
            <a:off x="6194425" y="3644900"/>
            <a:ext cx="506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mg</a:t>
            </a:r>
          </a:p>
        </p:txBody>
      </p:sp>
      <p:cxnSp>
        <p:nvCxnSpPr>
          <p:cNvPr id="24582" name="5 Conector recto"/>
          <p:cNvCxnSpPr>
            <a:cxnSpLocks noChangeShapeType="1"/>
          </p:cNvCxnSpPr>
          <p:nvPr/>
        </p:nvCxnSpPr>
        <p:spPr bwMode="auto">
          <a:xfrm flipV="1">
            <a:off x="6656600" y="2219325"/>
            <a:ext cx="1393825" cy="317500"/>
          </a:xfrm>
          <a:prstGeom prst="line">
            <a:avLst/>
          </a:prstGeom>
          <a:noFill/>
          <a:ln w="28575"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83" name="9 CuadroTexto"/>
          <p:cNvSpPr txBox="1">
            <a:spLocks noChangeArrowheads="1"/>
          </p:cNvSpPr>
          <p:nvPr/>
        </p:nvSpPr>
        <p:spPr bwMode="auto">
          <a:xfrm>
            <a:off x="7529513" y="1916113"/>
            <a:ext cx="3190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T</a:t>
            </a:r>
          </a:p>
        </p:txBody>
      </p:sp>
      <p:cxnSp>
        <p:nvCxnSpPr>
          <p:cNvPr id="24584" name="11 Conector recto"/>
          <p:cNvCxnSpPr>
            <a:cxnSpLocks noChangeShapeType="1"/>
          </p:cNvCxnSpPr>
          <p:nvPr/>
        </p:nvCxnSpPr>
        <p:spPr bwMode="auto">
          <a:xfrm flipH="1" flipV="1">
            <a:off x="6394450" y="1598613"/>
            <a:ext cx="241300" cy="979487"/>
          </a:xfrm>
          <a:prstGeom prst="line">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85" name="13 CuadroTexto"/>
          <p:cNvSpPr txBox="1">
            <a:spLocks noChangeArrowheads="1"/>
          </p:cNvSpPr>
          <p:nvPr/>
        </p:nvSpPr>
        <p:spPr bwMode="auto">
          <a:xfrm>
            <a:off x="5962650" y="1587500"/>
            <a:ext cx="338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N</a:t>
            </a:r>
          </a:p>
        </p:txBody>
      </p:sp>
      <p:cxnSp>
        <p:nvCxnSpPr>
          <p:cNvPr id="24586" name="15 Conector recto"/>
          <p:cNvCxnSpPr>
            <a:cxnSpLocks noChangeShapeType="1"/>
          </p:cNvCxnSpPr>
          <p:nvPr/>
        </p:nvCxnSpPr>
        <p:spPr bwMode="auto">
          <a:xfrm flipH="1">
            <a:off x="680670" y="2601119"/>
            <a:ext cx="4465637" cy="100012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87" name="18 Conector recto"/>
          <p:cNvCxnSpPr>
            <a:cxnSpLocks noChangeShapeType="1"/>
          </p:cNvCxnSpPr>
          <p:nvPr/>
        </p:nvCxnSpPr>
        <p:spPr bwMode="auto">
          <a:xfrm>
            <a:off x="1547813" y="1916113"/>
            <a:ext cx="576262" cy="244951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88" name="20 CuadroTexto"/>
          <p:cNvSpPr txBox="1">
            <a:spLocks noChangeArrowheads="1"/>
          </p:cNvSpPr>
          <p:nvPr/>
        </p:nvSpPr>
        <p:spPr bwMode="auto">
          <a:xfrm>
            <a:off x="4712073" y="2351881"/>
            <a:ext cx="298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dirty="0"/>
              <a:t>x</a:t>
            </a:r>
          </a:p>
        </p:txBody>
      </p:sp>
      <p:sp>
        <p:nvSpPr>
          <p:cNvPr id="24589" name="21 CuadroTexto"/>
          <p:cNvSpPr txBox="1">
            <a:spLocks noChangeArrowheads="1"/>
          </p:cNvSpPr>
          <p:nvPr/>
        </p:nvSpPr>
        <p:spPr bwMode="auto">
          <a:xfrm>
            <a:off x="1247775" y="1782763"/>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y</a:t>
            </a:r>
          </a:p>
        </p:txBody>
      </p:sp>
      <p:sp>
        <p:nvSpPr>
          <p:cNvPr id="24591" name="30 CuadroTexto"/>
          <p:cNvSpPr txBox="1">
            <a:spLocks noChangeArrowheads="1"/>
          </p:cNvSpPr>
          <p:nvPr/>
        </p:nvSpPr>
        <p:spPr bwMode="auto">
          <a:xfrm>
            <a:off x="1235115" y="2431256"/>
            <a:ext cx="2872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N</a:t>
            </a:r>
          </a:p>
        </p:txBody>
      </p:sp>
      <p:sp>
        <p:nvSpPr>
          <p:cNvPr id="24593" name="32 CuadroTexto"/>
          <p:cNvSpPr txBox="1">
            <a:spLocks noChangeArrowheads="1"/>
          </p:cNvSpPr>
          <p:nvPr/>
        </p:nvSpPr>
        <p:spPr bwMode="auto">
          <a:xfrm>
            <a:off x="2968078" y="2660649"/>
            <a:ext cx="2744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T</a:t>
            </a:r>
          </a:p>
        </p:txBody>
      </p:sp>
      <p:sp>
        <p:nvSpPr>
          <p:cNvPr id="24595" name="34 CuadroTexto"/>
          <p:cNvSpPr txBox="1">
            <a:spLocks noChangeArrowheads="1"/>
          </p:cNvSpPr>
          <p:nvPr/>
        </p:nvSpPr>
        <p:spPr bwMode="auto">
          <a:xfrm>
            <a:off x="1438566" y="3890964"/>
            <a:ext cx="3994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mg</a:t>
            </a:r>
          </a:p>
        </p:txBody>
      </p:sp>
      <p:sp>
        <p:nvSpPr>
          <p:cNvPr id="24598" name="21503 CuadroTexto"/>
          <p:cNvSpPr txBox="1">
            <a:spLocks noChangeArrowheads="1"/>
          </p:cNvSpPr>
          <p:nvPr/>
        </p:nvSpPr>
        <p:spPr bwMode="auto">
          <a:xfrm>
            <a:off x="1749348" y="3706812"/>
            <a:ext cx="3857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000" dirty="0"/>
              <a:t>20°</a:t>
            </a:r>
          </a:p>
        </p:txBody>
      </p:sp>
      <p:sp>
        <p:nvSpPr>
          <p:cNvPr id="24605"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graphicFrame>
        <p:nvGraphicFramePr>
          <p:cNvPr id="24606" name="Object 12"/>
          <p:cNvGraphicFramePr>
            <a:graphicFrameLocks noChangeAspect="1"/>
          </p:cNvGraphicFramePr>
          <p:nvPr/>
        </p:nvGraphicFramePr>
        <p:xfrm>
          <a:off x="6299200" y="185738"/>
          <a:ext cx="1512888" cy="415925"/>
        </p:xfrm>
        <a:graphic>
          <a:graphicData uri="http://schemas.openxmlformats.org/presentationml/2006/ole">
            <mc:AlternateContent xmlns:mc="http://schemas.openxmlformats.org/markup-compatibility/2006">
              <mc:Choice xmlns:v="urn:schemas-microsoft-com:vml" Requires="v">
                <p:oleObj name="Ecuación" r:id="rId3" imgW="888614" imgH="241195" progId="Equation.3">
                  <p:embed/>
                </p:oleObj>
              </mc:Choice>
              <mc:Fallback>
                <p:oleObj name="Ecuación" r:id="rId3" imgW="888614"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9200" y="185738"/>
                        <a:ext cx="15128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7" name="2 Conector recto"/>
          <p:cNvCxnSpPr>
            <a:cxnSpLocks noChangeShapeType="1"/>
          </p:cNvCxnSpPr>
          <p:nvPr/>
        </p:nvCxnSpPr>
        <p:spPr bwMode="auto">
          <a:xfrm>
            <a:off x="1887176" y="3339273"/>
            <a:ext cx="12700" cy="1228725"/>
          </a:xfrm>
          <a:prstGeom prst="line">
            <a:avLst/>
          </a:prstGeom>
          <a:noFill/>
          <a:ln w="2857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11 Conector recto"/>
          <p:cNvCxnSpPr>
            <a:cxnSpLocks noChangeShapeType="1"/>
          </p:cNvCxnSpPr>
          <p:nvPr/>
        </p:nvCxnSpPr>
        <p:spPr bwMode="auto">
          <a:xfrm flipH="1" flipV="1">
            <a:off x="1651000" y="2378075"/>
            <a:ext cx="241300" cy="979487"/>
          </a:xfrm>
          <a:prstGeom prst="line">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5 Conector recto"/>
          <p:cNvCxnSpPr>
            <a:cxnSpLocks noChangeShapeType="1"/>
          </p:cNvCxnSpPr>
          <p:nvPr/>
        </p:nvCxnSpPr>
        <p:spPr bwMode="auto">
          <a:xfrm flipV="1">
            <a:off x="1871014" y="3018929"/>
            <a:ext cx="1393825" cy="317500"/>
          </a:xfrm>
          <a:prstGeom prst="line">
            <a:avLst/>
          </a:prstGeom>
          <a:noFill/>
          <a:ln w="28575"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6 Conector recto de flecha"/>
          <p:cNvCxnSpPr/>
          <p:nvPr/>
        </p:nvCxnSpPr>
        <p:spPr bwMode="auto">
          <a:xfrm>
            <a:off x="1892349" y="3350446"/>
            <a:ext cx="247135" cy="1119169"/>
          </a:xfrm>
          <a:prstGeom prst="straightConnector1">
            <a:avLst/>
          </a:prstGeom>
          <a:solidFill>
            <a:schemeClr val="accent1"/>
          </a:solidFill>
          <a:ln w="952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8 Conector recto de flecha"/>
          <p:cNvCxnSpPr/>
          <p:nvPr/>
        </p:nvCxnSpPr>
        <p:spPr bwMode="auto">
          <a:xfrm flipH="1">
            <a:off x="1889055" y="4464691"/>
            <a:ext cx="230423" cy="76820"/>
          </a:xfrm>
          <a:prstGeom prst="straightConnector1">
            <a:avLst/>
          </a:prstGeom>
          <a:solidFill>
            <a:schemeClr val="accent1"/>
          </a:solidFill>
          <a:ln w="952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34 CuadroTexto"/>
          <p:cNvSpPr txBox="1">
            <a:spLocks noChangeArrowheads="1"/>
          </p:cNvSpPr>
          <p:nvPr/>
        </p:nvSpPr>
        <p:spPr bwMode="auto">
          <a:xfrm>
            <a:off x="2015916" y="3764193"/>
            <a:ext cx="9092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mg cos20°</a:t>
            </a:r>
          </a:p>
        </p:txBody>
      </p:sp>
      <p:sp>
        <p:nvSpPr>
          <p:cNvPr id="56" name="34 CuadroTexto"/>
          <p:cNvSpPr txBox="1">
            <a:spLocks noChangeArrowheads="1"/>
          </p:cNvSpPr>
          <p:nvPr/>
        </p:nvSpPr>
        <p:spPr bwMode="auto">
          <a:xfrm>
            <a:off x="1848203" y="4464691"/>
            <a:ext cx="92365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mg sen20°</a:t>
            </a:r>
          </a:p>
        </p:txBody>
      </p:sp>
      <p:graphicFrame>
        <p:nvGraphicFramePr>
          <p:cNvPr id="22" name="21 Objeto"/>
          <p:cNvGraphicFramePr>
            <a:graphicFrameLocks noChangeAspect="1"/>
          </p:cNvGraphicFramePr>
          <p:nvPr>
            <p:extLst>
              <p:ext uri="{D42A27DB-BD31-4B8C-83A1-F6EECF244321}">
                <p14:modId xmlns:p14="http://schemas.microsoft.com/office/powerpoint/2010/main" val="249914067"/>
              </p:ext>
            </p:extLst>
          </p:nvPr>
        </p:nvGraphicFramePr>
        <p:xfrm>
          <a:off x="1044284" y="4941168"/>
          <a:ext cx="1587500" cy="939800"/>
        </p:xfrm>
        <a:graphic>
          <a:graphicData uri="http://schemas.openxmlformats.org/presentationml/2006/ole">
            <mc:AlternateContent xmlns:mc="http://schemas.openxmlformats.org/markup-compatibility/2006">
              <mc:Choice xmlns:v="urn:schemas-microsoft-com:vml" Requires="v">
                <p:oleObj name="Equation" r:id="rId5" imgW="1587240" imgH="939600" progId="Equation.DSMT4">
                  <p:embed/>
                </p:oleObj>
              </mc:Choice>
              <mc:Fallback>
                <p:oleObj name="Equation" r:id="rId5" imgW="1587240" imgH="939600" progId="Equation.DSMT4">
                  <p:embed/>
                  <p:pic>
                    <p:nvPicPr>
                      <p:cNvPr id="0" name=""/>
                      <p:cNvPicPr/>
                      <p:nvPr/>
                    </p:nvPicPr>
                    <p:blipFill>
                      <a:blip r:embed="rId6"/>
                      <a:stretch>
                        <a:fillRect/>
                      </a:stretch>
                    </p:blipFill>
                    <p:spPr>
                      <a:xfrm>
                        <a:off x="1044284" y="4941168"/>
                        <a:ext cx="1587500" cy="939800"/>
                      </a:xfrm>
                      <a:prstGeom prst="rect">
                        <a:avLst/>
                      </a:prstGeom>
                    </p:spPr>
                  </p:pic>
                </p:oleObj>
              </mc:Fallback>
            </mc:AlternateContent>
          </a:graphicData>
        </a:graphic>
      </p:graphicFrame>
      <p:graphicFrame>
        <p:nvGraphicFramePr>
          <p:cNvPr id="23" name="22 Objeto"/>
          <p:cNvGraphicFramePr>
            <a:graphicFrameLocks noChangeAspect="1"/>
          </p:cNvGraphicFramePr>
          <p:nvPr>
            <p:extLst>
              <p:ext uri="{D42A27DB-BD31-4B8C-83A1-F6EECF244321}">
                <p14:modId xmlns:p14="http://schemas.microsoft.com/office/powerpoint/2010/main" val="1665532780"/>
              </p:ext>
            </p:extLst>
          </p:nvPr>
        </p:nvGraphicFramePr>
        <p:xfrm>
          <a:off x="3651388" y="4941168"/>
          <a:ext cx="1676400" cy="939800"/>
        </p:xfrm>
        <a:graphic>
          <a:graphicData uri="http://schemas.openxmlformats.org/presentationml/2006/ole">
            <mc:AlternateContent xmlns:mc="http://schemas.openxmlformats.org/markup-compatibility/2006">
              <mc:Choice xmlns:v="urn:schemas-microsoft-com:vml" Requires="v">
                <p:oleObj name="Equation" r:id="rId7" imgW="1676160" imgH="939600" progId="Equation.DSMT4">
                  <p:embed/>
                </p:oleObj>
              </mc:Choice>
              <mc:Fallback>
                <p:oleObj name="Equation" r:id="rId7" imgW="1676160" imgH="939600" progId="Equation.DSMT4">
                  <p:embed/>
                  <p:pic>
                    <p:nvPicPr>
                      <p:cNvPr id="0" name=""/>
                      <p:cNvPicPr/>
                      <p:nvPr/>
                    </p:nvPicPr>
                    <p:blipFill>
                      <a:blip r:embed="rId8"/>
                      <a:stretch>
                        <a:fillRect/>
                      </a:stretch>
                    </p:blipFill>
                    <p:spPr>
                      <a:xfrm>
                        <a:off x="3651388" y="4941168"/>
                        <a:ext cx="1676400" cy="939800"/>
                      </a:xfrm>
                      <a:prstGeom prst="rect">
                        <a:avLst/>
                      </a:prstGeom>
                    </p:spPr>
                  </p:pic>
                </p:oleObj>
              </mc:Fallback>
            </mc:AlternateContent>
          </a:graphicData>
        </a:graphic>
      </p:graphicFrame>
      <p:graphicFrame>
        <p:nvGraphicFramePr>
          <p:cNvPr id="24" name="23 Objeto"/>
          <p:cNvGraphicFramePr>
            <a:graphicFrameLocks noChangeAspect="1"/>
          </p:cNvGraphicFramePr>
          <p:nvPr>
            <p:extLst>
              <p:ext uri="{D42A27DB-BD31-4B8C-83A1-F6EECF244321}">
                <p14:modId xmlns:p14="http://schemas.microsoft.com/office/powerpoint/2010/main" val="1139357802"/>
              </p:ext>
            </p:extLst>
          </p:nvPr>
        </p:nvGraphicFramePr>
        <p:xfrm>
          <a:off x="1504079" y="6021288"/>
          <a:ext cx="876300" cy="266700"/>
        </p:xfrm>
        <a:graphic>
          <a:graphicData uri="http://schemas.openxmlformats.org/presentationml/2006/ole">
            <mc:AlternateContent xmlns:mc="http://schemas.openxmlformats.org/markup-compatibility/2006">
              <mc:Choice xmlns:v="urn:schemas-microsoft-com:vml" Requires="v">
                <p:oleObj name="Equation" r:id="rId9" imgW="876240" imgH="266400" progId="Equation.DSMT4">
                  <p:embed/>
                </p:oleObj>
              </mc:Choice>
              <mc:Fallback>
                <p:oleObj name="Equation" r:id="rId9" imgW="876240" imgH="266400" progId="Equation.DSMT4">
                  <p:embed/>
                  <p:pic>
                    <p:nvPicPr>
                      <p:cNvPr id="0" name=""/>
                      <p:cNvPicPr/>
                      <p:nvPr/>
                    </p:nvPicPr>
                    <p:blipFill>
                      <a:blip r:embed="rId10"/>
                      <a:stretch>
                        <a:fillRect/>
                      </a:stretch>
                    </p:blipFill>
                    <p:spPr>
                      <a:xfrm>
                        <a:off x="1504079" y="6021288"/>
                        <a:ext cx="876300" cy="266700"/>
                      </a:xfrm>
                      <a:prstGeom prst="rect">
                        <a:avLst/>
                      </a:prstGeom>
                    </p:spPr>
                  </p:pic>
                </p:oleObj>
              </mc:Fallback>
            </mc:AlternateContent>
          </a:graphicData>
        </a:graphic>
      </p:graphicFrame>
      <p:graphicFrame>
        <p:nvGraphicFramePr>
          <p:cNvPr id="25" name="24 Objeto"/>
          <p:cNvGraphicFramePr>
            <a:graphicFrameLocks noChangeAspect="1"/>
          </p:cNvGraphicFramePr>
          <p:nvPr>
            <p:extLst>
              <p:ext uri="{D42A27DB-BD31-4B8C-83A1-F6EECF244321}">
                <p14:modId xmlns:p14="http://schemas.microsoft.com/office/powerpoint/2010/main" val="517381965"/>
              </p:ext>
            </p:extLst>
          </p:nvPr>
        </p:nvGraphicFramePr>
        <p:xfrm>
          <a:off x="3788569" y="6021288"/>
          <a:ext cx="850900" cy="266700"/>
        </p:xfrm>
        <a:graphic>
          <a:graphicData uri="http://schemas.openxmlformats.org/presentationml/2006/ole">
            <mc:AlternateContent xmlns:mc="http://schemas.openxmlformats.org/markup-compatibility/2006">
              <mc:Choice xmlns:v="urn:schemas-microsoft-com:vml" Requires="v">
                <p:oleObj name="Equation" r:id="rId11" imgW="850680" imgH="266400" progId="Equation.DSMT4">
                  <p:embed/>
                </p:oleObj>
              </mc:Choice>
              <mc:Fallback>
                <p:oleObj name="Equation" r:id="rId11" imgW="850680" imgH="266400" progId="Equation.DSMT4">
                  <p:embed/>
                  <p:pic>
                    <p:nvPicPr>
                      <p:cNvPr id="0" name=""/>
                      <p:cNvPicPr/>
                      <p:nvPr/>
                    </p:nvPicPr>
                    <p:blipFill>
                      <a:blip r:embed="rId12"/>
                      <a:stretch>
                        <a:fillRect/>
                      </a:stretch>
                    </p:blipFill>
                    <p:spPr>
                      <a:xfrm>
                        <a:off x="3788569" y="6021288"/>
                        <a:ext cx="850900" cy="266700"/>
                      </a:xfrm>
                      <a:prstGeom prst="rect">
                        <a:avLst/>
                      </a:prstGeom>
                    </p:spPr>
                  </p:pic>
                </p:oleObj>
              </mc:Fallback>
            </mc:AlternateContent>
          </a:graphicData>
        </a:graphic>
      </p:graphicFrame>
      <p:graphicFrame>
        <p:nvGraphicFramePr>
          <p:cNvPr id="2" name="1 Objeto"/>
          <p:cNvGraphicFramePr>
            <a:graphicFrameLocks noChangeAspect="1"/>
          </p:cNvGraphicFramePr>
          <p:nvPr>
            <p:extLst>
              <p:ext uri="{D42A27DB-BD31-4B8C-83A1-F6EECF244321}">
                <p14:modId xmlns:p14="http://schemas.microsoft.com/office/powerpoint/2010/main" val="2577536044"/>
              </p:ext>
            </p:extLst>
          </p:nvPr>
        </p:nvGraphicFramePr>
        <p:xfrm>
          <a:off x="8083413" y="3235190"/>
          <a:ext cx="723900" cy="419100"/>
        </p:xfrm>
        <a:graphic>
          <a:graphicData uri="http://schemas.openxmlformats.org/presentationml/2006/ole">
            <mc:AlternateContent xmlns:mc="http://schemas.openxmlformats.org/markup-compatibility/2006">
              <mc:Choice xmlns:v="urn:schemas-microsoft-com:vml" Requires="v">
                <p:oleObj name="Equation" r:id="rId13" imgW="723600" imgH="419040" progId="Equation.DSMT4">
                  <p:embed/>
                </p:oleObj>
              </mc:Choice>
              <mc:Fallback>
                <p:oleObj name="Equation" r:id="rId13" imgW="723600" imgH="419040" progId="Equation.DSMT4">
                  <p:embed/>
                  <p:pic>
                    <p:nvPicPr>
                      <p:cNvPr id="0" name=""/>
                      <p:cNvPicPr/>
                      <p:nvPr/>
                    </p:nvPicPr>
                    <p:blipFill>
                      <a:blip r:embed="rId14"/>
                      <a:stretch>
                        <a:fillRect/>
                      </a:stretch>
                    </p:blipFill>
                    <p:spPr>
                      <a:xfrm>
                        <a:off x="8083413" y="3235190"/>
                        <a:ext cx="723900" cy="419100"/>
                      </a:xfrm>
                      <a:prstGeom prst="rect">
                        <a:avLst/>
                      </a:prstGeom>
                    </p:spPr>
                  </p:pic>
                </p:oleObj>
              </mc:Fallback>
            </mc:AlternateContent>
          </a:graphicData>
        </a:graphic>
      </p:graphicFrame>
      <p:graphicFrame>
        <p:nvGraphicFramePr>
          <p:cNvPr id="3" name="2 Objeto"/>
          <p:cNvGraphicFramePr>
            <a:graphicFrameLocks noChangeAspect="1"/>
          </p:cNvGraphicFramePr>
          <p:nvPr>
            <p:extLst>
              <p:ext uri="{D42A27DB-BD31-4B8C-83A1-F6EECF244321}">
                <p14:modId xmlns:p14="http://schemas.microsoft.com/office/powerpoint/2010/main" val="2828863998"/>
              </p:ext>
            </p:extLst>
          </p:nvPr>
        </p:nvGraphicFramePr>
        <p:xfrm>
          <a:off x="8066088" y="3725862"/>
          <a:ext cx="749300" cy="419100"/>
        </p:xfrm>
        <a:graphic>
          <a:graphicData uri="http://schemas.openxmlformats.org/presentationml/2006/ole">
            <mc:AlternateContent xmlns:mc="http://schemas.openxmlformats.org/markup-compatibility/2006">
              <mc:Choice xmlns:v="urn:schemas-microsoft-com:vml" Requires="v">
                <p:oleObj name="Equation" r:id="rId15" imgW="749160" imgH="419040" progId="Equation.DSMT4">
                  <p:embed/>
                </p:oleObj>
              </mc:Choice>
              <mc:Fallback>
                <p:oleObj name="Equation" r:id="rId15" imgW="749160" imgH="419040" progId="Equation.DSMT4">
                  <p:embed/>
                  <p:pic>
                    <p:nvPicPr>
                      <p:cNvPr id="0" name=""/>
                      <p:cNvPicPr/>
                      <p:nvPr/>
                    </p:nvPicPr>
                    <p:blipFill>
                      <a:blip r:embed="rId16"/>
                      <a:stretch>
                        <a:fillRect/>
                      </a:stretch>
                    </p:blipFill>
                    <p:spPr>
                      <a:xfrm>
                        <a:off x="8066088" y="3725862"/>
                        <a:ext cx="749300" cy="419100"/>
                      </a:xfrm>
                      <a:prstGeom prst="rect">
                        <a:avLst/>
                      </a:prstGeom>
                    </p:spPr>
                  </p:pic>
                </p:oleObj>
              </mc:Fallback>
            </mc:AlternateContent>
          </a:graphicData>
        </a:graphic>
      </p:graphicFrame>
    </p:spTree>
    <p:extLst>
      <p:ext uri="{BB962C8B-B14F-4D97-AF65-F5344CB8AC3E}">
        <p14:creationId xmlns:p14="http://schemas.microsoft.com/office/powerpoint/2010/main" val="4046087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a:spLocks noChangeArrowheads="1"/>
          </p:cNvSpPr>
          <p:nvPr/>
        </p:nvSpPr>
        <p:spPr bwMode="auto">
          <a:xfrm>
            <a:off x="463550" y="981075"/>
            <a:ext cx="8147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MX" altLang="es-CL" sz="1600" dirty="0"/>
              <a:t>4.-  Un objeto de 4kg colgado con dos cuerdas a dos mástiles como se muestra en el dibujo. Calcule la </a:t>
            </a:r>
            <a:r>
              <a:rPr lang="es-MX" altLang="es-CL" sz="1600" dirty="0">
                <a:solidFill>
                  <a:srgbClr val="0033CC"/>
                </a:solidFill>
              </a:rPr>
              <a:t>tensión</a:t>
            </a:r>
            <a:r>
              <a:rPr lang="es-MX" altLang="es-CL" sz="1600" dirty="0"/>
              <a:t> sobre cada cuerda</a:t>
            </a:r>
          </a:p>
        </p:txBody>
      </p:sp>
      <p:pic>
        <p:nvPicPr>
          <p:cNvPr id="3"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hidden">
          <a:xfrm>
            <a:off x="5726473" y="1715196"/>
            <a:ext cx="2886075" cy="2943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cxnSp>
        <p:nvCxnSpPr>
          <p:cNvPr id="5" name="4 Conector recto de flecha"/>
          <p:cNvCxnSpPr/>
          <p:nvPr/>
        </p:nvCxnSpPr>
        <p:spPr bwMode="auto">
          <a:xfrm>
            <a:off x="7020272" y="3501008"/>
            <a:ext cx="0" cy="1008112"/>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 name="5 Objeto"/>
          <p:cNvGraphicFramePr>
            <a:graphicFrameLocks noChangeAspect="1"/>
          </p:cNvGraphicFramePr>
          <p:nvPr>
            <p:extLst>
              <p:ext uri="{D42A27DB-BD31-4B8C-83A1-F6EECF244321}">
                <p14:modId xmlns:p14="http://schemas.microsoft.com/office/powerpoint/2010/main" val="296771862"/>
              </p:ext>
            </p:extLst>
          </p:nvPr>
        </p:nvGraphicFramePr>
        <p:xfrm>
          <a:off x="6747167" y="3903464"/>
          <a:ext cx="241300" cy="203200"/>
        </p:xfrm>
        <a:graphic>
          <a:graphicData uri="http://schemas.openxmlformats.org/presentationml/2006/ole">
            <mc:AlternateContent xmlns:mc="http://schemas.openxmlformats.org/markup-compatibility/2006">
              <mc:Choice xmlns:v="urn:schemas-microsoft-com:vml" Requires="v">
                <p:oleObj name="Equation" r:id="rId3" imgW="241200" imgH="203040" progId="Equation.DSMT4">
                  <p:embed/>
                </p:oleObj>
              </mc:Choice>
              <mc:Fallback>
                <p:oleObj name="Equation" r:id="rId3" imgW="241200" imgH="203040" progId="Equation.DSMT4">
                  <p:embed/>
                  <p:pic>
                    <p:nvPicPr>
                      <p:cNvPr id="0" name=""/>
                      <p:cNvPicPr/>
                      <p:nvPr/>
                    </p:nvPicPr>
                    <p:blipFill>
                      <a:blip r:embed="rId4"/>
                      <a:stretch>
                        <a:fillRect/>
                      </a:stretch>
                    </p:blipFill>
                    <p:spPr>
                      <a:xfrm>
                        <a:off x="6747167" y="3903464"/>
                        <a:ext cx="241300" cy="203200"/>
                      </a:xfrm>
                      <a:prstGeom prst="rect">
                        <a:avLst/>
                      </a:prstGeom>
                    </p:spPr>
                  </p:pic>
                </p:oleObj>
              </mc:Fallback>
            </mc:AlternateContent>
          </a:graphicData>
        </a:graphic>
      </p:graphicFrame>
      <p:cxnSp>
        <p:nvCxnSpPr>
          <p:cNvPr id="8" name="7 Conector recto de flecha"/>
          <p:cNvCxnSpPr/>
          <p:nvPr/>
        </p:nvCxnSpPr>
        <p:spPr bwMode="auto">
          <a:xfrm flipH="1" flipV="1">
            <a:off x="6347616" y="2651354"/>
            <a:ext cx="672656" cy="623123"/>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12 Conector recto de flecha"/>
          <p:cNvCxnSpPr/>
          <p:nvPr/>
        </p:nvCxnSpPr>
        <p:spPr bwMode="auto">
          <a:xfrm flipV="1">
            <a:off x="7032929" y="2153343"/>
            <a:ext cx="691763" cy="1121134"/>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 name="13 Objeto"/>
          <p:cNvGraphicFramePr>
            <a:graphicFrameLocks noChangeAspect="1"/>
          </p:cNvGraphicFramePr>
          <p:nvPr>
            <p:extLst>
              <p:ext uri="{D42A27DB-BD31-4B8C-83A1-F6EECF244321}">
                <p14:modId xmlns:p14="http://schemas.microsoft.com/office/powerpoint/2010/main" val="2840949199"/>
              </p:ext>
            </p:extLst>
          </p:nvPr>
        </p:nvGraphicFramePr>
        <p:xfrm>
          <a:off x="6372200" y="2821473"/>
          <a:ext cx="139700" cy="254000"/>
        </p:xfrm>
        <a:graphic>
          <a:graphicData uri="http://schemas.openxmlformats.org/presentationml/2006/ole">
            <mc:AlternateContent xmlns:mc="http://schemas.openxmlformats.org/markup-compatibility/2006">
              <mc:Choice xmlns:v="urn:schemas-microsoft-com:vml" Requires="v">
                <p:oleObj name="Equation" r:id="rId5" imgW="139680" imgH="253800" progId="Equation.DSMT4">
                  <p:embed/>
                </p:oleObj>
              </mc:Choice>
              <mc:Fallback>
                <p:oleObj name="Equation" r:id="rId5" imgW="139680" imgH="253800" progId="Equation.DSMT4">
                  <p:embed/>
                  <p:pic>
                    <p:nvPicPr>
                      <p:cNvPr id="0" name=""/>
                      <p:cNvPicPr/>
                      <p:nvPr/>
                    </p:nvPicPr>
                    <p:blipFill>
                      <a:blip r:embed="rId6"/>
                      <a:stretch>
                        <a:fillRect/>
                      </a:stretch>
                    </p:blipFill>
                    <p:spPr>
                      <a:xfrm>
                        <a:off x="6372200" y="2821473"/>
                        <a:ext cx="139700" cy="254000"/>
                      </a:xfrm>
                      <a:prstGeom prst="rect">
                        <a:avLst/>
                      </a:prstGeom>
                    </p:spPr>
                  </p:pic>
                </p:oleObj>
              </mc:Fallback>
            </mc:AlternateContent>
          </a:graphicData>
        </a:graphic>
      </p:graphicFrame>
      <p:graphicFrame>
        <p:nvGraphicFramePr>
          <p:cNvPr id="15" name="14 Objeto"/>
          <p:cNvGraphicFramePr>
            <a:graphicFrameLocks noChangeAspect="1"/>
          </p:cNvGraphicFramePr>
          <p:nvPr>
            <p:extLst>
              <p:ext uri="{D42A27DB-BD31-4B8C-83A1-F6EECF244321}">
                <p14:modId xmlns:p14="http://schemas.microsoft.com/office/powerpoint/2010/main" val="2240088548"/>
              </p:ext>
            </p:extLst>
          </p:nvPr>
        </p:nvGraphicFramePr>
        <p:xfrm>
          <a:off x="7390737" y="2011901"/>
          <a:ext cx="165100" cy="254000"/>
        </p:xfrm>
        <a:graphic>
          <a:graphicData uri="http://schemas.openxmlformats.org/presentationml/2006/ole">
            <mc:AlternateContent xmlns:mc="http://schemas.openxmlformats.org/markup-compatibility/2006">
              <mc:Choice xmlns:v="urn:schemas-microsoft-com:vml" Requires="v">
                <p:oleObj name="Equation" r:id="rId7" imgW="164880" imgH="253800" progId="Equation.DSMT4">
                  <p:embed/>
                </p:oleObj>
              </mc:Choice>
              <mc:Fallback>
                <p:oleObj name="Equation" r:id="rId7" imgW="164880" imgH="253800" progId="Equation.DSMT4">
                  <p:embed/>
                  <p:pic>
                    <p:nvPicPr>
                      <p:cNvPr id="0" name=""/>
                      <p:cNvPicPr/>
                      <p:nvPr/>
                    </p:nvPicPr>
                    <p:blipFill>
                      <a:blip r:embed="rId8"/>
                      <a:stretch>
                        <a:fillRect/>
                      </a:stretch>
                    </p:blipFill>
                    <p:spPr>
                      <a:xfrm>
                        <a:off x="7390737" y="2011901"/>
                        <a:ext cx="165100" cy="254000"/>
                      </a:xfrm>
                      <a:prstGeom prst="rect">
                        <a:avLst/>
                      </a:prstGeom>
                    </p:spPr>
                  </p:pic>
                </p:oleObj>
              </mc:Fallback>
            </mc:AlternateContent>
          </a:graphicData>
        </a:graphic>
      </p:graphicFrame>
      <p:cxnSp>
        <p:nvCxnSpPr>
          <p:cNvPr id="17" name="16 Conector recto de flecha"/>
          <p:cNvCxnSpPr/>
          <p:nvPr/>
        </p:nvCxnSpPr>
        <p:spPr bwMode="auto">
          <a:xfrm>
            <a:off x="1115616" y="3068960"/>
            <a:ext cx="2739578"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18 Conector recto de flecha"/>
          <p:cNvCxnSpPr/>
          <p:nvPr/>
        </p:nvCxnSpPr>
        <p:spPr bwMode="auto">
          <a:xfrm rot="16200000">
            <a:off x="1109287" y="3171825"/>
            <a:ext cx="2739578"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19 Conector recto de flecha"/>
          <p:cNvCxnSpPr/>
          <p:nvPr/>
        </p:nvCxnSpPr>
        <p:spPr bwMode="auto">
          <a:xfrm flipH="1" flipV="1">
            <a:off x="1817428" y="2447406"/>
            <a:ext cx="672656" cy="623123"/>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1" name="20 Objeto"/>
          <p:cNvGraphicFramePr>
            <a:graphicFrameLocks noChangeAspect="1"/>
          </p:cNvGraphicFramePr>
          <p:nvPr>
            <p:extLst>
              <p:ext uri="{D42A27DB-BD31-4B8C-83A1-F6EECF244321}">
                <p14:modId xmlns:p14="http://schemas.microsoft.com/office/powerpoint/2010/main" val="1866391583"/>
              </p:ext>
            </p:extLst>
          </p:nvPr>
        </p:nvGraphicFramePr>
        <p:xfrm>
          <a:off x="1992487" y="2254393"/>
          <a:ext cx="139700" cy="254000"/>
        </p:xfrm>
        <a:graphic>
          <a:graphicData uri="http://schemas.openxmlformats.org/presentationml/2006/ole">
            <mc:AlternateContent xmlns:mc="http://schemas.openxmlformats.org/markup-compatibility/2006">
              <mc:Choice xmlns:v="urn:schemas-microsoft-com:vml" Requires="v">
                <p:oleObj name="Equation" r:id="rId9" imgW="139680" imgH="253800" progId="Equation.DSMT4">
                  <p:embed/>
                </p:oleObj>
              </mc:Choice>
              <mc:Fallback>
                <p:oleObj name="Equation" r:id="rId9" imgW="139680" imgH="253800" progId="Equation.DSMT4">
                  <p:embed/>
                  <p:pic>
                    <p:nvPicPr>
                      <p:cNvPr id="0" name=""/>
                      <p:cNvPicPr/>
                      <p:nvPr/>
                    </p:nvPicPr>
                    <p:blipFill>
                      <a:blip r:embed="rId10"/>
                      <a:stretch>
                        <a:fillRect/>
                      </a:stretch>
                    </p:blipFill>
                    <p:spPr>
                      <a:xfrm>
                        <a:off x="1992487" y="2254393"/>
                        <a:ext cx="139700" cy="254000"/>
                      </a:xfrm>
                      <a:prstGeom prst="rect">
                        <a:avLst/>
                      </a:prstGeom>
                    </p:spPr>
                  </p:pic>
                </p:oleObj>
              </mc:Fallback>
            </mc:AlternateContent>
          </a:graphicData>
        </a:graphic>
      </p:graphicFrame>
      <p:cxnSp>
        <p:nvCxnSpPr>
          <p:cNvPr id="22" name="21 Conector recto de flecha"/>
          <p:cNvCxnSpPr/>
          <p:nvPr/>
        </p:nvCxnSpPr>
        <p:spPr bwMode="auto">
          <a:xfrm flipV="1">
            <a:off x="2482754" y="1947826"/>
            <a:ext cx="691763" cy="1121134"/>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3" name="22 Objeto"/>
          <p:cNvGraphicFramePr>
            <a:graphicFrameLocks noChangeAspect="1"/>
          </p:cNvGraphicFramePr>
          <p:nvPr>
            <p:extLst>
              <p:ext uri="{D42A27DB-BD31-4B8C-83A1-F6EECF244321}">
                <p14:modId xmlns:p14="http://schemas.microsoft.com/office/powerpoint/2010/main" val="2490120085"/>
              </p:ext>
            </p:extLst>
          </p:nvPr>
        </p:nvGraphicFramePr>
        <p:xfrm>
          <a:off x="2828635" y="1820826"/>
          <a:ext cx="165100" cy="254000"/>
        </p:xfrm>
        <a:graphic>
          <a:graphicData uri="http://schemas.openxmlformats.org/presentationml/2006/ole">
            <mc:AlternateContent xmlns:mc="http://schemas.openxmlformats.org/markup-compatibility/2006">
              <mc:Choice xmlns:v="urn:schemas-microsoft-com:vml" Requires="v">
                <p:oleObj name="Equation" r:id="rId11" imgW="164880" imgH="253800" progId="Equation.DSMT4">
                  <p:embed/>
                </p:oleObj>
              </mc:Choice>
              <mc:Fallback>
                <p:oleObj name="Equation" r:id="rId11" imgW="164880" imgH="253800" progId="Equation.DSMT4">
                  <p:embed/>
                  <p:pic>
                    <p:nvPicPr>
                      <p:cNvPr id="0" name=""/>
                      <p:cNvPicPr/>
                      <p:nvPr/>
                    </p:nvPicPr>
                    <p:blipFill>
                      <a:blip r:embed="rId12"/>
                      <a:stretch>
                        <a:fillRect/>
                      </a:stretch>
                    </p:blipFill>
                    <p:spPr>
                      <a:xfrm>
                        <a:off x="2828635" y="1820826"/>
                        <a:ext cx="165100" cy="254000"/>
                      </a:xfrm>
                      <a:prstGeom prst="rect">
                        <a:avLst/>
                      </a:prstGeom>
                    </p:spPr>
                  </p:pic>
                </p:oleObj>
              </mc:Fallback>
            </mc:AlternateContent>
          </a:graphicData>
        </a:graphic>
      </p:graphicFrame>
      <p:cxnSp>
        <p:nvCxnSpPr>
          <p:cNvPr id="24" name="23 Conector recto de flecha"/>
          <p:cNvCxnSpPr/>
          <p:nvPr/>
        </p:nvCxnSpPr>
        <p:spPr bwMode="auto">
          <a:xfrm>
            <a:off x="2479075" y="3068960"/>
            <a:ext cx="0" cy="1008112"/>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5" name="24 Objeto"/>
          <p:cNvGraphicFramePr>
            <a:graphicFrameLocks noChangeAspect="1"/>
          </p:cNvGraphicFramePr>
          <p:nvPr>
            <p:extLst>
              <p:ext uri="{D42A27DB-BD31-4B8C-83A1-F6EECF244321}">
                <p14:modId xmlns:p14="http://schemas.microsoft.com/office/powerpoint/2010/main" val="1512510696"/>
              </p:ext>
            </p:extLst>
          </p:nvPr>
        </p:nvGraphicFramePr>
        <p:xfrm>
          <a:off x="2205970" y="3471416"/>
          <a:ext cx="241300" cy="203200"/>
        </p:xfrm>
        <a:graphic>
          <a:graphicData uri="http://schemas.openxmlformats.org/presentationml/2006/ole">
            <mc:AlternateContent xmlns:mc="http://schemas.openxmlformats.org/markup-compatibility/2006">
              <mc:Choice xmlns:v="urn:schemas-microsoft-com:vml" Requires="v">
                <p:oleObj name="Equation" r:id="rId13" imgW="241200" imgH="203040" progId="Equation.DSMT4">
                  <p:embed/>
                </p:oleObj>
              </mc:Choice>
              <mc:Fallback>
                <p:oleObj name="Equation" r:id="rId13" imgW="241200" imgH="203040" progId="Equation.DSMT4">
                  <p:embed/>
                  <p:pic>
                    <p:nvPicPr>
                      <p:cNvPr id="0" name=""/>
                      <p:cNvPicPr/>
                      <p:nvPr/>
                    </p:nvPicPr>
                    <p:blipFill>
                      <a:blip r:embed="rId14"/>
                      <a:stretch>
                        <a:fillRect/>
                      </a:stretch>
                    </p:blipFill>
                    <p:spPr>
                      <a:xfrm>
                        <a:off x="2205970" y="3471416"/>
                        <a:ext cx="241300" cy="203200"/>
                      </a:xfrm>
                      <a:prstGeom prst="rect">
                        <a:avLst/>
                      </a:prstGeom>
                    </p:spPr>
                  </p:pic>
                </p:oleObj>
              </mc:Fallback>
            </mc:AlternateContent>
          </a:graphicData>
        </a:graphic>
      </p:graphicFrame>
      <p:graphicFrame>
        <p:nvGraphicFramePr>
          <p:cNvPr id="26" name="25 Objeto"/>
          <p:cNvGraphicFramePr>
            <a:graphicFrameLocks noChangeAspect="1"/>
          </p:cNvGraphicFramePr>
          <p:nvPr>
            <p:extLst>
              <p:ext uri="{D42A27DB-BD31-4B8C-83A1-F6EECF244321}">
                <p14:modId xmlns:p14="http://schemas.microsoft.com/office/powerpoint/2010/main" val="2754041212"/>
              </p:ext>
            </p:extLst>
          </p:nvPr>
        </p:nvGraphicFramePr>
        <p:xfrm>
          <a:off x="2174490" y="2581167"/>
          <a:ext cx="254000" cy="177800"/>
        </p:xfrm>
        <a:graphic>
          <a:graphicData uri="http://schemas.openxmlformats.org/presentationml/2006/ole">
            <mc:AlternateContent xmlns:mc="http://schemas.openxmlformats.org/markup-compatibility/2006">
              <mc:Choice xmlns:v="urn:schemas-microsoft-com:vml" Requires="v">
                <p:oleObj name="Equation" r:id="rId15" imgW="253800" imgH="177480" progId="Equation.DSMT4">
                  <p:embed/>
                </p:oleObj>
              </mc:Choice>
              <mc:Fallback>
                <p:oleObj name="Equation" r:id="rId15" imgW="253800" imgH="177480" progId="Equation.DSMT4">
                  <p:embed/>
                  <p:pic>
                    <p:nvPicPr>
                      <p:cNvPr id="0" name=""/>
                      <p:cNvPicPr/>
                      <p:nvPr/>
                    </p:nvPicPr>
                    <p:blipFill>
                      <a:blip r:embed="rId16"/>
                      <a:stretch>
                        <a:fillRect/>
                      </a:stretch>
                    </p:blipFill>
                    <p:spPr>
                      <a:xfrm>
                        <a:off x="2174490" y="2581167"/>
                        <a:ext cx="254000" cy="177800"/>
                      </a:xfrm>
                      <a:prstGeom prst="rect">
                        <a:avLst/>
                      </a:prstGeom>
                    </p:spPr>
                  </p:pic>
                </p:oleObj>
              </mc:Fallback>
            </mc:AlternateContent>
          </a:graphicData>
        </a:graphic>
      </p:graphicFrame>
      <p:graphicFrame>
        <p:nvGraphicFramePr>
          <p:cNvPr id="27" name="26 Objeto"/>
          <p:cNvGraphicFramePr>
            <a:graphicFrameLocks noChangeAspect="1"/>
          </p:cNvGraphicFramePr>
          <p:nvPr>
            <p:extLst>
              <p:ext uri="{D42A27DB-BD31-4B8C-83A1-F6EECF244321}">
                <p14:modId xmlns:p14="http://schemas.microsoft.com/office/powerpoint/2010/main" val="811401811"/>
              </p:ext>
            </p:extLst>
          </p:nvPr>
        </p:nvGraphicFramePr>
        <p:xfrm>
          <a:off x="2490084" y="2508393"/>
          <a:ext cx="254000" cy="177800"/>
        </p:xfrm>
        <a:graphic>
          <a:graphicData uri="http://schemas.openxmlformats.org/presentationml/2006/ole">
            <mc:AlternateContent xmlns:mc="http://schemas.openxmlformats.org/markup-compatibility/2006">
              <mc:Choice xmlns:v="urn:schemas-microsoft-com:vml" Requires="v">
                <p:oleObj name="Equation" r:id="rId17" imgW="253800" imgH="177480" progId="Equation.DSMT4">
                  <p:embed/>
                </p:oleObj>
              </mc:Choice>
              <mc:Fallback>
                <p:oleObj name="Equation" r:id="rId17" imgW="253800" imgH="177480" progId="Equation.DSMT4">
                  <p:embed/>
                  <p:pic>
                    <p:nvPicPr>
                      <p:cNvPr id="0" name=""/>
                      <p:cNvPicPr/>
                      <p:nvPr/>
                    </p:nvPicPr>
                    <p:blipFill>
                      <a:blip r:embed="rId18"/>
                      <a:stretch>
                        <a:fillRect/>
                      </a:stretch>
                    </p:blipFill>
                    <p:spPr>
                      <a:xfrm>
                        <a:off x="2490084" y="2508393"/>
                        <a:ext cx="254000" cy="177800"/>
                      </a:xfrm>
                      <a:prstGeom prst="rect">
                        <a:avLst/>
                      </a:prstGeom>
                    </p:spPr>
                  </p:pic>
                </p:oleObj>
              </mc:Fallback>
            </mc:AlternateContent>
          </a:graphicData>
        </a:graphic>
      </p:graphicFrame>
      <p:graphicFrame>
        <p:nvGraphicFramePr>
          <p:cNvPr id="28" name="27 Objeto"/>
          <p:cNvGraphicFramePr>
            <a:graphicFrameLocks noChangeAspect="1"/>
          </p:cNvGraphicFramePr>
          <p:nvPr>
            <p:extLst>
              <p:ext uri="{D42A27DB-BD31-4B8C-83A1-F6EECF244321}">
                <p14:modId xmlns:p14="http://schemas.microsoft.com/office/powerpoint/2010/main" val="2283440506"/>
              </p:ext>
            </p:extLst>
          </p:nvPr>
        </p:nvGraphicFramePr>
        <p:xfrm>
          <a:off x="3923928" y="3003119"/>
          <a:ext cx="127000" cy="139700"/>
        </p:xfrm>
        <a:graphic>
          <a:graphicData uri="http://schemas.openxmlformats.org/presentationml/2006/ole">
            <mc:AlternateContent xmlns:mc="http://schemas.openxmlformats.org/markup-compatibility/2006">
              <mc:Choice xmlns:v="urn:schemas-microsoft-com:vml" Requires="v">
                <p:oleObj name="Equation" r:id="rId19" imgW="126720" imgH="139680" progId="Equation.DSMT4">
                  <p:embed/>
                </p:oleObj>
              </mc:Choice>
              <mc:Fallback>
                <p:oleObj name="Equation" r:id="rId19" imgW="126720" imgH="139680" progId="Equation.DSMT4">
                  <p:embed/>
                  <p:pic>
                    <p:nvPicPr>
                      <p:cNvPr id="0" name=""/>
                      <p:cNvPicPr/>
                      <p:nvPr/>
                    </p:nvPicPr>
                    <p:blipFill>
                      <a:blip r:embed="rId20"/>
                      <a:stretch>
                        <a:fillRect/>
                      </a:stretch>
                    </p:blipFill>
                    <p:spPr>
                      <a:xfrm>
                        <a:off x="3923928" y="3003119"/>
                        <a:ext cx="127000" cy="139700"/>
                      </a:xfrm>
                      <a:prstGeom prst="rect">
                        <a:avLst/>
                      </a:prstGeom>
                    </p:spPr>
                  </p:pic>
                </p:oleObj>
              </mc:Fallback>
            </mc:AlternateContent>
          </a:graphicData>
        </a:graphic>
      </p:graphicFrame>
      <p:graphicFrame>
        <p:nvGraphicFramePr>
          <p:cNvPr id="29" name="28 Objeto"/>
          <p:cNvGraphicFramePr>
            <a:graphicFrameLocks noChangeAspect="1"/>
          </p:cNvGraphicFramePr>
          <p:nvPr>
            <p:extLst>
              <p:ext uri="{D42A27DB-BD31-4B8C-83A1-F6EECF244321}">
                <p14:modId xmlns:p14="http://schemas.microsoft.com/office/powerpoint/2010/main" val="717330535"/>
              </p:ext>
            </p:extLst>
          </p:nvPr>
        </p:nvGraphicFramePr>
        <p:xfrm>
          <a:off x="2439256" y="1617663"/>
          <a:ext cx="139700" cy="165100"/>
        </p:xfrm>
        <a:graphic>
          <a:graphicData uri="http://schemas.openxmlformats.org/presentationml/2006/ole">
            <mc:AlternateContent xmlns:mc="http://schemas.openxmlformats.org/markup-compatibility/2006">
              <mc:Choice xmlns:v="urn:schemas-microsoft-com:vml" Requires="v">
                <p:oleObj name="Equation" r:id="rId21" imgW="139680" imgH="164880" progId="Equation.DSMT4">
                  <p:embed/>
                </p:oleObj>
              </mc:Choice>
              <mc:Fallback>
                <p:oleObj name="Equation" r:id="rId21" imgW="139680" imgH="164880" progId="Equation.DSMT4">
                  <p:embed/>
                  <p:pic>
                    <p:nvPicPr>
                      <p:cNvPr id="0" name=""/>
                      <p:cNvPicPr/>
                      <p:nvPr/>
                    </p:nvPicPr>
                    <p:blipFill>
                      <a:blip r:embed="rId22"/>
                      <a:stretch>
                        <a:fillRect/>
                      </a:stretch>
                    </p:blipFill>
                    <p:spPr>
                      <a:xfrm>
                        <a:off x="2439256" y="1617663"/>
                        <a:ext cx="139700" cy="165100"/>
                      </a:xfrm>
                      <a:prstGeom prst="rect">
                        <a:avLst/>
                      </a:prstGeom>
                    </p:spPr>
                  </p:pic>
                </p:oleObj>
              </mc:Fallback>
            </mc:AlternateContent>
          </a:graphicData>
        </a:graphic>
      </p:graphicFrame>
      <p:graphicFrame>
        <p:nvGraphicFramePr>
          <p:cNvPr id="30" name="29 Objeto"/>
          <p:cNvGraphicFramePr>
            <a:graphicFrameLocks noChangeAspect="1"/>
          </p:cNvGraphicFramePr>
          <p:nvPr>
            <p:extLst>
              <p:ext uri="{D42A27DB-BD31-4B8C-83A1-F6EECF244321}">
                <p14:modId xmlns:p14="http://schemas.microsoft.com/office/powerpoint/2010/main" val="3808133999"/>
              </p:ext>
            </p:extLst>
          </p:nvPr>
        </p:nvGraphicFramePr>
        <p:xfrm>
          <a:off x="251520" y="4026520"/>
          <a:ext cx="2032000" cy="482600"/>
        </p:xfrm>
        <a:graphic>
          <a:graphicData uri="http://schemas.openxmlformats.org/presentationml/2006/ole">
            <mc:AlternateContent xmlns:mc="http://schemas.openxmlformats.org/markup-compatibility/2006">
              <mc:Choice xmlns:v="urn:schemas-microsoft-com:vml" Requires="v">
                <p:oleObj name="Equation" r:id="rId23" imgW="2031840" imgH="482400" progId="Equation.DSMT4">
                  <p:embed/>
                </p:oleObj>
              </mc:Choice>
              <mc:Fallback>
                <p:oleObj name="Equation" r:id="rId23" imgW="2031840" imgH="482400" progId="Equation.DSMT4">
                  <p:embed/>
                  <p:pic>
                    <p:nvPicPr>
                      <p:cNvPr id="0" name=""/>
                      <p:cNvPicPr/>
                      <p:nvPr/>
                    </p:nvPicPr>
                    <p:blipFill>
                      <a:blip r:embed="rId24"/>
                      <a:stretch>
                        <a:fillRect/>
                      </a:stretch>
                    </p:blipFill>
                    <p:spPr>
                      <a:xfrm>
                        <a:off x="251520" y="4026520"/>
                        <a:ext cx="2032000" cy="482600"/>
                      </a:xfrm>
                      <a:prstGeom prst="rect">
                        <a:avLst/>
                      </a:prstGeom>
                    </p:spPr>
                  </p:pic>
                </p:oleObj>
              </mc:Fallback>
            </mc:AlternateContent>
          </a:graphicData>
        </a:graphic>
      </p:graphicFrame>
      <p:cxnSp>
        <p:nvCxnSpPr>
          <p:cNvPr id="32" name="31 Conector recto de flecha"/>
          <p:cNvCxnSpPr/>
          <p:nvPr/>
        </p:nvCxnSpPr>
        <p:spPr bwMode="auto">
          <a:xfrm flipH="1">
            <a:off x="1817428" y="3070529"/>
            <a:ext cx="661649" cy="0"/>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33 Conector recto de flecha"/>
          <p:cNvCxnSpPr/>
          <p:nvPr/>
        </p:nvCxnSpPr>
        <p:spPr bwMode="auto">
          <a:xfrm flipV="1">
            <a:off x="1817428" y="2447406"/>
            <a:ext cx="0" cy="621554"/>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5" name="34 Objeto"/>
          <p:cNvGraphicFramePr>
            <a:graphicFrameLocks noChangeAspect="1"/>
          </p:cNvGraphicFramePr>
          <p:nvPr>
            <p:extLst>
              <p:ext uri="{D42A27DB-BD31-4B8C-83A1-F6EECF244321}">
                <p14:modId xmlns:p14="http://schemas.microsoft.com/office/powerpoint/2010/main" val="2517360214"/>
              </p:ext>
            </p:extLst>
          </p:nvPr>
        </p:nvGraphicFramePr>
        <p:xfrm>
          <a:off x="2123728" y="2891160"/>
          <a:ext cx="254000" cy="177800"/>
        </p:xfrm>
        <a:graphic>
          <a:graphicData uri="http://schemas.openxmlformats.org/presentationml/2006/ole">
            <mc:AlternateContent xmlns:mc="http://schemas.openxmlformats.org/markup-compatibility/2006">
              <mc:Choice xmlns:v="urn:schemas-microsoft-com:vml" Requires="v">
                <p:oleObj name="Equation" r:id="rId25" imgW="253800" imgH="177480" progId="Equation.DSMT4">
                  <p:embed/>
                </p:oleObj>
              </mc:Choice>
              <mc:Fallback>
                <p:oleObj name="Equation" r:id="rId25" imgW="253800" imgH="177480" progId="Equation.DSMT4">
                  <p:embed/>
                  <p:pic>
                    <p:nvPicPr>
                      <p:cNvPr id="0" name=""/>
                      <p:cNvPicPr/>
                      <p:nvPr/>
                    </p:nvPicPr>
                    <p:blipFill>
                      <a:blip r:embed="rId26"/>
                      <a:stretch>
                        <a:fillRect/>
                      </a:stretch>
                    </p:blipFill>
                    <p:spPr>
                      <a:xfrm>
                        <a:off x="2123728" y="2891160"/>
                        <a:ext cx="254000" cy="177800"/>
                      </a:xfrm>
                      <a:prstGeom prst="rect">
                        <a:avLst/>
                      </a:prstGeom>
                    </p:spPr>
                  </p:pic>
                </p:oleObj>
              </mc:Fallback>
            </mc:AlternateContent>
          </a:graphicData>
        </a:graphic>
      </p:graphicFrame>
      <p:graphicFrame>
        <p:nvGraphicFramePr>
          <p:cNvPr id="37" name="36 Objeto"/>
          <p:cNvGraphicFramePr>
            <a:graphicFrameLocks noChangeAspect="1"/>
          </p:cNvGraphicFramePr>
          <p:nvPr>
            <p:extLst>
              <p:ext uri="{D42A27DB-BD31-4B8C-83A1-F6EECF244321}">
                <p14:modId xmlns:p14="http://schemas.microsoft.com/office/powerpoint/2010/main" val="3255872645"/>
              </p:ext>
            </p:extLst>
          </p:nvPr>
        </p:nvGraphicFramePr>
        <p:xfrm>
          <a:off x="1817428" y="3107121"/>
          <a:ext cx="609600" cy="228600"/>
        </p:xfrm>
        <a:graphic>
          <a:graphicData uri="http://schemas.openxmlformats.org/presentationml/2006/ole">
            <mc:AlternateContent xmlns:mc="http://schemas.openxmlformats.org/markup-compatibility/2006">
              <mc:Choice xmlns:v="urn:schemas-microsoft-com:vml" Requires="v">
                <p:oleObj name="Equation" r:id="rId27" imgW="609480" imgH="228600" progId="Equation.DSMT4">
                  <p:embed/>
                </p:oleObj>
              </mc:Choice>
              <mc:Fallback>
                <p:oleObj name="Equation" r:id="rId27" imgW="609480" imgH="228600" progId="Equation.DSMT4">
                  <p:embed/>
                  <p:pic>
                    <p:nvPicPr>
                      <p:cNvPr id="0" name=""/>
                      <p:cNvPicPr/>
                      <p:nvPr/>
                    </p:nvPicPr>
                    <p:blipFill>
                      <a:blip r:embed="rId28"/>
                      <a:stretch>
                        <a:fillRect/>
                      </a:stretch>
                    </p:blipFill>
                    <p:spPr>
                      <a:xfrm>
                        <a:off x="1817428" y="3107121"/>
                        <a:ext cx="609600" cy="228600"/>
                      </a:xfrm>
                      <a:prstGeom prst="rect">
                        <a:avLst/>
                      </a:prstGeom>
                    </p:spPr>
                  </p:pic>
                </p:oleObj>
              </mc:Fallback>
            </mc:AlternateContent>
          </a:graphicData>
        </a:graphic>
      </p:graphicFrame>
      <p:graphicFrame>
        <p:nvGraphicFramePr>
          <p:cNvPr id="38" name="37 Objeto"/>
          <p:cNvGraphicFramePr>
            <a:graphicFrameLocks noChangeAspect="1"/>
          </p:cNvGraphicFramePr>
          <p:nvPr>
            <p:extLst>
              <p:ext uri="{D42A27DB-BD31-4B8C-83A1-F6EECF244321}">
                <p14:modId xmlns:p14="http://schemas.microsoft.com/office/powerpoint/2010/main" val="966486983"/>
              </p:ext>
            </p:extLst>
          </p:nvPr>
        </p:nvGraphicFramePr>
        <p:xfrm>
          <a:off x="1233228" y="2644667"/>
          <a:ext cx="584200" cy="228600"/>
        </p:xfrm>
        <a:graphic>
          <a:graphicData uri="http://schemas.openxmlformats.org/presentationml/2006/ole">
            <mc:AlternateContent xmlns:mc="http://schemas.openxmlformats.org/markup-compatibility/2006">
              <mc:Choice xmlns:v="urn:schemas-microsoft-com:vml" Requires="v">
                <p:oleObj name="Equation" r:id="rId29" imgW="583920" imgH="228600" progId="Equation.DSMT4">
                  <p:embed/>
                </p:oleObj>
              </mc:Choice>
              <mc:Fallback>
                <p:oleObj name="Equation" r:id="rId29" imgW="583920" imgH="228600" progId="Equation.DSMT4">
                  <p:embed/>
                  <p:pic>
                    <p:nvPicPr>
                      <p:cNvPr id="0" name=""/>
                      <p:cNvPicPr/>
                      <p:nvPr/>
                    </p:nvPicPr>
                    <p:blipFill>
                      <a:blip r:embed="rId30"/>
                      <a:stretch>
                        <a:fillRect/>
                      </a:stretch>
                    </p:blipFill>
                    <p:spPr>
                      <a:xfrm>
                        <a:off x="1233228" y="2644667"/>
                        <a:ext cx="584200" cy="228600"/>
                      </a:xfrm>
                      <a:prstGeom prst="rect">
                        <a:avLst/>
                      </a:prstGeom>
                    </p:spPr>
                  </p:pic>
                </p:oleObj>
              </mc:Fallback>
            </mc:AlternateContent>
          </a:graphicData>
        </a:graphic>
      </p:graphicFrame>
      <p:cxnSp>
        <p:nvCxnSpPr>
          <p:cNvPr id="40" name="39 Conector recto de flecha"/>
          <p:cNvCxnSpPr/>
          <p:nvPr/>
        </p:nvCxnSpPr>
        <p:spPr bwMode="auto">
          <a:xfrm flipV="1">
            <a:off x="2479077" y="3068960"/>
            <a:ext cx="695440" cy="1569"/>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41 Conector recto de flecha"/>
          <p:cNvCxnSpPr/>
          <p:nvPr/>
        </p:nvCxnSpPr>
        <p:spPr bwMode="auto">
          <a:xfrm flipV="1">
            <a:off x="3174517" y="1947826"/>
            <a:ext cx="0" cy="1122703"/>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3" name="42 Objeto"/>
          <p:cNvGraphicFramePr>
            <a:graphicFrameLocks noChangeAspect="1"/>
          </p:cNvGraphicFramePr>
          <p:nvPr>
            <p:extLst>
              <p:ext uri="{D42A27DB-BD31-4B8C-83A1-F6EECF244321}">
                <p14:modId xmlns:p14="http://schemas.microsoft.com/office/powerpoint/2010/main" val="3708929259"/>
              </p:ext>
            </p:extLst>
          </p:nvPr>
        </p:nvGraphicFramePr>
        <p:xfrm>
          <a:off x="2574635" y="2859573"/>
          <a:ext cx="254000" cy="177800"/>
        </p:xfrm>
        <a:graphic>
          <a:graphicData uri="http://schemas.openxmlformats.org/presentationml/2006/ole">
            <mc:AlternateContent xmlns:mc="http://schemas.openxmlformats.org/markup-compatibility/2006">
              <mc:Choice xmlns:v="urn:schemas-microsoft-com:vml" Requires="v">
                <p:oleObj name="Equation" r:id="rId31" imgW="253800" imgH="177480" progId="Equation.DSMT4">
                  <p:embed/>
                </p:oleObj>
              </mc:Choice>
              <mc:Fallback>
                <p:oleObj name="Equation" r:id="rId31" imgW="253800" imgH="177480" progId="Equation.DSMT4">
                  <p:embed/>
                  <p:pic>
                    <p:nvPicPr>
                      <p:cNvPr id="0" name=""/>
                      <p:cNvPicPr/>
                      <p:nvPr/>
                    </p:nvPicPr>
                    <p:blipFill>
                      <a:blip r:embed="rId32"/>
                      <a:stretch>
                        <a:fillRect/>
                      </a:stretch>
                    </p:blipFill>
                    <p:spPr>
                      <a:xfrm>
                        <a:off x="2574635" y="2859573"/>
                        <a:ext cx="254000" cy="177800"/>
                      </a:xfrm>
                      <a:prstGeom prst="rect">
                        <a:avLst/>
                      </a:prstGeom>
                    </p:spPr>
                  </p:pic>
                </p:oleObj>
              </mc:Fallback>
            </mc:AlternateContent>
          </a:graphicData>
        </a:graphic>
      </p:graphicFrame>
      <p:graphicFrame>
        <p:nvGraphicFramePr>
          <p:cNvPr id="44" name="43 Objeto"/>
          <p:cNvGraphicFramePr>
            <a:graphicFrameLocks noChangeAspect="1"/>
          </p:cNvGraphicFramePr>
          <p:nvPr>
            <p:extLst>
              <p:ext uri="{D42A27DB-BD31-4B8C-83A1-F6EECF244321}">
                <p14:modId xmlns:p14="http://schemas.microsoft.com/office/powerpoint/2010/main" val="1085296175"/>
              </p:ext>
            </p:extLst>
          </p:nvPr>
        </p:nvGraphicFramePr>
        <p:xfrm>
          <a:off x="2552217" y="3160177"/>
          <a:ext cx="622300" cy="228600"/>
        </p:xfrm>
        <a:graphic>
          <a:graphicData uri="http://schemas.openxmlformats.org/presentationml/2006/ole">
            <mc:AlternateContent xmlns:mc="http://schemas.openxmlformats.org/markup-compatibility/2006">
              <mc:Choice xmlns:v="urn:schemas-microsoft-com:vml" Requires="v">
                <p:oleObj name="Equation" r:id="rId33" imgW="622080" imgH="228600" progId="Equation.DSMT4">
                  <p:embed/>
                </p:oleObj>
              </mc:Choice>
              <mc:Fallback>
                <p:oleObj name="Equation" r:id="rId33" imgW="622080" imgH="228600" progId="Equation.DSMT4">
                  <p:embed/>
                  <p:pic>
                    <p:nvPicPr>
                      <p:cNvPr id="0" name=""/>
                      <p:cNvPicPr/>
                      <p:nvPr/>
                    </p:nvPicPr>
                    <p:blipFill>
                      <a:blip r:embed="rId34"/>
                      <a:stretch>
                        <a:fillRect/>
                      </a:stretch>
                    </p:blipFill>
                    <p:spPr>
                      <a:xfrm>
                        <a:off x="2552217" y="3160177"/>
                        <a:ext cx="622300" cy="228600"/>
                      </a:xfrm>
                      <a:prstGeom prst="rect">
                        <a:avLst/>
                      </a:prstGeom>
                    </p:spPr>
                  </p:pic>
                </p:oleObj>
              </mc:Fallback>
            </mc:AlternateContent>
          </a:graphicData>
        </a:graphic>
      </p:graphicFrame>
      <p:graphicFrame>
        <p:nvGraphicFramePr>
          <p:cNvPr id="45" name="44 Objeto"/>
          <p:cNvGraphicFramePr>
            <a:graphicFrameLocks noChangeAspect="1"/>
          </p:cNvGraphicFramePr>
          <p:nvPr>
            <p:extLst>
              <p:ext uri="{D42A27DB-BD31-4B8C-83A1-F6EECF244321}">
                <p14:modId xmlns:p14="http://schemas.microsoft.com/office/powerpoint/2010/main" val="399896064"/>
              </p:ext>
            </p:extLst>
          </p:nvPr>
        </p:nvGraphicFramePr>
        <p:xfrm>
          <a:off x="3251075" y="2485310"/>
          <a:ext cx="584200" cy="228600"/>
        </p:xfrm>
        <a:graphic>
          <a:graphicData uri="http://schemas.openxmlformats.org/presentationml/2006/ole">
            <mc:AlternateContent xmlns:mc="http://schemas.openxmlformats.org/markup-compatibility/2006">
              <mc:Choice xmlns:v="urn:schemas-microsoft-com:vml" Requires="v">
                <p:oleObj name="Equation" r:id="rId35" imgW="583920" imgH="228600" progId="Equation.DSMT4">
                  <p:embed/>
                </p:oleObj>
              </mc:Choice>
              <mc:Fallback>
                <p:oleObj name="Equation" r:id="rId35" imgW="583920" imgH="228600" progId="Equation.DSMT4">
                  <p:embed/>
                  <p:pic>
                    <p:nvPicPr>
                      <p:cNvPr id="0" name=""/>
                      <p:cNvPicPr/>
                      <p:nvPr/>
                    </p:nvPicPr>
                    <p:blipFill>
                      <a:blip r:embed="rId36"/>
                      <a:stretch>
                        <a:fillRect/>
                      </a:stretch>
                    </p:blipFill>
                    <p:spPr>
                      <a:xfrm>
                        <a:off x="3251075" y="2485310"/>
                        <a:ext cx="584200" cy="228600"/>
                      </a:xfrm>
                      <a:prstGeom prst="rect">
                        <a:avLst/>
                      </a:prstGeom>
                    </p:spPr>
                  </p:pic>
                </p:oleObj>
              </mc:Fallback>
            </mc:AlternateContent>
          </a:graphicData>
        </a:graphic>
      </p:graphicFrame>
      <p:graphicFrame>
        <p:nvGraphicFramePr>
          <p:cNvPr id="46" name="45 Objeto"/>
          <p:cNvGraphicFramePr>
            <a:graphicFrameLocks noChangeAspect="1"/>
          </p:cNvGraphicFramePr>
          <p:nvPr>
            <p:extLst>
              <p:ext uri="{D42A27DB-BD31-4B8C-83A1-F6EECF244321}">
                <p14:modId xmlns:p14="http://schemas.microsoft.com/office/powerpoint/2010/main" val="3718648081"/>
              </p:ext>
            </p:extLst>
          </p:nvPr>
        </p:nvGraphicFramePr>
        <p:xfrm>
          <a:off x="2824484" y="4018691"/>
          <a:ext cx="2232025" cy="506412"/>
        </p:xfrm>
        <a:graphic>
          <a:graphicData uri="http://schemas.openxmlformats.org/presentationml/2006/ole">
            <mc:AlternateContent xmlns:mc="http://schemas.openxmlformats.org/markup-compatibility/2006">
              <mc:Choice xmlns:v="urn:schemas-microsoft-com:vml" Requires="v">
                <p:oleObj name="Equation" r:id="rId37" imgW="2323800" imgH="482400" progId="Equation.DSMT4">
                  <p:embed/>
                </p:oleObj>
              </mc:Choice>
              <mc:Fallback>
                <p:oleObj name="Equation" r:id="rId37" imgW="2323800" imgH="482400" progId="Equation.DSMT4">
                  <p:embed/>
                  <p:pic>
                    <p:nvPicPr>
                      <p:cNvPr id="0" name=""/>
                      <p:cNvPicPr/>
                      <p:nvPr/>
                    </p:nvPicPr>
                    <p:blipFill>
                      <a:blip r:embed="rId38"/>
                      <a:stretch>
                        <a:fillRect/>
                      </a:stretch>
                    </p:blipFill>
                    <p:spPr>
                      <a:xfrm>
                        <a:off x="2824484" y="4018691"/>
                        <a:ext cx="2232025" cy="506412"/>
                      </a:xfrm>
                      <a:prstGeom prst="rect">
                        <a:avLst/>
                      </a:prstGeom>
                    </p:spPr>
                  </p:pic>
                </p:oleObj>
              </mc:Fallback>
            </mc:AlternateContent>
          </a:graphicData>
        </a:graphic>
      </p:graphicFrame>
      <p:graphicFrame>
        <p:nvGraphicFramePr>
          <p:cNvPr id="4" name="3 Objeto"/>
          <p:cNvGraphicFramePr>
            <a:graphicFrameLocks noChangeAspect="1"/>
          </p:cNvGraphicFramePr>
          <p:nvPr>
            <p:extLst>
              <p:ext uri="{D42A27DB-BD31-4B8C-83A1-F6EECF244321}">
                <p14:modId xmlns:p14="http://schemas.microsoft.com/office/powerpoint/2010/main" val="3749854913"/>
              </p:ext>
            </p:extLst>
          </p:nvPr>
        </p:nvGraphicFramePr>
        <p:xfrm>
          <a:off x="120650" y="1641638"/>
          <a:ext cx="685800" cy="812800"/>
        </p:xfrm>
        <a:graphic>
          <a:graphicData uri="http://schemas.openxmlformats.org/presentationml/2006/ole">
            <mc:AlternateContent xmlns:mc="http://schemas.openxmlformats.org/markup-compatibility/2006">
              <mc:Choice xmlns:v="urn:schemas-microsoft-com:vml" Requires="v">
                <p:oleObj name="Equation" r:id="rId39" imgW="685800" imgH="812520" progId="Equation.DSMT4">
                  <p:embed/>
                </p:oleObj>
              </mc:Choice>
              <mc:Fallback>
                <p:oleObj name="Equation" r:id="rId39" imgW="685800" imgH="812520" progId="Equation.DSMT4">
                  <p:embed/>
                  <p:pic>
                    <p:nvPicPr>
                      <p:cNvPr id="0" name=""/>
                      <p:cNvPicPr/>
                      <p:nvPr/>
                    </p:nvPicPr>
                    <p:blipFill>
                      <a:blip r:embed="rId40"/>
                      <a:stretch>
                        <a:fillRect/>
                      </a:stretch>
                    </p:blipFill>
                    <p:spPr>
                      <a:xfrm>
                        <a:off x="120650" y="1641638"/>
                        <a:ext cx="685800" cy="812800"/>
                      </a:xfrm>
                      <a:prstGeom prst="rect">
                        <a:avLst/>
                      </a:prstGeom>
                    </p:spPr>
                  </p:pic>
                </p:oleObj>
              </mc:Fallback>
            </mc:AlternateContent>
          </a:graphicData>
        </a:graphic>
      </p:graphicFrame>
      <p:graphicFrame>
        <p:nvGraphicFramePr>
          <p:cNvPr id="7" name="6 Objeto"/>
          <p:cNvGraphicFramePr>
            <a:graphicFrameLocks noChangeAspect="1"/>
          </p:cNvGraphicFramePr>
          <p:nvPr>
            <p:extLst>
              <p:ext uri="{D42A27DB-BD31-4B8C-83A1-F6EECF244321}">
                <p14:modId xmlns:p14="http://schemas.microsoft.com/office/powerpoint/2010/main" val="1024322494"/>
              </p:ext>
            </p:extLst>
          </p:nvPr>
        </p:nvGraphicFramePr>
        <p:xfrm>
          <a:off x="1233228" y="4861024"/>
          <a:ext cx="1385912" cy="1933830"/>
        </p:xfrm>
        <a:graphic>
          <a:graphicData uri="http://schemas.openxmlformats.org/presentationml/2006/ole">
            <mc:AlternateContent xmlns:mc="http://schemas.openxmlformats.org/markup-compatibility/2006">
              <mc:Choice xmlns:v="urn:schemas-microsoft-com:vml" Requires="v">
                <p:oleObj name="Equation" r:id="rId41" imgW="1638000" imgH="2286000" progId="Equation.DSMT4">
                  <p:embed/>
                </p:oleObj>
              </mc:Choice>
              <mc:Fallback>
                <p:oleObj name="Equation" r:id="rId41" imgW="1638000" imgH="2286000" progId="Equation.DSMT4">
                  <p:embed/>
                  <p:pic>
                    <p:nvPicPr>
                      <p:cNvPr id="0" name=""/>
                      <p:cNvPicPr/>
                      <p:nvPr/>
                    </p:nvPicPr>
                    <p:blipFill>
                      <a:blip r:embed="rId42"/>
                      <a:stretch>
                        <a:fillRect/>
                      </a:stretch>
                    </p:blipFill>
                    <p:spPr>
                      <a:xfrm>
                        <a:off x="1233228" y="4861024"/>
                        <a:ext cx="1385912" cy="1933830"/>
                      </a:xfrm>
                      <a:prstGeom prst="rect">
                        <a:avLst/>
                      </a:prstGeom>
                    </p:spPr>
                  </p:pic>
                </p:oleObj>
              </mc:Fallback>
            </mc:AlternateContent>
          </a:graphicData>
        </a:graphic>
      </p:graphicFrame>
      <p:graphicFrame>
        <p:nvGraphicFramePr>
          <p:cNvPr id="9" name="8 Objeto"/>
          <p:cNvGraphicFramePr>
            <a:graphicFrameLocks noChangeAspect="1"/>
          </p:cNvGraphicFramePr>
          <p:nvPr>
            <p:extLst>
              <p:ext uri="{D42A27DB-BD31-4B8C-83A1-F6EECF244321}">
                <p14:modId xmlns:p14="http://schemas.microsoft.com/office/powerpoint/2010/main" val="2059024666"/>
              </p:ext>
            </p:extLst>
          </p:nvPr>
        </p:nvGraphicFramePr>
        <p:xfrm>
          <a:off x="3012076" y="4861024"/>
          <a:ext cx="972108" cy="648072"/>
        </p:xfrm>
        <a:graphic>
          <a:graphicData uri="http://schemas.openxmlformats.org/presentationml/2006/ole">
            <mc:AlternateContent xmlns:mc="http://schemas.openxmlformats.org/markup-compatibility/2006">
              <mc:Choice xmlns:v="urn:schemas-microsoft-com:vml" Requires="v">
                <p:oleObj name="Equation" r:id="rId43" imgW="1028520" imgH="685800" progId="Equation.DSMT4">
                  <p:embed/>
                </p:oleObj>
              </mc:Choice>
              <mc:Fallback>
                <p:oleObj name="Equation" r:id="rId43" imgW="1028520" imgH="685800" progId="Equation.DSMT4">
                  <p:embed/>
                  <p:pic>
                    <p:nvPicPr>
                      <p:cNvPr id="0" name=""/>
                      <p:cNvPicPr/>
                      <p:nvPr/>
                    </p:nvPicPr>
                    <p:blipFill>
                      <a:blip r:embed="rId44"/>
                      <a:stretch>
                        <a:fillRect/>
                      </a:stretch>
                    </p:blipFill>
                    <p:spPr>
                      <a:xfrm>
                        <a:off x="3012076" y="4861024"/>
                        <a:ext cx="972108" cy="648072"/>
                      </a:xfrm>
                      <a:prstGeom prst="rect">
                        <a:avLst/>
                      </a:prstGeom>
                    </p:spPr>
                  </p:pic>
                </p:oleObj>
              </mc:Fallback>
            </mc:AlternateContent>
          </a:graphicData>
        </a:graphic>
      </p:graphicFrame>
      <p:graphicFrame>
        <p:nvGraphicFramePr>
          <p:cNvPr id="10" name="9 Objeto"/>
          <p:cNvGraphicFramePr>
            <a:graphicFrameLocks noChangeAspect="1"/>
          </p:cNvGraphicFramePr>
          <p:nvPr>
            <p:extLst>
              <p:ext uri="{D42A27DB-BD31-4B8C-83A1-F6EECF244321}">
                <p14:modId xmlns:p14="http://schemas.microsoft.com/office/powerpoint/2010/main" val="3357465925"/>
              </p:ext>
            </p:extLst>
          </p:nvPr>
        </p:nvGraphicFramePr>
        <p:xfrm>
          <a:off x="4938713" y="4791075"/>
          <a:ext cx="2209800" cy="812800"/>
        </p:xfrm>
        <a:graphic>
          <a:graphicData uri="http://schemas.openxmlformats.org/presentationml/2006/ole">
            <mc:AlternateContent xmlns:mc="http://schemas.openxmlformats.org/markup-compatibility/2006">
              <mc:Choice xmlns:v="urn:schemas-microsoft-com:vml" Requires="v">
                <p:oleObj name="Equation" r:id="rId45" imgW="2209680" imgH="812520" progId="Equation.DSMT4">
                  <p:embed/>
                </p:oleObj>
              </mc:Choice>
              <mc:Fallback>
                <p:oleObj name="Equation" r:id="rId45" imgW="2209680" imgH="812520" progId="Equation.DSMT4">
                  <p:embed/>
                  <p:pic>
                    <p:nvPicPr>
                      <p:cNvPr id="0" name=""/>
                      <p:cNvPicPr/>
                      <p:nvPr/>
                    </p:nvPicPr>
                    <p:blipFill>
                      <a:blip r:embed="rId46"/>
                      <a:stretch>
                        <a:fillRect/>
                      </a:stretch>
                    </p:blipFill>
                    <p:spPr>
                      <a:xfrm>
                        <a:off x="4938713" y="4791075"/>
                        <a:ext cx="2209800" cy="812800"/>
                      </a:xfrm>
                      <a:prstGeom prst="rect">
                        <a:avLst/>
                      </a:prstGeom>
                    </p:spPr>
                  </p:pic>
                </p:oleObj>
              </mc:Fallback>
            </mc:AlternateContent>
          </a:graphicData>
        </a:graphic>
      </p:graphicFrame>
      <p:graphicFrame>
        <p:nvGraphicFramePr>
          <p:cNvPr id="11" name="10 Objeto"/>
          <p:cNvGraphicFramePr>
            <a:graphicFrameLocks noChangeAspect="1"/>
          </p:cNvGraphicFramePr>
          <p:nvPr>
            <p:extLst>
              <p:ext uri="{D42A27DB-BD31-4B8C-83A1-F6EECF244321}">
                <p14:modId xmlns:p14="http://schemas.microsoft.com/office/powerpoint/2010/main" val="506138762"/>
              </p:ext>
            </p:extLst>
          </p:nvPr>
        </p:nvGraphicFramePr>
        <p:xfrm>
          <a:off x="4899025" y="5799138"/>
          <a:ext cx="2146300" cy="812800"/>
        </p:xfrm>
        <a:graphic>
          <a:graphicData uri="http://schemas.openxmlformats.org/presentationml/2006/ole">
            <mc:AlternateContent xmlns:mc="http://schemas.openxmlformats.org/markup-compatibility/2006">
              <mc:Choice xmlns:v="urn:schemas-microsoft-com:vml" Requires="v">
                <p:oleObj name="Equation" r:id="rId47" imgW="2145960" imgH="812520" progId="Equation.DSMT4">
                  <p:embed/>
                </p:oleObj>
              </mc:Choice>
              <mc:Fallback>
                <p:oleObj name="Equation" r:id="rId47" imgW="2145960" imgH="812520" progId="Equation.DSMT4">
                  <p:embed/>
                  <p:pic>
                    <p:nvPicPr>
                      <p:cNvPr id="0" name=""/>
                      <p:cNvPicPr/>
                      <p:nvPr/>
                    </p:nvPicPr>
                    <p:blipFill>
                      <a:blip r:embed="rId48"/>
                      <a:stretch>
                        <a:fillRect/>
                      </a:stretch>
                    </p:blipFill>
                    <p:spPr>
                      <a:xfrm>
                        <a:off x="4899025" y="5799138"/>
                        <a:ext cx="2146300" cy="812800"/>
                      </a:xfrm>
                      <a:prstGeom prst="rect">
                        <a:avLst/>
                      </a:prstGeom>
                    </p:spPr>
                  </p:pic>
                </p:oleObj>
              </mc:Fallback>
            </mc:AlternateContent>
          </a:graphicData>
        </a:graphic>
      </p:graphicFrame>
      <p:graphicFrame>
        <p:nvGraphicFramePr>
          <p:cNvPr id="12" name="11 Objeto"/>
          <p:cNvGraphicFramePr>
            <a:graphicFrameLocks noChangeAspect="1"/>
          </p:cNvGraphicFramePr>
          <p:nvPr>
            <p:extLst>
              <p:ext uri="{D42A27DB-BD31-4B8C-83A1-F6EECF244321}">
                <p14:modId xmlns:p14="http://schemas.microsoft.com/office/powerpoint/2010/main" val="1851185730"/>
              </p:ext>
            </p:extLst>
          </p:nvPr>
        </p:nvGraphicFramePr>
        <p:xfrm>
          <a:off x="7587943" y="4797152"/>
          <a:ext cx="1041400" cy="533400"/>
        </p:xfrm>
        <a:graphic>
          <a:graphicData uri="http://schemas.openxmlformats.org/presentationml/2006/ole">
            <mc:AlternateContent xmlns:mc="http://schemas.openxmlformats.org/markup-compatibility/2006">
              <mc:Choice xmlns:v="urn:schemas-microsoft-com:vml" Requires="v">
                <p:oleObj name="Equation" r:id="rId49" imgW="1041120" imgH="533160" progId="Equation.DSMT4">
                  <p:embed/>
                </p:oleObj>
              </mc:Choice>
              <mc:Fallback>
                <p:oleObj name="Equation" r:id="rId49" imgW="1041120" imgH="533160" progId="Equation.DSMT4">
                  <p:embed/>
                  <p:pic>
                    <p:nvPicPr>
                      <p:cNvPr id="0" name=""/>
                      <p:cNvPicPr/>
                      <p:nvPr/>
                    </p:nvPicPr>
                    <p:blipFill>
                      <a:blip r:embed="rId50"/>
                      <a:stretch>
                        <a:fillRect/>
                      </a:stretch>
                    </p:blipFill>
                    <p:spPr>
                      <a:xfrm>
                        <a:off x="7587943" y="4797152"/>
                        <a:ext cx="1041400" cy="533400"/>
                      </a:xfrm>
                      <a:prstGeom prst="rect">
                        <a:avLst/>
                      </a:prstGeom>
                    </p:spPr>
                  </p:pic>
                </p:oleObj>
              </mc:Fallback>
            </mc:AlternateContent>
          </a:graphicData>
        </a:graphic>
      </p:graphicFrame>
    </p:spTree>
    <p:extLst>
      <p:ext uri="{BB962C8B-B14F-4D97-AF65-F5344CB8AC3E}">
        <p14:creationId xmlns:p14="http://schemas.microsoft.com/office/powerpoint/2010/main" val="2977696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sp>
        <p:nvSpPr>
          <p:cNvPr id="42" name="41 Rectángulo"/>
          <p:cNvSpPr>
            <a:spLocks noChangeArrowheads="1"/>
          </p:cNvSpPr>
          <p:nvPr/>
        </p:nvSpPr>
        <p:spPr bwMode="auto">
          <a:xfrm>
            <a:off x="323850" y="949325"/>
            <a:ext cx="84963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defRPr/>
            </a:pPr>
            <a:r>
              <a:rPr lang="es-MX" altLang="es-CL" sz="1600" dirty="0"/>
              <a:t>8.-  En la máquina de Atwood l</a:t>
            </a:r>
            <a:r>
              <a:rPr lang="es-MX" sz="1600" dirty="0"/>
              <a:t>a masa m1 es de 300gr y la  otra masa colgante es de 400 g, Calcular: </a:t>
            </a:r>
          </a:p>
          <a:p>
            <a:pPr marL="342900" indent="-342900" algn="just" eaLnBrk="1" hangingPunct="1">
              <a:buFontTx/>
              <a:buAutoNum type="alphaLcParenR"/>
              <a:defRPr/>
            </a:pPr>
            <a:r>
              <a:rPr lang="es-MX" sz="1600" dirty="0"/>
              <a:t>La aceleración del sistema.  </a:t>
            </a:r>
          </a:p>
          <a:p>
            <a:pPr marL="342900" indent="-342900" algn="just" eaLnBrk="1" hangingPunct="1">
              <a:buFontTx/>
              <a:buAutoNum type="alphaLcParenR"/>
              <a:defRPr/>
            </a:pPr>
            <a:r>
              <a:rPr lang="es-MX" sz="1600" dirty="0"/>
              <a:t>La tensión de la cuerda. </a:t>
            </a:r>
            <a:endParaRPr lang="es-CL" altLang="es-CL" sz="1600" dirty="0"/>
          </a:p>
        </p:txBody>
      </p:sp>
      <p:grpSp>
        <p:nvGrpSpPr>
          <p:cNvPr id="43" name="22 Grupo"/>
          <p:cNvGrpSpPr>
            <a:grpSpLocks/>
          </p:cNvGrpSpPr>
          <p:nvPr/>
        </p:nvGrpSpPr>
        <p:grpSpPr bwMode="auto">
          <a:xfrm>
            <a:off x="5724525" y="1341438"/>
            <a:ext cx="3095625" cy="3914775"/>
            <a:chOff x="799840" y="1908052"/>
            <a:chExt cx="3096178" cy="3914375"/>
          </a:xfrm>
        </p:grpSpPr>
        <p:cxnSp>
          <p:nvCxnSpPr>
            <p:cNvPr id="44" name="43 Conector recto"/>
            <p:cNvCxnSpPr/>
            <p:nvPr/>
          </p:nvCxnSpPr>
          <p:spPr>
            <a:xfrm>
              <a:off x="1884297" y="3057285"/>
              <a:ext cx="0" cy="12381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44 Conector recto"/>
            <p:cNvCxnSpPr/>
            <p:nvPr/>
          </p:nvCxnSpPr>
          <p:spPr>
            <a:xfrm>
              <a:off x="2735349" y="3008077"/>
              <a:ext cx="0" cy="23889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AutoShape 131"/>
            <p:cNvSpPr>
              <a:spLocks noChangeArrowheads="1"/>
            </p:cNvSpPr>
            <p:nvPr/>
          </p:nvSpPr>
          <p:spPr bwMode="hidden">
            <a:xfrm>
              <a:off x="1884522" y="2612384"/>
              <a:ext cx="853104" cy="890281"/>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8735" y="10800"/>
                  </a:moveTo>
                  <a:cubicBezTo>
                    <a:pt x="8735" y="11940"/>
                    <a:pt x="9660" y="12865"/>
                    <a:pt x="10800" y="12865"/>
                  </a:cubicBezTo>
                  <a:cubicBezTo>
                    <a:pt x="11940" y="12865"/>
                    <a:pt x="12865" y="11940"/>
                    <a:pt x="12865" y="10800"/>
                  </a:cubicBezTo>
                  <a:cubicBezTo>
                    <a:pt x="12865" y="9660"/>
                    <a:pt x="11940" y="8735"/>
                    <a:pt x="10800" y="8735"/>
                  </a:cubicBezTo>
                  <a:cubicBezTo>
                    <a:pt x="9660" y="8735"/>
                    <a:pt x="8735" y="9660"/>
                    <a:pt x="8735" y="10800"/>
                  </a:cubicBezTo>
                  <a:close/>
                </a:path>
              </a:pathLst>
            </a:custGeom>
            <a:solidFill>
              <a:schemeClr val="accent1"/>
            </a:solidFill>
            <a:ln w="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47" name="46 Rectángulo redondeado"/>
            <p:cNvSpPr/>
            <p:nvPr/>
          </p:nvSpPr>
          <p:spPr>
            <a:xfrm>
              <a:off x="2166922" y="2125517"/>
              <a:ext cx="287388" cy="1093676"/>
            </a:xfrm>
            <a:prstGeom prst="roundRect">
              <a:avLst/>
            </a:prstGeom>
            <a:solidFill>
              <a:schemeClr val="bg1">
                <a:lumMod val="85000"/>
              </a:schemeClr>
            </a:solidFill>
            <a:ln w="63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s-CL"/>
            </a:p>
          </p:txBody>
        </p:sp>
        <p:sp>
          <p:nvSpPr>
            <p:cNvPr id="48" name="47 Rectángulo"/>
            <p:cNvSpPr/>
            <p:nvPr/>
          </p:nvSpPr>
          <p:spPr>
            <a:xfrm>
              <a:off x="799840" y="1908052"/>
              <a:ext cx="3096178" cy="282546"/>
            </a:xfrm>
            <a:prstGeom prst="rect">
              <a:avLst/>
            </a:prstGeom>
            <a:pattFill prst="pct30">
              <a:fgClr>
                <a:schemeClr val="bg1">
                  <a:lumMod val="65000"/>
                </a:schemeClr>
              </a:fgClr>
              <a:bgClr>
                <a:schemeClr val="bg1"/>
              </a:bgClr>
            </a:pattFill>
            <a:ln>
              <a:no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s-CL"/>
            </a:p>
          </p:txBody>
        </p:sp>
        <p:sp>
          <p:nvSpPr>
            <p:cNvPr id="49" name="48 Trapecio"/>
            <p:cNvSpPr/>
            <p:nvPr/>
          </p:nvSpPr>
          <p:spPr>
            <a:xfrm>
              <a:off x="2519410" y="5390671"/>
              <a:ext cx="431877" cy="431756"/>
            </a:xfrm>
            <a:prstGeom prst="trapezoid">
              <a:avLst/>
            </a:prstGeom>
            <a:pattFill prst="sphere">
              <a:fgClr>
                <a:schemeClr val="bg1">
                  <a:lumMod val="65000"/>
                </a:schemeClr>
              </a:fgClr>
              <a:bgClr>
                <a:schemeClr val="bg1"/>
              </a:bgClr>
            </a:pattFill>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s-CL"/>
            </a:p>
          </p:txBody>
        </p:sp>
        <p:sp>
          <p:nvSpPr>
            <p:cNvPr id="50" name="49 Rectángulo redondeado"/>
            <p:cNvSpPr/>
            <p:nvPr/>
          </p:nvSpPr>
          <p:spPr>
            <a:xfrm>
              <a:off x="1708052" y="4289059"/>
              <a:ext cx="358839" cy="503186"/>
            </a:xfrm>
            <a:prstGeom prst="roundRect">
              <a:avLst/>
            </a:prstGeom>
            <a:pattFill prst="pct25">
              <a:fgClr>
                <a:schemeClr val="bg1">
                  <a:lumMod val="65000"/>
                </a:schemeClr>
              </a:fgClr>
              <a:bgClr>
                <a:schemeClr val="bg1"/>
              </a:bgClr>
            </a:pattFill>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s-CL"/>
            </a:p>
          </p:txBody>
        </p:sp>
        <p:sp>
          <p:nvSpPr>
            <p:cNvPr id="51" name="30 CuadroTexto"/>
            <p:cNvSpPr txBox="1">
              <a:spLocks noChangeArrowheads="1"/>
            </p:cNvSpPr>
            <p:nvPr/>
          </p:nvSpPr>
          <p:spPr bwMode="auto">
            <a:xfrm>
              <a:off x="1301702" y="4356177"/>
              <a:ext cx="4619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dirty="0"/>
                <a:t>m</a:t>
              </a:r>
              <a:r>
                <a:rPr lang="es-CL" altLang="es-CL" baseline="-25000" dirty="0"/>
                <a:t>1</a:t>
              </a:r>
            </a:p>
          </p:txBody>
        </p:sp>
        <p:sp>
          <p:nvSpPr>
            <p:cNvPr id="52" name="31 CuadroTexto"/>
            <p:cNvSpPr txBox="1">
              <a:spLocks noChangeArrowheads="1"/>
            </p:cNvSpPr>
            <p:nvPr/>
          </p:nvSpPr>
          <p:spPr bwMode="auto">
            <a:xfrm>
              <a:off x="2885878" y="5237071"/>
              <a:ext cx="4619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dirty="0"/>
                <a:t>m</a:t>
              </a:r>
              <a:r>
                <a:rPr lang="es-CL" altLang="es-CL" baseline="-25000" dirty="0"/>
                <a:t>2</a:t>
              </a:r>
            </a:p>
          </p:txBody>
        </p:sp>
      </p:grpSp>
      <p:cxnSp>
        <p:nvCxnSpPr>
          <p:cNvPr id="53" name="52 Conector recto de flecha"/>
          <p:cNvCxnSpPr/>
          <p:nvPr/>
        </p:nvCxnSpPr>
        <p:spPr bwMode="auto">
          <a:xfrm>
            <a:off x="6808788" y="3974306"/>
            <a:ext cx="0" cy="1182886"/>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54" name="53 Objeto"/>
          <p:cNvGraphicFramePr>
            <a:graphicFrameLocks noChangeAspect="1"/>
          </p:cNvGraphicFramePr>
          <p:nvPr>
            <p:extLst>
              <p:ext uri="{D42A27DB-BD31-4B8C-83A1-F6EECF244321}">
                <p14:modId xmlns:p14="http://schemas.microsoft.com/office/powerpoint/2010/main" val="3206352256"/>
              </p:ext>
            </p:extLst>
          </p:nvPr>
        </p:nvGraphicFramePr>
        <p:xfrm>
          <a:off x="6400029" y="4741182"/>
          <a:ext cx="279400" cy="228600"/>
        </p:xfrm>
        <a:graphic>
          <a:graphicData uri="http://schemas.openxmlformats.org/presentationml/2006/ole">
            <mc:AlternateContent xmlns:mc="http://schemas.openxmlformats.org/markup-compatibility/2006">
              <mc:Choice xmlns:v="urn:schemas-microsoft-com:vml" Requires="v">
                <p:oleObj name="Equation" r:id="rId2" imgW="279360" imgH="228600" progId="Equation.DSMT4">
                  <p:embed/>
                </p:oleObj>
              </mc:Choice>
              <mc:Fallback>
                <p:oleObj name="Equation" r:id="rId2" imgW="279360" imgH="228600" progId="Equation.DSMT4">
                  <p:embed/>
                  <p:pic>
                    <p:nvPicPr>
                      <p:cNvPr id="0" name=""/>
                      <p:cNvPicPr/>
                      <p:nvPr/>
                    </p:nvPicPr>
                    <p:blipFill>
                      <a:blip r:embed="rId3"/>
                      <a:stretch>
                        <a:fillRect/>
                      </a:stretch>
                    </p:blipFill>
                    <p:spPr>
                      <a:xfrm>
                        <a:off x="6400029" y="4741182"/>
                        <a:ext cx="279400" cy="228600"/>
                      </a:xfrm>
                      <a:prstGeom prst="rect">
                        <a:avLst/>
                      </a:prstGeom>
                    </p:spPr>
                  </p:pic>
                </p:oleObj>
              </mc:Fallback>
            </mc:AlternateContent>
          </a:graphicData>
        </a:graphic>
      </p:graphicFrame>
      <p:cxnSp>
        <p:nvCxnSpPr>
          <p:cNvPr id="55" name="54 Conector recto de flecha"/>
          <p:cNvCxnSpPr/>
          <p:nvPr/>
        </p:nvCxnSpPr>
        <p:spPr bwMode="auto">
          <a:xfrm flipV="1">
            <a:off x="6811962" y="2607476"/>
            <a:ext cx="0" cy="1121562"/>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56" name="55 Objeto"/>
          <p:cNvGraphicFramePr>
            <a:graphicFrameLocks noChangeAspect="1"/>
          </p:cNvGraphicFramePr>
          <p:nvPr>
            <p:extLst>
              <p:ext uri="{D42A27DB-BD31-4B8C-83A1-F6EECF244321}">
                <p14:modId xmlns:p14="http://schemas.microsoft.com/office/powerpoint/2010/main" val="3860636544"/>
              </p:ext>
            </p:extLst>
          </p:nvPr>
        </p:nvGraphicFramePr>
        <p:xfrm>
          <a:off x="6548500" y="2965057"/>
          <a:ext cx="139700" cy="203200"/>
        </p:xfrm>
        <a:graphic>
          <a:graphicData uri="http://schemas.openxmlformats.org/presentationml/2006/ole">
            <mc:AlternateContent xmlns:mc="http://schemas.openxmlformats.org/markup-compatibility/2006">
              <mc:Choice xmlns:v="urn:schemas-microsoft-com:vml" Requires="v">
                <p:oleObj name="Equation" r:id="rId4" imgW="139680" imgH="203040" progId="Equation.DSMT4">
                  <p:embed/>
                </p:oleObj>
              </mc:Choice>
              <mc:Fallback>
                <p:oleObj name="Equation" r:id="rId4" imgW="139680" imgH="203040" progId="Equation.DSMT4">
                  <p:embed/>
                  <p:pic>
                    <p:nvPicPr>
                      <p:cNvPr id="0" name=""/>
                      <p:cNvPicPr/>
                      <p:nvPr/>
                    </p:nvPicPr>
                    <p:blipFill>
                      <a:blip r:embed="rId5"/>
                      <a:stretch>
                        <a:fillRect/>
                      </a:stretch>
                    </p:blipFill>
                    <p:spPr>
                      <a:xfrm>
                        <a:off x="6548500" y="2965057"/>
                        <a:ext cx="139700" cy="203200"/>
                      </a:xfrm>
                      <a:prstGeom prst="rect">
                        <a:avLst/>
                      </a:prstGeom>
                    </p:spPr>
                  </p:pic>
                </p:oleObj>
              </mc:Fallback>
            </mc:AlternateContent>
          </a:graphicData>
        </a:graphic>
      </p:graphicFrame>
      <p:cxnSp>
        <p:nvCxnSpPr>
          <p:cNvPr id="57" name="56 Conector recto de flecha"/>
          <p:cNvCxnSpPr/>
          <p:nvPr/>
        </p:nvCxnSpPr>
        <p:spPr bwMode="auto">
          <a:xfrm flipV="1">
            <a:off x="7661965" y="3733920"/>
            <a:ext cx="0" cy="1121562"/>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58" name="57 Objeto"/>
          <p:cNvGraphicFramePr>
            <a:graphicFrameLocks noChangeAspect="1"/>
          </p:cNvGraphicFramePr>
          <p:nvPr>
            <p:extLst>
              <p:ext uri="{D42A27DB-BD31-4B8C-83A1-F6EECF244321}">
                <p14:modId xmlns:p14="http://schemas.microsoft.com/office/powerpoint/2010/main" val="3378060330"/>
              </p:ext>
            </p:extLst>
          </p:nvPr>
        </p:nvGraphicFramePr>
        <p:xfrm>
          <a:off x="7812422" y="4057583"/>
          <a:ext cx="139700" cy="203200"/>
        </p:xfrm>
        <a:graphic>
          <a:graphicData uri="http://schemas.openxmlformats.org/presentationml/2006/ole">
            <mc:AlternateContent xmlns:mc="http://schemas.openxmlformats.org/markup-compatibility/2006">
              <mc:Choice xmlns:v="urn:schemas-microsoft-com:vml" Requires="v">
                <p:oleObj name="Equation" r:id="rId4" imgW="139680" imgH="203040" progId="Equation.DSMT4">
                  <p:embed/>
                </p:oleObj>
              </mc:Choice>
              <mc:Fallback>
                <p:oleObj name="Equation" r:id="rId4" imgW="139680" imgH="203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12422" y="4057583"/>
                        <a:ext cx="1397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9" name="58 Conector recto de flecha"/>
          <p:cNvCxnSpPr/>
          <p:nvPr/>
        </p:nvCxnSpPr>
        <p:spPr bwMode="auto">
          <a:xfrm>
            <a:off x="7661965" y="5040313"/>
            <a:ext cx="0" cy="1512168"/>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0" name="59 Objeto"/>
          <p:cNvGraphicFramePr>
            <a:graphicFrameLocks noChangeAspect="1"/>
          </p:cNvGraphicFramePr>
          <p:nvPr>
            <p:extLst>
              <p:ext uri="{D42A27DB-BD31-4B8C-83A1-F6EECF244321}">
                <p14:modId xmlns:p14="http://schemas.microsoft.com/office/powerpoint/2010/main" val="3935298718"/>
              </p:ext>
            </p:extLst>
          </p:nvPr>
        </p:nvGraphicFramePr>
        <p:xfrm>
          <a:off x="7774131" y="6021288"/>
          <a:ext cx="304800" cy="228600"/>
        </p:xfrm>
        <a:graphic>
          <a:graphicData uri="http://schemas.openxmlformats.org/presentationml/2006/ole">
            <mc:AlternateContent xmlns:mc="http://schemas.openxmlformats.org/markup-compatibility/2006">
              <mc:Choice xmlns:v="urn:schemas-microsoft-com:vml" Requires="v">
                <p:oleObj name="Equation" r:id="rId7" imgW="304560" imgH="228600" progId="Equation.DSMT4">
                  <p:embed/>
                </p:oleObj>
              </mc:Choice>
              <mc:Fallback>
                <p:oleObj name="Equation" r:id="rId7" imgW="304560" imgH="228600" progId="Equation.DSMT4">
                  <p:embed/>
                  <p:pic>
                    <p:nvPicPr>
                      <p:cNvPr id="0" name=""/>
                      <p:cNvPicPr/>
                      <p:nvPr/>
                    </p:nvPicPr>
                    <p:blipFill>
                      <a:blip r:embed="rId8"/>
                      <a:stretch>
                        <a:fillRect/>
                      </a:stretch>
                    </p:blipFill>
                    <p:spPr>
                      <a:xfrm>
                        <a:off x="7774131" y="6021288"/>
                        <a:ext cx="304800" cy="228600"/>
                      </a:xfrm>
                      <a:prstGeom prst="rect">
                        <a:avLst/>
                      </a:prstGeom>
                    </p:spPr>
                  </p:pic>
                </p:oleObj>
              </mc:Fallback>
            </mc:AlternateContent>
          </a:graphicData>
        </a:graphic>
      </p:graphicFrame>
      <p:sp>
        <p:nvSpPr>
          <p:cNvPr id="61" name="60 Arco"/>
          <p:cNvSpPr/>
          <p:nvPr/>
        </p:nvSpPr>
        <p:spPr bwMode="auto">
          <a:xfrm>
            <a:off x="6515031" y="1770788"/>
            <a:ext cx="1440000" cy="1440000"/>
          </a:xfrm>
          <a:prstGeom prst="arc">
            <a:avLst>
              <a:gd name="adj1" fmla="val 10716461"/>
              <a:gd name="adj2" fmla="val 0"/>
            </a:avLst>
          </a:prstGeom>
          <a:noFill/>
          <a:ln w="12700" cap="flat" cmpd="sng" algn="ctr">
            <a:solidFill>
              <a:schemeClr val="tx1"/>
            </a:solidFill>
            <a:prstDash val="solid"/>
            <a:round/>
            <a:headEnd type="none" w="med" len="med"/>
            <a:tailEnd type="arrow"/>
          </a:ln>
          <a:effectLst/>
        </p:spPr>
        <p:txBody>
          <a:bodyPr rtlCol="0" anchor="ctr"/>
          <a:lstStyle/>
          <a:p>
            <a:pPr algn="ctr"/>
            <a:endParaRPr lang="es-CL"/>
          </a:p>
        </p:txBody>
      </p:sp>
      <p:sp>
        <p:nvSpPr>
          <p:cNvPr id="62" name="61 CuadroTexto"/>
          <p:cNvSpPr txBox="1"/>
          <p:nvPr/>
        </p:nvSpPr>
        <p:spPr>
          <a:xfrm>
            <a:off x="691766" y="2078065"/>
            <a:ext cx="1225272" cy="276999"/>
          </a:xfrm>
          <a:prstGeom prst="rect">
            <a:avLst/>
          </a:prstGeom>
          <a:noFill/>
        </p:spPr>
        <p:txBody>
          <a:bodyPr wrap="none" rtlCol="0">
            <a:spAutoFit/>
          </a:bodyPr>
          <a:lstStyle/>
          <a:p>
            <a:r>
              <a:rPr lang="es-CL" sz="1200" dirty="0"/>
              <a:t>Para cuerpo m</a:t>
            </a:r>
            <a:r>
              <a:rPr lang="es-CL" sz="1200" baseline="-25000" dirty="0"/>
              <a:t>1</a:t>
            </a:r>
          </a:p>
        </p:txBody>
      </p:sp>
      <p:graphicFrame>
        <p:nvGraphicFramePr>
          <p:cNvPr id="63" name="62 Objeto"/>
          <p:cNvGraphicFramePr>
            <a:graphicFrameLocks noChangeAspect="1"/>
          </p:cNvGraphicFramePr>
          <p:nvPr>
            <p:extLst>
              <p:ext uri="{D42A27DB-BD31-4B8C-83A1-F6EECF244321}">
                <p14:modId xmlns:p14="http://schemas.microsoft.com/office/powerpoint/2010/main" val="2974853334"/>
              </p:ext>
            </p:extLst>
          </p:nvPr>
        </p:nvGraphicFramePr>
        <p:xfrm>
          <a:off x="801492" y="3280569"/>
          <a:ext cx="927100" cy="228600"/>
        </p:xfrm>
        <a:graphic>
          <a:graphicData uri="http://schemas.openxmlformats.org/presentationml/2006/ole">
            <mc:AlternateContent xmlns:mc="http://schemas.openxmlformats.org/markup-compatibility/2006">
              <mc:Choice xmlns:v="urn:schemas-microsoft-com:vml" Requires="v">
                <p:oleObj name="Equation" r:id="rId9" imgW="927000" imgH="228600" progId="Equation.DSMT4">
                  <p:embed/>
                </p:oleObj>
              </mc:Choice>
              <mc:Fallback>
                <p:oleObj name="Equation" r:id="rId9" imgW="927000" imgH="228600" progId="Equation.DSMT4">
                  <p:embed/>
                  <p:pic>
                    <p:nvPicPr>
                      <p:cNvPr id="0" name=""/>
                      <p:cNvPicPr/>
                      <p:nvPr/>
                    </p:nvPicPr>
                    <p:blipFill>
                      <a:blip r:embed="rId10"/>
                      <a:stretch>
                        <a:fillRect/>
                      </a:stretch>
                    </p:blipFill>
                    <p:spPr>
                      <a:xfrm>
                        <a:off x="801492" y="3280569"/>
                        <a:ext cx="927100" cy="228600"/>
                      </a:xfrm>
                      <a:prstGeom prst="rect">
                        <a:avLst/>
                      </a:prstGeom>
                    </p:spPr>
                  </p:pic>
                </p:oleObj>
              </mc:Fallback>
            </mc:AlternateContent>
          </a:graphicData>
        </a:graphic>
      </p:graphicFrame>
      <p:sp>
        <p:nvSpPr>
          <p:cNvPr id="64" name="63 CuadroTexto"/>
          <p:cNvSpPr txBox="1"/>
          <p:nvPr/>
        </p:nvSpPr>
        <p:spPr>
          <a:xfrm>
            <a:off x="707046" y="2805202"/>
            <a:ext cx="1225272" cy="276999"/>
          </a:xfrm>
          <a:prstGeom prst="rect">
            <a:avLst/>
          </a:prstGeom>
          <a:noFill/>
        </p:spPr>
        <p:txBody>
          <a:bodyPr wrap="none" rtlCol="0">
            <a:spAutoFit/>
          </a:bodyPr>
          <a:lstStyle/>
          <a:p>
            <a:r>
              <a:rPr lang="es-CL" sz="1200" dirty="0"/>
              <a:t>Para cuerpo m</a:t>
            </a:r>
            <a:r>
              <a:rPr lang="es-CL" sz="1200" baseline="-25000" dirty="0"/>
              <a:t>2</a:t>
            </a:r>
          </a:p>
        </p:txBody>
      </p:sp>
      <p:graphicFrame>
        <p:nvGraphicFramePr>
          <p:cNvPr id="65" name="64 Objeto"/>
          <p:cNvGraphicFramePr>
            <a:graphicFrameLocks noChangeAspect="1"/>
          </p:cNvGraphicFramePr>
          <p:nvPr>
            <p:extLst>
              <p:ext uri="{D42A27DB-BD31-4B8C-83A1-F6EECF244321}">
                <p14:modId xmlns:p14="http://schemas.microsoft.com/office/powerpoint/2010/main" val="2247061304"/>
              </p:ext>
            </p:extLst>
          </p:nvPr>
        </p:nvGraphicFramePr>
        <p:xfrm>
          <a:off x="859902" y="2480476"/>
          <a:ext cx="889000" cy="228600"/>
        </p:xfrm>
        <a:graphic>
          <a:graphicData uri="http://schemas.openxmlformats.org/presentationml/2006/ole">
            <mc:AlternateContent xmlns:mc="http://schemas.openxmlformats.org/markup-compatibility/2006">
              <mc:Choice xmlns:v="urn:schemas-microsoft-com:vml" Requires="v">
                <p:oleObj name="Equation" r:id="rId11" imgW="888840" imgH="228600" progId="Equation.DSMT4">
                  <p:embed/>
                </p:oleObj>
              </mc:Choice>
              <mc:Fallback>
                <p:oleObj name="Equation" r:id="rId11" imgW="888840" imgH="228600" progId="Equation.DSMT4">
                  <p:embed/>
                  <p:pic>
                    <p:nvPicPr>
                      <p:cNvPr id="0" name=""/>
                      <p:cNvPicPr/>
                      <p:nvPr/>
                    </p:nvPicPr>
                    <p:blipFill>
                      <a:blip r:embed="rId12"/>
                      <a:stretch>
                        <a:fillRect/>
                      </a:stretch>
                    </p:blipFill>
                    <p:spPr>
                      <a:xfrm>
                        <a:off x="859902" y="2480476"/>
                        <a:ext cx="889000" cy="228600"/>
                      </a:xfrm>
                      <a:prstGeom prst="rect">
                        <a:avLst/>
                      </a:prstGeom>
                    </p:spPr>
                  </p:pic>
                </p:oleObj>
              </mc:Fallback>
            </mc:AlternateContent>
          </a:graphicData>
        </a:graphic>
      </p:graphicFrame>
      <p:graphicFrame>
        <p:nvGraphicFramePr>
          <p:cNvPr id="66" name="65 Objeto"/>
          <p:cNvGraphicFramePr>
            <a:graphicFrameLocks noChangeAspect="1"/>
          </p:cNvGraphicFramePr>
          <p:nvPr>
            <p:extLst>
              <p:ext uri="{D42A27DB-BD31-4B8C-83A1-F6EECF244321}">
                <p14:modId xmlns:p14="http://schemas.microsoft.com/office/powerpoint/2010/main" val="404464194"/>
              </p:ext>
            </p:extLst>
          </p:nvPr>
        </p:nvGraphicFramePr>
        <p:xfrm>
          <a:off x="2563974" y="2535803"/>
          <a:ext cx="1143000" cy="431800"/>
        </p:xfrm>
        <a:graphic>
          <a:graphicData uri="http://schemas.openxmlformats.org/presentationml/2006/ole">
            <mc:AlternateContent xmlns:mc="http://schemas.openxmlformats.org/markup-compatibility/2006">
              <mc:Choice xmlns:v="urn:schemas-microsoft-com:vml" Requires="v">
                <p:oleObj name="Equation" r:id="rId13" imgW="1143000" imgH="431640" progId="Equation.DSMT4">
                  <p:embed/>
                </p:oleObj>
              </mc:Choice>
              <mc:Fallback>
                <p:oleObj name="Equation" r:id="rId13" imgW="1143000" imgH="431640" progId="Equation.DSMT4">
                  <p:embed/>
                  <p:pic>
                    <p:nvPicPr>
                      <p:cNvPr id="0" name=""/>
                      <p:cNvPicPr>
                        <a:picLocks noChangeAspect="1" noChangeArrowheads="1"/>
                      </p:cNvPicPr>
                      <p:nvPr/>
                    </p:nvPicPr>
                    <p:blipFill>
                      <a:blip r:embed="rId14"/>
                      <a:srcRect/>
                      <a:stretch>
                        <a:fillRect/>
                      </a:stretch>
                    </p:blipFill>
                    <p:spPr bwMode="auto">
                      <a:xfrm>
                        <a:off x="2563974" y="2535803"/>
                        <a:ext cx="1143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 name="66 Objeto"/>
          <p:cNvGraphicFramePr>
            <a:graphicFrameLocks noChangeAspect="1"/>
          </p:cNvGraphicFramePr>
          <p:nvPr>
            <p:extLst>
              <p:ext uri="{D42A27DB-BD31-4B8C-83A1-F6EECF244321}">
                <p14:modId xmlns:p14="http://schemas.microsoft.com/office/powerpoint/2010/main" val="2298201875"/>
              </p:ext>
            </p:extLst>
          </p:nvPr>
        </p:nvGraphicFramePr>
        <p:xfrm>
          <a:off x="2563974" y="3232601"/>
          <a:ext cx="1168400" cy="431800"/>
        </p:xfrm>
        <a:graphic>
          <a:graphicData uri="http://schemas.openxmlformats.org/presentationml/2006/ole">
            <mc:AlternateContent xmlns:mc="http://schemas.openxmlformats.org/markup-compatibility/2006">
              <mc:Choice xmlns:v="urn:schemas-microsoft-com:vml" Requires="v">
                <p:oleObj name="Equation" r:id="rId15" imgW="1168200" imgH="431640" progId="Equation.DSMT4">
                  <p:embed/>
                </p:oleObj>
              </mc:Choice>
              <mc:Fallback>
                <p:oleObj name="Equation" r:id="rId15" imgW="1168200" imgH="431640" progId="Equation.DSMT4">
                  <p:embed/>
                  <p:pic>
                    <p:nvPicPr>
                      <p:cNvPr id="0" name=""/>
                      <p:cNvPicPr>
                        <a:picLocks noChangeAspect="1" noChangeArrowheads="1"/>
                      </p:cNvPicPr>
                      <p:nvPr/>
                    </p:nvPicPr>
                    <p:blipFill>
                      <a:blip r:embed="rId16"/>
                      <a:srcRect/>
                      <a:stretch>
                        <a:fillRect/>
                      </a:stretch>
                    </p:blipFill>
                    <p:spPr bwMode="auto">
                      <a:xfrm>
                        <a:off x="2563974" y="3232601"/>
                        <a:ext cx="1168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 name="67 Objeto"/>
          <p:cNvGraphicFramePr>
            <a:graphicFrameLocks noChangeAspect="1"/>
          </p:cNvGraphicFramePr>
          <p:nvPr>
            <p:extLst>
              <p:ext uri="{D42A27DB-BD31-4B8C-83A1-F6EECF244321}">
                <p14:modId xmlns:p14="http://schemas.microsoft.com/office/powerpoint/2010/main" val="634570341"/>
              </p:ext>
            </p:extLst>
          </p:nvPr>
        </p:nvGraphicFramePr>
        <p:xfrm>
          <a:off x="4364174" y="2401964"/>
          <a:ext cx="787400" cy="889000"/>
        </p:xfrm>
        <a:graphic>
          <a:graphicData uri="http://schemas.openxmlformats.org/presentationml/2006/ole">
            <mc:AlternateContent xmlns:mc="http://schemas.openxmlformats.org/markup-compatibility/2006">
              <mc:Choice xmlns:v="urn:schemas-microsoft-com:vml" Requires="v">
                <p:oleObj name="Equation" r:id="rId17" imgW="787320" imgH="888840" progId="Equation.DSMT4">
                  <p:embed/>
                </p:oleObj>
              </mc:Choice>
              <mc:Fallback>
                <p:oleObj name="Equation" r:id="rId17" imgW="787320" imgH="888840" progId="Equation.DSMT4">
                  <p:embed/>
                  <p:pic>
                    <p:nvPicPr>
                      <p:cNvPr id="0" name=""/>
                      <p:cNvPicPr/>
                      <p:nvPr/>
                    </p:nvPicPr>
                    <p:blipFill>
                      <a:blip r:embed="rId18"/>
                      <a:stretch>
                        <a:fillRect/>
                      </a:stretch>
                    </p:blipFill>
                    <p:spPr>
                      <a:xfrm>
                        <a:off x="4364174" y="2401964"/>
                        <a:ext cx="787400" cy="889000"/>
                      </a:xfrm>
                      <a:prstGeom prst="rect">
                        <a:avLst/>
                      </a:prstGeom>
                    </p:spPr>
                  </p:pic>
                </p:oleObj>
              </mc:Fallback>
            </mc:AlternateContent>
          </a:graphicData>
        </a:graphic>
      </p:graphicFrame>
      <p:graphicFrame>
        <p:nvGraphicFramePr>
          <p:cNvPr id="69" name="68 Objeto"/>
          <p:cNvGraphicFramePr>
            <a:graphicFrameLocks noChangeAspect="1"/>
          </p:cNvGraphicFramePr>
          <p:nvPr>
            <p:extLst>
              <p:ext uri="{D42A27DB-BD31-4B8C-83A1-F6EECF244321}">
                <p14:modId xmlns:p14="http://schemas.microsoft.com/office/powerpoint/2010/main" val="137330360"/>
              </p:ext>
            </p:extLst>
          </p:nvPr>
        </p:nvGraphicFramePr>
        <p:xfrm>
          <a:off x="4378437" y="3438525"/>
          <a:ext cx="1041400" cy="660400"/>
        </p:xfrm>
        <a:graphic>
          <a:graphicData uri="http://schemas.openxmlformats.org/presentationml/2006/ole">
            <mc:AlternateContent xmlns:mc="http://schemas.openxmlformats.org/markup-compatibility/2006">
              <mc:Choice xmlns:v="urn:schemas-microsoft-com:vml" Requires="v">
                <p:oleObj name="Equation" r:id="rId19" imgW="1041120" imgH="660240" progId="Equation.DSMT4">
                  <p:embed/>
                </p:oleObj>
              </mc:Choice>
              <mc:Fallback>
                <p:oleObj name="Equation" r:id="rId19" imgW="1041120" imgH="660240" progId="Equation.DSMT4">
                  <p:embed/>
                  <p:pic>
                    <p:nvPicPr>
                      <p:cNvPr id="0" name=""/>
                      <p:cNvPicPr/>
                      <p:nvPr/>
                    </p:nvPicPr>
                    <p:blipFill>
                      <a:blip r:embed="rId20"/>
                      <a:stretch>
                        <a:fillRect/>
                      </a:stretch>
                    </p:blipFill>
                    <p:spPr>
                      <a:xfrm>
                        <a:off x="4378437" y="3438525"/>
                        <a:ext cx="1041400" cy="660400"/>
                      </a:xfrm>
                      <a:prstGeom prst="rect">
                        <a:avLst/>
                      </a:prstGeom>
                    </p:spPr>
                  </p:pic>
                </p:oleObj>
              </mc:Fallback>
            </mc:AlternateContent>
          </a:graphicData>
        </a:graphic>
      </p:graphicFrame>
      <p:sp>
        <p:nvSpPr>
          <p:cNvPr id="70" name="69 CuadroTexto"/>
          <p:cNvSpPr txBox="1"/>
          <p:nvPr/>
        </p:nvSpPr>
        <p:spPr>
          <a:xfrm>
            <a:off x="251520" y="5890932"/>
            <a:ext cx="5329237" cy="1015663"/>
          </a:xfrm>
          <a:prstGeom prst="rect">
            <a:avLst/>
          </a:prstGeom>
          <a:solidFill>
            <a:srgbClr val="FF0000">
              <a:alpha val="21000"/>
            </a:srgbClr>
          </a:solidFill>
        </p:spPr>
        <p:txBody>
          <a:bodyPr wrap="square" rtlCol="0">
            <a:spAutoFit/>
          </a:bodyPr>
          <a:lstStyle/>
          <a:p>
            <a:pPr algn="just"/>
            <a:r>
              <a:rPr lang="es-CL" sz="1200" dirty="0"/>
              <a:t>En todos los casos se supone:</a:t>
            </a:r>
          </a:p>
          <a:p>
            <a:pPr marL="628650" lvl="1" indent="-171450" algn="just">
              <a:buFont typeface="Arial" panose="020B0604020202020204" pitchFamily="34" charset="0"/>
              <a:buChar char="•"/>
            </a:pPr>
            <a:r>
              <a:rPr lang="es-CL" sz="1200" dirty="0"/>
              <a:t>Las poleas no tienen masa</a:t>
            </a:r>
          </a:p>
          <a:p>
            <a:pPr marL="628650" lvl="1" indent="-171450" algn="just">
              <a:buFont typeface="Arial" panose="020B0604020202020204" pitchFamily="34" charset="0"/>
              <a:buChar char="•"/>
            </a:pPr>
            <a:r>
              <a:rPr lang="es-CL" sz="1200" dirty="0"/>
              <a:t>Las cuerdas son inextensibles y de masa despreciable</a:t>
            </a:r>
          </a:p>
          <a:p>
            <a:pPr marL="628650" lvl="1" indent="-171450" algn="just">
              <a:buFont typeface="Arial" panose="020B0604020202020204" pitchFamily="34" charset="0"/>
              <a:buChar char="•"/>
            </a:pPr>
            <a:r>
              <a:rPr lang="es-CL" sz="1200" dirty="0"/>
              <a:t>No hay roce entre la polea y la cuerda</a:t>
            </a:r>
          </a:p>
          <a:p>
            <a:pPr marL="628650" lvl="1" indent="-171450" algn="just">
              <a:buFont typeface="Arial" panose="020B0604020202020204" pitchFamily="34" charset="0"/>
              <a:buChar char="•"/>
            </a:pPr>
            <a:r>
              <a:rPr lang="es-CL" sz="1200" dirty="0"/>
              <a:t>La tensión es la misma en toda la cuerda</a:t>
            </a:r>
          </a:p>
        </p:txBody>
      </p:sp>
      <p:graphicFrame>
        <p:nvGraphicFramePr>
          <p:cNvPr id="71" name="70 Objeto"/>
          <p:cNvGraphicFramePr>
            <a:graphicFrameLocks noChangeAspect="1"/>
          </p:cNvGraphicFramePr>
          <p:nvPr>
            <p:extLst>
              <p:ext uri="{D42A27DB-BD31-4B8C-83A1-F6EECF244321}">
                <p14:modId xmlns:p14="http://schemas.microsoft.com/office/powerpoint/2010/main" val="982834902"/>
              </p:ext>
            </p:extLst>
          </p:nvPr>
        </p:nvGraphicFramePr>
        <p:xfrm>
          <a:off x="3234556" y="4177365"/>
          <a:ext cx="1028700" cy="241300"/>
        </p:xfrm>
        <a:graphic>
          <a:graphicData uri="http://schemas.openxmlformats.org/presentationml/2006/ole">
            <mc:AlternateContent xmlns:mc="http://schemas.openxmlformats.org/markup-compatibility/2006">
              <mc:Choice xmlns:v="urn:schemas-microsoft-com:vml" Requires="v">
                <p:oleObj name="Equation" r:id="rId21" imgW="1028520" imgH="241200" progId="Equation.DSMT4">
                  <p:embed/>
                </p:oleObj>
              </mc:Choice>
              <mc:Fallback>
                <p:oleObj name="Equation" r:id="rId21" imgW="1028520" imgH="241200" progId="Equation.DSMT4">
                  <p:embed/>
                  <p:pic>
                    <p:nvPicPr>
                      <p:cNvPr id="0" name=""/>
                      <p:cNvPicPr/>
                      <p:nvPr/>
                    </p:nvPicPr>
                    <p:blipFill>
                      <a:blip r:embed="rId22"/>
                      <a:stretch>
                        <a:fillRect/>
                      </a:stretch>
                    </p:blipFill>
                    <p:spPr>
                      <a:xfrm>
                        <a:off x="3234556" y="4177365"/>
                        <a:ext cx="1028700" cy="241300"/>
                      </a:xfrm>
                      <a:prstGeom prst="rect">
                        <a:avLst/>
                      </a:prstGeom>
                    </p:spPr>
                  </p:pic>
                </p:oleObj>
              </mc:Fallback>
            </mc:AlternateContent>
          </a:graphicData>
        </a:graphic>
      </p:graphicFrame>
      <p:graphicFrame>
        <p:nvGraphicFramePr>
          <p:cNvPr id="72" name="71 Objeto"/>
          <p:cNvGraphicFramePr>
            <a:graphicFrameLocks noChangeAspect="1"/>
          </p:cNvGraphicFramePr>
          <p:nvPr>
            <p:extLst>
              <p:ext uri="{D42A27DB-BD31-4B8C-83A1-F6EECF244321}">
                <p14:modId xmlns:p14="http://schemas.microsoft.com/office/powerpoint/2010/main" val="275160869"/>
              </p:ext>
            </p:extLst>
          </p:nvPr>
        </p:nvGraphicFramePr>
        <p:xfrm>
          <a:off x="3234556" y="4543797"/>
          <a:ext cx="863600" cy="254000"/>
        </p:xfrm>
        <a:graphic>
          <a:graphicData uri="http://schemas.openxmlformats.org/presentationml/2006/ole">
            <mc:AlternateContent xmlns:mc="http://schemas.openxmlformats.org/markup-compatibility/2006">
              <mc:Choice xmlns:v="urn:schemas-microsoft-com:vml" Requires="v">
                <p:oleObj name="Equation" r:id="rId23" imgW="863280" imgH="253800" progId="Equation.DSMT4">
                  <p:embed/>
                </p:oleObj>
              </mc:Choice>
              <mc:Fallback>
                <p:oleObj name="Equation" r:id="rId23" imgW="863280" imgH="253800" progId="Equation.DSMT4">
                  <p:embed/>
                  <p:pic>
                    <p:nvPicPr>
                      <p:cNvPr id="0" name=""/>
                      <p:cNvPicPr/>
                      <p:nvPr/>
                    </p:nvPicPr>
                    <p:blipFill>
                      <a:blip r:embed="rId24"/>
                      <a:stretch>
                        <a:fillRect/>
                      </a:stretch>
                    </p:blipFill>
                    <p:spPr>
                      <a:xfrm>
                        <a:off x="3234556" y="4543797"/>
                        <a:ext cx="863600" cy="254000"/>
                      </a:xfrm>
                      <a:prstGeom prst="rect">
                        <a:avLst/>
                      </a:prstGeom>
                    </p:spPr>
                  </p:pic>
                </p:oleObj>
              </mc:Fallback>
            </mc:AlternateContent>
          </a:graphicData>
        </a:graphic>
      </p:graphicFrame>
      <p:sp>
        <p:nvSpPr>
          <p:cNvPr id="73" name="72 Rectángulo"/>
          <p:cNvSpPr/>
          <p:nvPr/>
        </p:nvSpPr>
        <p:spPr bwMode="auto">
          <a:xfrm>
            <a:off x="1187624" y="5206900"/>
            <a:ext cx="360040" cy="206121"/>
          </a:xfrm>
          <a:prstGeom prst="rect">
            <a:avLst/>
          </a:pr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s-CL" sz="1800" b="0" i="0" u="none" strike="noStrike" cap="none" normalizeH="0" baseline="0">
              <a:ln>
                <a:noFill/>
              </a:ln>
              <a:solidFill>
                <a:schemeClr val="tx1"/>
              </a:solidFill>
              <a:effectLst/>
              <a:latin typeface="Tahoma" pitchFamily="34" charset="0"/>
            </a:endParaRPr>
          </a:p>
        </p:txBody>
      </p:sp>
      <p:sp>
        <p:nvSpPr>
          <p:cNvPr id="74" name="73 Rectángulo"/>
          <p:cNvSpPr/>
          <p:nvPr/>
        </p:nvSpPr>
        <p:spPr bwMode="auto">
          <a:xfrm>
            <a:off x="4530899" y="5206900"/>
            <a:ext cx="360040" cy="206121"/>
          </a:xfrm>
          <a:prstGeom prst="rect">
            <a:avLst/>
          </a:pr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s-CL" sz="1800" b="0" i="0" u="none" strike="noStrike" cap="none" normalizeH="0" baseline="0">
              <a:ln>
                <a:noFill/>
              </a:ln>
              <a:solidFill>
                <a:schemeClr val="tx1"/>
              </a:solidFill>
              <a:effectLst/>
              <a:latin typeface="Tahoma" pitchFamily="34" charset="0"/>
            </a:endParaRPr>
          </a:p>
        </p:txBody>
      </p:sp>
      <p:cxnSp>
        <p:nvCxnSpPr>
          <p:cNvPr id="75" name="74 Conector recto"/>
          <p:cNvCxnSpPr/>
          <p:nvPr/>
        </p:nvCxnSpPr>
        <p:spPr bwMode="auto">
          <a:xfrm>
            <a:off x="1547664" y="5309960"/>
            <a:ext cx="2983235"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30 CuadroTexto"/>
          <p:cNvSpPr txBox="1">
            <a:spLocks noChangeArrowheads="1"/>
          </p:cNvSpPr>
          <p:nvPr/>
        </p:nvSpPr>
        <p:spPr bwMode="auto">
          <a:xfrm>
            <a:off x="1085761" y="5309960"/>
            <a:ext cx="461903" cy="369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dirty="0"/>
              <a:t>m</a:t>
            </a:r>
            <a:r>
              <a:rPr lang="es-CL" altLang="es-CL" baseline="-25000" dirty="0"/>
              <a:t>1</a:t>
            </a:r>
          </a:p>
        </p:txBody>
      </p:sp>
      <p:sp>
        <p:nvSpPr>
          <p:cNvPr id="77" name="31 CuadroTexto"/>
          <p:cNvSpPr txBox="1">
            <a:spLocks noChangeArrowheads="1"/>
          </p:cNvSpPr>
          <p:nvPr/>
        </p:nvSpPr>
        <p:spPr bwMode="auto">
          <a:xfrm>
            <a:off x="4479967" y="5309960"/>
            <a:ext cx="461903" cy="369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dirty="0"/>
              <a:t>m</a:t>
            </a:r>
            <a:r>
              <a:rPr lang="es-CL" altLang="es-CL" baseline="-25000" dirty="0"/>
              <a:t>2</a:t>
            </a:r>
          </a:p>
        </p:txBody>
      </p:sp>
      <p:graphicFrame>
        <p:nvGraphicFramePr>
          <p:cNvPr id="78" name="77 Objeto"/>
          <p:cNvGraphicFramePr>
            <a:graphicFrameLocks noChangeAspect="1"/>
          </p:cNvGraphicFramePr>
          <p:nvPr>
            <p:extLst>
              <p:ext uri="{D42A27DB-BD31-4B8C-83A1-F6EECF244321}">
                <p14:modId xmlns:p14="http://schemas.microsoft.com/office/powerpoint/2010/main" val="2767099201"/>
              </p:ext>
            </p:extLst>
          </p:nvPr>
        </p:nvGraphicFramePr>
        <p:xfrm>
          <a:off x="543868" y="5413021"/>
          <a:ext cx="279400" cy="228600"/>
        </p:xfrm>
        <a:graphic>
          <a:graphicData uri="http://schemas.openxmlformats.org/presentationml/2006/ole">
            <mc:AlternateContent xmlns:mc="http://schemas.openxmlformats.org/markup-compatibility/2006">
              <mc:Choice xmlns:v="urn:schemas-microsoft-com:vml" Requires="v">
                <p:oleObj name="Equation" r:id="rId2" imgW="279360" imgH="228600" progId="Equation.DSMT4">
                  <p:embed/>
                </p:oleObj>
              </mc:Choice>
              <mc:Fallback>
                <p:oleObj name="Equation" r:id="rId2" imgW="279360" imgH="228600" progId="Equation.DSMT4">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3868" y="5413021"/>
                        <a:ext cx="279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9" name="78 Conector recto de flecha"/>
          <p:cNvCxnSpPr/>
          <p:nvPr/>
        </p:nvCxnSpPr>
        <p:spPr bwMode="auto">
          <a:xfrm flipH="1">
            <a:off x="251520" y="5313371"/>
            <a:ext cx="936105" cy="0"/>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79 Conector recto de flecha"/>
          <p:cNvCxnSpPr/>
          <p:nvPr/>
        </p:nvCxnSpPr>
        <p:spPr bwMode="auto">
          <a:xfrm>
            <a:off x="1557189" y="5309387"/>
            <a:ext cx="864096" cy="0"/>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1" name="80 Objeto"/>
          <p:cNvGraphicFramePr>
            <a:graphicFrameLocks noChangeAspect="1"/>
          </p:cNvGraphicFramePr>
          <p:nvPr>
            <p:extLst>
              <p:ext uri="{D42A27DB-BD31-4B8C-83A1-F6EECF244321}">
                <p14:modId xmlns:p14="http://schemas.microsoft.com/office/powerpoint/2010/main" val="2945226791"/>
              </p:ext>
            </p:extLst>
          </p:nvPr>
        </p:nvGraphicFramePr>
        <p:xfrm>
          <a:off x="1935828" y="5393045"/>
          <a:ext cx="139700" cy="203200"/>
        </p:xfrm>
        <a:graphic>
          <a:graphicData uri="http://schemas.openxmlformats.org/presentationml/2006/ole">
            <mc:AlternateContent xmlns:mc="http://schemas.openxmlformats.org/markup-compatibility/2006">
              <mc:Choice xmlns:v="urn:schemas-microsoft-com:vml" Requires="v">
                <p:oleObj name="Equation" r:id="rId4" imgW="139680" imgH="203040" progId="Equation.DSMT4">
                  <p:embed/>
                </p:oleObj>
              </mc:Choice>
              <mc:Fallback>
                <p:oleObj name="Equation" r:id="rId4" imgW="139680" imgH="203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5828" y="5393045"/>
                        <a:ext cx="1397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82" name="81 Conector recto de flecha"/>
          <p:cNvCxnSpPr/>
          <p:nvPr/>
        </p:nvCxnSpPr>
        <p:spPr bwMode="auto">
          <a:xfrm flipH="1" flipV="1">
            <a:off x="3275856" y="5309387"/>
            <a:ext cx="1255043" cy="3984"/>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3" name="82 Objeto"/>
          <p:cNvGraphicFramePr>
            <a:graphicFrameLocks noChangeAspect="1"/>
          </p:cNvGraphicFramePr>
          <p:nvPr>
            <p:extLst>
              <p:ext uri="{D42A27DB-BD31-4B8C-83A1-F6EECF244321}">
                <p14:modId xmlns:p14="http://schemas.microsoft.com/office/powerpoint/2010/main" val="3354735800"/>
              </p:ext>
            </p:extLst>
          </p:nvPr>
        </p:nvGraphicFramePr>
        <p:xfrm>
          <a:off x="3833527" y="5413021"/>
          <a:ext cx="139700" cy="203200"/>
        </p:xfrm>
        <a:graphic>
          <a:graphicData uri="http://schemas.openxmlformats.org/presentationml/2006/ole">
            <mc:AlternateContent xmlns:mc="http://schemas.openxmlformats.org/markup-compatibility/2006">
              <mc:Choice xmlns:v="urn:schemas-microsoft-com:vml" Requires="v">
                <p:oleObj name="Equation" r:id="rId4" imgW="139639" imgH="203112" progId="Equation.DSMT4">
                  <p:embed/>
                </p:oleObj>
              </mc:Choice>
              <mc:Fallback>
                <p:oleObj name="Equation" r:id="rId4" imgW="139639" imgH="20311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3527" y="5413021"/>
                        <a:ext cx="1397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84" name="83 Conector recto de flecha"/>
          <p:cNvCxnSpPr/>
          <p:nvPr/>
        </p:nvCxnSpPr>
        <p:spPr bwMode="auto">
          <a:xfrm>
            <a:off x="4890939" y="5313371"/>
            <a:ext cx="1481261" cy="0"/>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5" name="84 Objeto"/>
          <p:cNvGraphicFramePr>
            <a:graphicFrameLocks noChangeAspect="1"/>
          </p:cNvGraphicFramePr>
          <p:nvPr>
            <p:extLst>
              <p:ext uri="{D42A27DB-BD31-4B8C-83A1-F6EECF244321}">
                <p14:modId xmlns:p14="http://schemas.microsoft.com/office/powerpoint/2010/main" val="1672782518"/>
              </p:ext>
            </p:extLst>
          </p:nvPr>
        </p:nvGraphicFramePr>
        <p:xfrm>
          <a:off x="5904488" y="5426316"/>
          <a:ext cx="304800" cy="228600"/>
        </p:xfrm>
        <a:graphic>
          <a:graphicData uri="http://schemas.openxmlformats.org/presentationml/2006/ole">
            <mc:AlternateContent xmlns:mc="http://schemas.openxmlformats.org/markup-compatibility/2006">
              <mc:Choice xmlns:v="urn:schemas-microsoft-com:vml" Requires="v">
                <p:oleObj name="Equation" r:id="rId7" imgW="304560" imgH="228600" progId="Equation.DSMT4">
                  <p:embed/>
                </p:oleObj>
              </mc:Choice>
              <mc:Fallback>
                <p:oleObj name="Equation" r:id="rId7" imgW="304560" imgH="228600" progId="Equation.DSMT4">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904488" y="5426316"/>
                        <a:ext cx="304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84771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cxnSp>
        <p:nvCxnSpPr>
          <p:cNvPr id="24" name="23 Conector recto"/>
          <p:cNvCxnSpPr/>
          <p:nvPr/>
        </p:nvCxnSpPr>
        <p:spPr bwMode="auto">
          <a:xfrm>
            <a:off x="7146925" y="2328863"/>
            <a:ext cx="0" cy="12366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24 Conector recto"/>
          <p:cNvCxnSpPr/>
          <p:nvPr/>
        </p:nvCxnSpPr>
        <p:spPr bwMode="auto">
          <a:xfrm>
            <a:off x="7996238" y="2278063"/>
            <a:ext cx="3175" cy="28082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AutoShape 131"/>
          <p:cNvSpPr>
            <a:spLocks noChangeArrowheads="1"/>
          </p:cNvSpPr>
          <p:nvPr/>
        </p:nvSpPr>
        <p:spPr bwMode="hidden">
          <a:xfrm>
            <a:off x="7146925" y="1882775"/>
            <a:ext cx="852488" cy="890588"/>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8735" y="10800"/>
                </a:moveTo>
                <a:cubicBezTo>
                  <a:pt x="8735" y="11940"/>
                  <a:pt x="9660" y="12865"/>
                  <a:pt x="10800" y="12865"/>
                </a:cubicBezTo>
                <a:cubicBezTo>
                  <a:pt x="11940" y="12865"/>
                  <a:pt x="12865" y="11940"/>
                  <a:pt x="12865" y="10800"/>
                </a:cubicBezTo>
                <a:cubicBezTo>
                  <a:pt x="12865" y="9660"/>
                  <a:pt x="11940" y="8735"/>
                  <a:pt x="10800" y="8735"/>
                </a:cubicBezTo>
                <a:cubicBezTo>
                  <a:pt x="9660" y="8735"/>
                  <a:pt x="8735" y="9660"/>
                  <a:pt x="8735" y="10800"/>
                </a:cubicBezTo>
                <a:close/>
              </a:path>
            </a:pathLst>
          </a:custGeom>
          <a:solidFill>
            <a:schemeClr val="bg1">
              <a:lumMod val="85000"/>
            </a:schemeClr>
          </a:solidFill>
          <a:ln w="0" algn="ctr">
            <a:solidFill>
              <a:schemeClr val="tx1"/>
            </a:solidFill>
            <a:round/>
            <a:headEnd/>
            <a:tailEnd/>
          </a:ln>
          <a:effectLst/>
        </p:spPr>
        <p:txBody>
          <a:bodyPr wrap="none" anchor="ctr"/>
          <a:lstStyle/>
          <a:p>
            <a:pPr>
              <a:defRPr/>
            </a:pPr>
            <a:endParaRPr lang="es-CL"/>
          </a:p>
        </p:txBody>
      </p:sp>
      <p:sp>
        <p:nvSpPr>
          <p:cNvPr id="28" name="27 Rectángulo redondeado"/>
          <p:cNvSpPr/>
          <p:nvPr/>
        </p:nvSpPr>
        <p:spPr bwMode="auto">
          <a:xfrm>
            <a:off x="7493000" y="1349375"/>
            <a:ext cx="165100" cy="1093788"/>
          </a:xfrm>
          <a:prstGeom prst="roundRect">
            <a:avLst/>
          </a:prstGeom>
          <a:solidFill>
            <a:schemeClr val="bg1">
              <a:lumMod val="75000"/>
            </a:schemeClr>
          </a:solidFill>
          <a:ln w="63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s-CL"/>
          </a:p>
        </p:txBody>
      </p:sp>
      <p:sp>
        <p:nvSpPr>
          <p:cNvPr id="29" name="28 Rectángulo"/>
          <p:cNvSpPr/>
          <p:nvPr/>
        </p:nvSpPr>
        <p:spPr bwMode="auto">
          <a:xfrm>
            <a:off x="5597525" y="1179513"/>
            <a:ext cx="3097213" cy="282575"/>
          </a:xfrm>
          <a:prstGeom prst="rect">
            <a:avLst/>
          </a:prstGeom>
          <a:pattFill prst="pct30">
            <a:fgClr>
              <a:schemeClr val="bg1">
                <a:lumMod val="65000"/>
              </a:schemeClr>
            </a:fgClr>
            <a:bgClr>
              <a:schemeClr val="bg1"/>
            </a:bgClr>
          </a:pattFill>
          <a:ln>
            <a:no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s-CL"/>
          </a:p>
        </p:txBody>
      </p:sp>
      <p:sp>
        <p:nvSpPr>
          <p:cNvPr id="30" name="29 Trapecio"/>
          <p:cNvSpPr/>
          <p:nvPr/>
        </p:nvSpPr>
        <p:spPr bwMode="auto">
          <a:xfrm>
            <a:off x="7783513" y="5086350"/>
            <a:ext cx="431800" cy="431800"/>
          </a:xfrm>
          <a:prstGeom prst="trapezoid">
            <a:avLst/>
          </a:prstGeom>
          <a:pattFill prst="sphere">
            <a:fgClr>
              <a:schemeClr val="bg1">
                <a:lumMod val="65000"/>
              </a:schemeClr>
            </a:fgClr>
            <a:bgClr>
              <a:schemeClr val="bg1"/>
            </a:bgClr>
          </a:pattFill>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s-CL"/>
          </a:p>
        </p:txBody>
      </p:sp>
      <p:sp>
        <p:nvSpPr>
          <p:cNvPr id="31" name="30 Rectángulo redondeado"/>
          <p:cNvSpPr/>
          <p:nvPr/>
        </p:nvSpPr>
        <p:spPr bwMode="auto">
          <a:xfrm rot="5400000">
            <a:off x="6541293" y="4853563"/>
            <a:ext cx="358775" cy="504825"/>
          </a:xfrm>
          <a:prstGeom prst="roundRect">
            <a:avLst/>
          </a:prstGeom>
          <a:pattFill prst="lgConfetti">
            <a:fgClr>
              <a:schemeClr val="bg1">
                <a:lumMod val="65000"/>
              </a:schemeClr>
            </a:fgClr>
            <a:bgClr>
              <a:schemeClr val="bg1"/>
            </a:bgClr>
          </a:pattFill>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s-CL"/>
          </a:p>
        </p:txBody>
      </p:sp>
      <p:cxnSp>
        <p:nvCxnSpPr>
          <p:cNvPr id="32" name="31 Conector recto"/>
          <p:cNvCxnSpPr/>
          <p:nvPr/>
        </p:nvCxnSpPr>
        <p:spPr bwMode="auto">
          <a:xfrm>
            <a:off x="6292850" y="1454150"/>
            <a:ext cx="0" cy="20542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32 Anillo"/>
          <p:cNvSpPr/>
          <p:nvPr/>
        </p:nvSpPr>
        <p:spPr bwMode="auto">
          <a:xfrm>
            <a:off x="6289675" y="3063875"/>
            <a:ext cx="862013" cy="862013"/>
          </a:xfrm>
          <a:prstGeom prst="donut">
            <a:avLst>
              <a:gd name="adj" fmla="val 47115"/>
            </a:avLst>
          </a:prstGeom>
          <a:solidFill>
            <a:schemeClr val="bg1">
              <a:lumMod val="8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s-CL"/>
          </a:p>
        </p:txBody>
      </p:sp>
      <p:cxnSp>
        <p:nvCxnSpPr>
          <p:cNvPr id="34" name="33 Conector recto"/>
          <p:cNvCxnSpPr/>
          <p:nvPr/>
        </p:nvCxnSpPr>
        <p:spPr bwMode="auto">
          <a:xfrm>
            <a:off x="6719888" y="3500438"/>
            <a:ext cx="793" cy="14536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23 CuadroTexto"/>
          <p:cNvSpPr txBox="1">
            <a:spLocks noChangeArrowheads="1"/>
          </p:cNvSpPr>
          <p:nvPr/>
        </p:nvSpPr>
        <p:spPr bwMode="auto">
          <a:xfrm>
            <a:off x="6057833" y="4584759"/>
            <a:ext cx="462140" cy="36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m</a:t>
            </a:r>
            <a:r>
              <a:rPr lang="es-CL" altLang="es-CL" baseline="-25000"/>
              <a:t>1</a:t>
            </a:r>
          </a:p>
        </p:txBody>
      </p:sp>
      <p:sp>
        <p:nvSpPr>
          <p:cNvPr id="36" name="24 CuadroTexto"/>
          <p:cNvSpPr txBox="1">
            <a:spLocks noChangeArrowheads="1"/>
          </p:cNvSpPr>
          <p:nvPr/>
        </p:nvSpPr>
        <p:spPr bwMode="auto">
          <a:xfrm>
            <a:off x="8198581" y="5148816"/>
            <a:ext cx="462140" cy="36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m</a:t>
            </a:r>
            <a:r>
              <a:rPr lang="es-CL" altLang="es-CL" baseline="-25000"/>
              <a:t>2</a:t>
            </a:r>
          </a:p>
        </p:txBody>
      </p:sp>
      <p:sp>
        <p:nvSpPr>
          <p:cNvPr id="37" name="36 Rectángulo"/>
          <p:cNvSpPr>
            <a:spLocks noChangeArrowheads="1"/>
          </p:cNvSpPr>
          <p:nvPr/>
        </p:nvSpPr>
        <p:spPr bwMode="auto">
          <a:xfrm>
            <a:off x="323850" y="949325"/>
            <a:ext cx="511175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defRPr/>
            </a:pPr>
            <a:r>
              <a:rPr lang="es-MX" altLang="es-CL" sz="1600" dirty="0"/>
              <a:t>9.-  En sistema de poleas l</a:t>
            </a:r>
            <a:r>
              <a:rPr lang="es-MX" sz="1600" dirty="0"/>
              <a:t>a masa m</a:t>
            </a:r>
            <a:r>
              <a:rPr lang="es-MX" sz="1600" baseline="-25000" dirty="0"/>
              <a:t>1</a:t>
            </a:r>
            <a:r>
              <a:rPr lang="es-MX" sz="1600" dirty="0"/>
              <a:t> es de 200gr y masa m</a:t>
            </a:r>
            <a:r>
              <a:rPr lang="es-MX" sz="1600" baseline="-25000" dirty="0"/>
              <a:t>2</a:t>
            </a:r>
            <a:r>
              <a:rPr lang="es-MX" sz="1600" dirty="0"/>
              <a:t> es de 400 g, Calcular: </a:t>
            </a:r>
          </a:p>
          <a:p>
            <a:pPr marL="342900" indent="-342900" algn="just" eaLnBrk="1" hangingPunct="1">
              <a:buFontTx/>
              <a:buAutoNum type="alphaLcParenR"/>
              <a:defRPr/>
            </a:pPr>
            <a:r>
              <a:rPr lang="es-MX" sz="1600" dirty="0"/>
              <a:t>La aceleración del sistema.  </a:t>
            </a:r>
          </a:p>
          <a:p>
            <a:pPr marL="342900" indent="-342900" algn="just" eaLnBrk="1" hangingPunct="1">
              <a:buFontTx/>
              <a:buAutoNum type="alphaLcParenR"/>
              <a:defRPr/>
            </a:pPr>
            <a:r>
              <a:rPr lang="es-MX" sz="1600" dirty="0"/>
              <a:t>La tensión en las cuerdas </a:t>
            </a:r>
            <a:endParaRPr lang="es-CL" altLang="es-CL" sz="1600" dirty="0"/>
          </a:p>
        </p:txBody>
      </p:sp>
      <p:cxnSp>
        <p:nvCxnSpPr>
          <p:cNvPr id="38" name="37 Conector recto de flecha"/>
          <p:cNvCxnSpPr/>
          <p:nvPr/>
        </p:nvCxnSpPr>
        <p:spPr bwMode="auto">
          <a:xfrm flipV="1">
            <a:off x="6300906" y="2703116"/>
            <a:ext cx="0" cy="721518"/>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38 Conector recto de flecha"/>
          <p:cNvCxnSpPr/>
          <p:nvPr/>
        </p:nvCxnSpPr>
        <p:spPr bwMode="auto">
          <a:xfrm flipV="1">
            <a:off x="7140835" y="2634155"/>
            <a:ext cx="0" cy="721518"/>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39 Conector recto de flecha"/>
          <p:cNvCxnSpPr/>
          <p:nvPr/>
        </p:nvCxnSpPr>
        <p:spPr bwMode="auto">
          <a:xfrm flipV="1">
            <a:off x="7996238" y="4364832"/>
            <a:ext cx="0" cy="721518"/>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40 Conector recto de flecha"/>
          <p:cNvCxnSpPr/>
          <p:nvPr/>
        </p:nvCxnSpPr>
        <p:spPr bwMode="auto">
          <a:xfrm>
            <a:off x="6709569" y="3508375"/>
            <a:ext cx="0" cy="607021"/>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41 Conector recto de flecha"/>
          <p:cNvCxnSpPr/>
          <p:nvPr/>
        </p:nvCxnSpPr>
        <p:spPr bwMode="auto">
          <a:xfrm flipV="1">
            <a:off x="6709569" y="4347072"/>
            <a:ext cx="0" cy="607021"/>
          </a:xfrm>
          <a:prstGeom prst="straightConnector1">
            <a:avLst/>
          </a:prstGeom>
          <a:solidFill>
            <a:schemeClr val="accent1"/>
          </a:solidFill>
          <a:ln w="28575" cap="flat" cmpd="sng" algn="ctr">
            <a:solidFill>
              <a:srgbClr val="9966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42 Conector recto de flecha"/>
          <p:cNvCxnSpPr/>
          <p:nvPr/>
        </p:nvCxnSpPr>
        <p:spPr bwMode="auto">
          <a:xfrm>
            <a:off x="6709569" y="5148816"/>
            <a:ext cx="0" cy="944480"/>
          </a:xfrm>
          <a:prstGeom prst="straightConnector1">
            <a:avLst/>
          </a:prstGeom>
          <a:solidFill>
            <a:schemeClr val="accent1"/>
          </a:solidFill>
          <a:ln w="28575" cap="flat" cmpd="sng" algn="ctr">
            <a:solidFill>
              <a:srgbClr val="66FF33"/>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43 Conector recto de flecha"/>
          <p:cNvCxnSpPr/>
          <p:nvPr/>
        </p:nvCxnSpPr>
        <p:spPr bwMode="auto">
          <a:xfrm flipH="1">
            <a:off x="7996238" y="5333483"/>
            <a:ext cx="7144" cy="1263869"/>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5" name="44 Objeto"/>
          <p:cNvGraphicFramePr>
            <a:graphicFrameLocks noChangeAspect="1"/>
          </p:cNvGraphicFramePr>
          <p:nvPr>
            <p:extLst>
              <p:ext uri="{D42A27DB-BD31-4B8C-83A1-F6EECF244321}">
                <p14:modId xmlns:p14="http://schemas.microsoft.com/office/powerpoint/2010/main" val="1551036094"/>
              </p:ext>
            </p:extLst>
          </p:nvPr>
        </p:nvGraphicFramePr>
        <p:xfrm>
          <a:off x="5975283" y="2809875"/>
          <a:ext cx="165100" cy="254000"/>
        </p:xfrm>
        <a:graphic>
          <a:graphicData uri="http://schemas.openxmlformats.org/presentationml/2006/ole">
            <mc:AlternateContent xmlns:mc="http://schemas.openxmlformats.org/markup-compatibility/2006">
              <mc:Choice xmlns:v="urn:schemas-microsoft-com:vml" Requires="v">
                <p:oleObj name="Equation" r:id="rId2" imgW="164880" imgH="253800" progId="Equation.DSMT4">
                  <p:embed/>
                </p:oleObj>
              </mc:Choice>
              <mc:Fallback>
                <p:oleObj name="Equation" r:id="rId2" imgW="164880" imgH="253800" progId="Equation.DSMT4">
                  <p:embed/>
                  <p:pic>
                    <p:nvPicPr>
                      <p:cNvPr id="0" name=""/>
                      <p:cNvPicPr/>
                      <p:nvPr/>
                    </p:nvPicPr>
                    <p:blipFill>
                      <a:blip r:embed="rId3"/>
                      <a:stretch>
                        <a:fillRect/>
                      </a:stretch>
                    </p:blipFill>
                    <p:spPr>
                      <a:xfrm>
                        <a:off x="5975283" y="2809875"/>
                        <a:ext cx="165100" cy="254000"/>
                      </a:xfrm>
                      <a:prstGeom prst="rect">
                        <a:avLst/>
                      </a:prstGeom>
                    </p:spPr>
                  </p:pic>
                </p:oleObj>
              </mc:Fallback>
            </mc:AlternateContent>
          </a:graphicData>
        </a:graphic>
      </p:graphicFrame>
      <p:graphicFrame>
        <p:nvGraphicFramePr>
          <p:cNvPr id="46" name="45 Objeto"/>
          <p:cNvGraphicFramePr>
            <a:graphicFrameLocks noChangeAspect="1"/>
          </p:cNvGraphicFramePr>
          <p:nvPr>
            <p:extLst>
              <p:ext uri="{D42A27DB-BD31-4B8C-83A1-F6EECF244321}">
                <p14:modId xmlns:p14="http://schemas.microsoft.com/office/powerpoint/2010/main" val="2503073784"/>
              </p:ext>
            </p:extLst>
          </p:nvPr>
        </p:nvGraphicFramePr>
        <p:xfrm>
          <a:off x="6890543" y="2820194"/>
          <a:ext cx="165100" cy="254000"/>
        </p:xfrm>
        <a:graphic>
          <a:graphicData uri="http://schemas.openxmlformats.org/presentationml/2006/ole">
            <mc:AlternateContent xmlns:mc="http://schemas.openxmlformats.org/markup-compatibility/2006">
              <mc:Choice xmlns:v="urn:schemas-microsoft-com:vml" Requires="v">
                <p:oleObj name="Equation" r:id="rId4" imgW="164880" imgH="253800" progId="Equation.DSMT4">
                  <p:embed/>
                </p:oleObj>
              </mc:Choice>
              <mc:Fallback>
                <p:oleObj name="Equation" r:id="rId4" imgW="164880" imgH="253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0543" y="2820194"/>
                        <a:ext cx="1651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 name="46 Objeto"/>
          <p:cNvGraphicFramePr>
            <a:graphicFrameLocks noChangeAspect="1"/>
          </p:cNvGraphicFramePr>
          <p:nvPr>
            <p:extLst>
              <p:ext uri="{D42A27DB-BD31-4B8C-83A1-F6EECF244321}">
                <p14:modId xmlns:p14="http://schemas.microsoft.com/office/powerpoint/2010/main" val="1388562380"/>
              </p:ext>
            </p:extLst>
          </p:nvPr>
        </p:nvGraphicFramePr>
        <p:xfrm>
          <a:off x="8080797" y="4598591"/>
          <a:ext cx="165100" cy="254000"/>
        </p:xfrm>
        <a:graphic>
          <a:graphicData uri="http://schemas.openxmlformats.org/presentationml/2006/ole">
            <mc:AlternateContent xmlns:mc="http://schemas.openxmlformats.org/markup-compatibility/2006">
              <mc:Choice xmlns:v="urn:schemas-microsoft-com:vml" Requires="v">
                <p:oleObj name="Equation" r:id="rId4" imgW="164880" imgH="253800" progId="Equation.DSMT4">
                  <p:embed/>
                </p:oleObj>
              </mc:Choice>
              <mc:Fallback>
                <p:oleObj name="Equation" r:id="rId4" imgW="164880" imgH="253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0797" y="4598591"/>
                        <a:ext cx="1651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 name="47 Objeto"/>
          <p:cNvGraphicFramePr>
            <a:graphicFrameLocks noChangeAspect="1"/>
          </p:cNvGraphicFramePr>
          <p:nvPr>
            <p:extLst>
              <p:ext uri="{D42A27DB-BD31-4B8C-83A1-F6EECF244321}">
                <p14:modId xmlns:p14="http://schemas.microsoft.com/office/powerpoint/2010/main" val="3186657594"/>
              </p:ext>
            </p:extLst>
          </p:nvPr>
        </p:nvGraphicFramePr>
        <p:xfrm>
          <a:off x="6303963" y="5703480"/>
          <a:ext cx="279400" cy="228600"/>
        </p:xfrm>
        <a:graphic>
          <a:graphicData uri="http://schemas.openxmlformats.org/presentationml/2006/ole">
            <mc:AlternateContent xmlns:mc="http://schemas.openxmlformats.org/markup-compatibility/2006">
              <mc:Choice xmlns:v="urn:schemas-microsoft-com:vml" Requires="v">
                <p:oleObj name="Equation" r:id="rId6" imgW="279360" imgH="228600" progId="Equation.DSMT4">
                  <p:embed/>
                </p:oleObj>
              </mc:Choice>
              <mc:Fallback>
                <p:oleObj name="Equation" r:id="rId6" imgW="279360" imgH="228600" progId="Equation.DSMT4">
                  <p:embed/>
                  <p:pic>
                    <p:nvPicPr>
                      <p:cNvPr id="0" name=""/>
                      <p:cNvPicPr/>
                      <p:nvPr/>
                    </p:nvPicPr>
                    <p:blipFill>
                      <a:blip r:embed="rId7"/>
                      <a:stretch>
                        <a:fillRect/>
                      </a:stretch>
                    </p:blipFill>
                    <p:spPr>
                      <a:xfrm>
                        <a:off x="6303963" y="5703480"/>
                        <a:ext cx="279400" cy="228600"/>
                      </a:xfrm>
                      <a:prstGeom prst="rect">
                        <a:avLst/>
                      </a:prstGeom>
                    </p:spPr>
                  </p:pic>
                </p:oleObj>
              </mc:Fallback>
            </mc:AlternateContent>
          </a:graphicData>
        </a:graphic>
      </p:graphicFrame>
      <p:graphicFrame>
        <p:nvGraphicFramePr>
          <p:cNvPr id="49" name="48 Objeto"/>
          <p:cNvGraphicFramePr>
            <a:graphicFrameLocks noChangeAspect="1"/>
          </p:cNvGraphicFramePr>
          <p:nvPr>
            <p:extLst>
              <p:ext uri="{D42A27DB-BD31-4B8C-83A1-F6EECF244321}">
                <p14:modId xmlns:p14="http://schemas.microsoft.com/office/powerpoint/2010/main" val="3770794147"/>
              </p:ext>
            </p:extLst>
          </p:nvPr>
        </p:nvGraphicFramePr>
        <p:xfrm>
          <a:off x="7599363" y="5978525"/>
          <a:ext cx="304800" cy="228600"/>
        </p:xfrm>
        <a:graphic>
          <a:graphicData uri="http://schemas.openxmlformats.org/presentationml/2006/ole">
            <mc:AlternateContent xmlns:mc="http://schemas.openxmlformats.org/markup-compatibility/2006">
              <mc:Choice xmlns:v="urn:schemas-microsoft-com:vml" Requires="v">
                <p:oleObj name="Equation" r:id="rId8" imgW="304560" imgH="228600" progId="Equation.DSMT4">
                  <p:embed/>
                </p:oleObj>
              </mc:Choice>
              <mc:Fallback>
                <p:oleObj name="Equation" r:id="rId8" imgW="304560" imgH="228600" progId="Equation.DSMT4">
                  <p:embed/>
                  <p:pic>
                    <p:nvPicPr>
                      <p:cNvPr id="0" name=""/>
                      <p:cNvPicPr>
                        <a:picLocks noChangeAspect="1" noChangeArrowheads="1"/>
                      </p:cNvPicPr>
                      <p:nvPr/>
                    </p:nvPicPr>
                    <p:blipFill>
                      <a:blip r:embed="rId9"/>
                      <a:srcRect/>
                      <a:stretch>
                        <a:fillRect/>
                      </a:stretch>
                    </p:blipFill>
                    <p:spPr bwMode="auto">
                      <a:xfrm>
                        <a:off x="7599363" y="5978525"/>
                        <a:ext cx="304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49 Objeto"/>
          <p:cNvGraphicFramePr>
            <a:graphicFrameLocks noChangeAspect="1"/>
          </p:cNvGraphicFramePr>
          <p:nvPr>
            <p:extLst>
              <p:ext uri="{D42A27DB-BD31-4B8C-83A1-F6EECF244321}">
                <p14:modId xmlns:p14="http://schemas.microsoft.com/office/powerpoint/2010/main" val="1771347690"/>
              </p:ext>
            </p:extLst>
          </p:nvPr>
        </p:nvGraphicFramePr>
        <p:xfrm>
          <a:off x="827584" y="2248694"/>
          <a:ext cx="965200" cy="698500"/>
        </p:xfrm>
        <a:graphic>
          <a:graphicData uri="http://schemas.openxmlformats.org/presentationml/2006/ole">
            <mc:AlternateContent xmlns:mc="http://schemas.openxmlformats.org/markup-compatibility/2006">
              <mc:Choice xmlns:v="urn:schemas-microsoft-com:vml" Requires="v">
                <p:oleObj name="Equation" r:id="rId10" imgW="965160" imgH="698400" progId="Equation.DSMT4">
                  <p:embed/>
                </p:oleObj>
              </mc:Choice>
              <mc:Fallback>
                <p:oleObj name="Equation" r:id="rId10" imgW="965160" imgH="698400" progId="Equation.DSMT4">
                  <p:embed/>
                  <p:pic>
                    <p:nvPicPr>
                      <p:cNvPr id="0" name=""/>
                      <p:cNvPicPr/>
                      <p:nvPr/>
                    </p:nvPicPr>
                    <p:blipFill>
                      <a:blip r:embed="rId11"/>
                      <a:stretch>
                        <a:fillRect/>
                      </a:stretch>
                    </p:blipFill>
                    <p:spPr>
                      <a:xfrm>
                        <a:off x="827584" y="2248694"/>
                        <a:ext cx="965200" cy="698500"/>
                      </a:xfrm>
                      <a:prstGeom prst="rect">
                        <a:avLst/>
                      </a:prstGeom>
                    </p:spPr>
                  </p:pic>
                </p:oleObj>
              </mc:Fallback>
            </mc:AlternateContent>
          </a:graphicData>
        </a:graphic>
      </p:graphicFrame>
      <p:graphicFrame>
        <p:nvGraphicFramePr>
          <p:cNvPr id="51" name="50 Objeto"/>
          <p:cNvGraphicFramePr>
            <a:graphicFrameLocks noChangeAspect="1"/>
          </p:cNvGraphicFramePr>
          <p:nvPr>
            <p:extLst>
              <p:ext uri="{D42A27DB-BD31-4B8C-83A1-F6EECF244321}">
                <p14:modId xmlns:p14="http://schemas.microsoft.com/office/powerpoint/2010/main" val="2346526986"/>
              </p:ext>
            </p:extLst>
          </p:nvPr>
        </p:nvGraphicFramePr>
        <p:xfrm>
          <a:off x="2621707" y="2190947"/>
          <a:ext cx="685800" cy="228600"/>
        </p:xfrm>
        <a:graphic>
          <a:graphicData uri="http://schemas.openxmlformats.org/presentationml/2006/ole">
            <mc:AlternateContent xmlns:mc="http://schemas.openxmlformats.org/markup-compatibility/2006">
              <mc:Choice xmlns:v="urn:schemas-microsoft-com:vml" Requires="v">
                <p:oleObj name="Equation" r:id="rId12" imgW="685800" imgH="228600" progId="Equation.DSMT4">
                  <p:embed/>
                </p:oleObj>
              </mc:Choice>
              <mc:Fallback>
                <p:oleObj name="Equation" r:id="rId12" imgW="685800" imgH="228600" progId="Equation.DSMT4">
                  <p:embed/>
                  <p:pic>
                    <p:nvPicPr>
                      <p:cNvPr id="0" name=""/>
                      <p:cNvPicPr/>
                      <p:nvPr/>
                    </p:nvPicPr>
                    <p:blipFill>
                      <a:blip r:embed="rId13"/>
                      <a:stretch>
                        <a:fillRect/>
                      </a:stretch>
                    </p:blipFill>
                    <p:spPr>
                      <a:xfrm>
                        <a:off x="2621707" y="2190947"/>
                        <a:ext cx="685800" cy="228600"/>
                      </a:xfrm>
                      <a:prstGeom prst="rect">
                        <a:avLst/>
                      </a:prstGeom>
                    </p:spPr>
                  </p:pic>
                </p:oleObj>
              </mc:Fallback>
            </mc:AlternateContent>
          </a:graphicData>
        </a:graphic>
      </p:graphicFrame>
      <p:graphicFrame>
        <p:nvGraphicFramePr>
          <p:cNvPr id="52" name="51 Objeto"/>
          <p:cNvGraphicFramePr>
            <a:graphicFrameLocks noChangeAspect="1"/>
          </p:cNvGraphicFramePr>
          <p:nvPr>
            <p:extLst>
              <p:ext uri="{D42A27DB-BD31-4B8C-83A1-F6EECF244321}">
                <p14:modId xmlns:p14="http://schemas.microsoft.com/office/powerpoint/2010/main" val="1428753747"/>
              </p:ext>
            </p:extLst>
          </p:nvPr>
        </p:nvGraphicFramePr>
        <p:xfrm>
          <a:off x="2621707" y="2481262"/>
          <a:ext cx="762000" cy="812800"/>
        </p:xfrm>
        <a:graphic>
          <a:graphicData uri="http://schemas.openxmlformats.org/presentationml/2006/ole">
            <mc:AlternateContent xmlns:mc="http://schemas.openxmlformats.org/markup-compatibility/2006">
              <mc:Choice xmlns:v="urn:schemas-microsoft-com:vml" Requires="v">
                <p:oleObj name="Equation" r:id="rId14" imgW="761760" imgH="812520" progId="Equation.DSMT4">
                  <p:embed/>
                </p:oleObj>
              </mc:Choice>
              <mc:Fallback>
                <p:oleObj name="Equation" r:id="rId14" imgW="761760" imgH="812520" progId="Equation.DSMT4">
                  <p:embed/>
                  <p:pic>
                    <p:nvPicPr>
                      <p:cNvPr id="0" name=""/>
                      <p:cNvPicPr/>
                      <p:nvPr/>
                    </p:nvPicPr>
                    <p:blipFill>
                      <a:blip r:embed="rId15"/>
                      <a:stretch>
                        <a:fillRect/>
                      </a:stretch>
                    </p:blipFill>
                    <p:spPr>
                      <a:xfrm>
                        <a:off x="2621707" y="2481262"/>
                        <a:ext cx="762000" cy="812800"/>
                      </a:xfrm>
                      <a:prstGeom prst="rect">
                        <a:avLst/>
                      </a:prstGeom>
                    </p:spPr>
                  </p:pic>
                </p:oleObj>
              </mc:Fallback>
            </mc:AlternateContent>
          </a:graphicData>
        </a:graphic>
      </p:graphicFrame>
      <p:graphicFrame>
        <p:nvGraphicFramePr>
          <p:cNvPr id="53" name="52 Objeto"/>
          <p:cNvGraphicFramePr>
            <a:graphicFrameLocks noChangeAspect="1"/>
          </p:cNvGraphicFramePr>
          <p:nvPr>
            <p:extLst>
              <p:ext uri="{D42A27DB-BD31-4B8C-83A1-F6EECF244321}">
                <p14:modId xmlns:p14="http://schemas.microsoft.com/office/powerpoint/2010/main" val="2980688540"/>
              </p:ext>
            </p:extLst>
          </p:nvPr>
        </p:nvGraphicFramePr>
        <p:xfrm>
          <a:off x="4211960" y="3231090"/>
          <a:ext cx="520700" cy="228600"/>
        </p:xfrm>
        <a:graphic>
          <a:graphicData uri="http://schemas.openxmlformats.org/presentationml/2006/ole">
            <mc:AlternateContent xmlns:mc="http://schemas.openxmlformats.org/markup-compatibility/2006">
              <mc:Choice xmlns:v="urn:schemas-microsoft-com:vml" Requires="v">
                <p:oleObj name="Equation" r:id="rId16" imgW="520560" imgH="228600" progId="Equation.DSMT4">
                  <p:embed/>
                </p:oleObj>
              </mc:Choice>
              <mc:Fallback>
                <p:oleObj name="Equation" r:id="rId16" imgW="520560" imgH="228600" progId="Equation.DSMT4">
                  <p:embed/>
                  <p:pic>
                    <p:nvPicPr>
                      <p:cNvPr id="0" name=""/>
                      <p:cNvPicPr/>
                      <p:nvPr/>
                    </p:nvPicPr>
                    <p:blipFill>
                      <a:blip r:embed="rId17"/>
                      <a:stretch>
                        <a:fillRect/>
                      </a:stretch>
                    </p:blipFill>
                    <p:spPr>
                      <a:xfrm>
                        <a:off x="4211960" y="3231090"/>
                        <a:ext cx="520700" cy="228600"/>
                      </a:xfrm>
                      <a:prstGeom prst="rect">
                        <a:avLst/>
                      </a:prstGeom>
                    </p:spPr>
                  </p:pic>
                </p:oleObj>
              </mc:Fallback>
            </mc:AlternateContent>
          </a:graphicData>
        </a:graphic>
      </p:graphicFrame>
      <p:sp>
        <p:nvSpPr>
          <p:cNvPr id="54" name="53 Cerrar llave"/>
          <p:cNvSpPr/>
          <p:nvPr/>
        </p:nvSpPr>
        <p:spPr bwMode="auto">
          <a:xfrm>
            <a:off x="3419475" y="2132856"/>
            <a:ext cx="144413" cy="1175097"/>
          </a:xfrm>
          <a:prstGeom prst="rightBrace">
            <a:avLst/>
          </a:prstGeom>
          <a:noFill/>
          <a:ln w="28575" cap="flat" cmpd="sng" algn="ctr">
            <a:solidFill>
              <a:srgbClr val="C00000"/>
            </a:solidFill>
            <a:prstDash val="solid"/>
            <a:round/>
            <a:headEnd type="none" w="med" len="med"/>
            <a:tailEnd type="none" w="med" len="med"/>
          </a:ln>
          <a:effectLst/>
        </p:spPr>
        <p:txBody>
          <a:bodyPr rtlCol="0" anchor="ctr"/>
          <a:lstStyle/>
          <a:p>
            <a:pPr algn="ctr"/>
            <a:endParaRPr lang="es-CL"/>
          </a:p>
        </p:txBody>
      </p:sp>
      <p:sp>
        <p:nvSpPr>
          <p:cNvPr id="55" name="54 CuadroTexto"/>
          <p:cNvSpPr txBox="1"/>
          <p:nvPr/>
        </p:nvSpPr>
        <p:spPr>
          <a:xfrm>
            <a:off x="445085" y="3698082"/>
            <a:ext cx="936104" cy="276999"/>
          </a:xfrm>
          <a:prstGeom prst="rect">
            <a:avLst/>
          </a:prstGeom>
          <a:noFill/>
        </p:spPr>
        <p:txBody>
          <a:bodyPr wrap="square" rtlCol="0">
            <a:spAutoFit/>
          </a:bodyPr>
          <a:lstStyle/>
          <a:p>
            <a:pPr algn="just"/>
            <a:r>
              <a:rPr lang="es-CL" sz="1200" dirty="0"/>
              <a:t>Para m</a:t>
            </a:r>
            <a:r>
              <a:rPr lang="es-CL" sz="1200" baseline="-25000" dirty="0"/>
              <a:t>1</a:t>
            </a:r>
          </a:p>
        </p:txBody>
      </p:sp>
      <p:sp>
        <p:nvSpPr>
          <p:cNvPr id="56" name="55 CuadroTexto"/>
          <p:cNvSpPr txBox="1"/>
          <p:nvPr/>
        </p:nvSpPr>
        <p:spPr>
          <a:xfrm>
            <a:off x="477133" y="4564878"/>
            <a:ext cx="936104" cy="276999"/>
          </a:xfrm>
          <a:prstGeom prst="rect">
            <a:avLst/>
          </a:prstGeom>
          <a:noFill/>
        </p:spPr>
        <p:txBody>
          <a:bodyPr wrap="square" rtlCol="0">
            <a:spAutoFit/>
          </a:bodyPr>
          <a:lstStyle/>
          <a:p>
            <a:pPr algn="just"/>
            <a:r>
              <a:rPr lang="es-CL" sz="1200" dirty="0"/>
              <a:t>Para m</a:t>
            </a:r>
            <a:r>
              <a:rPr lang="es-CL" sz="1200" baseline="-25000" dirty="0"/>
              <a:t>2</a:t>
            </a:r>
          </a:p>
        </p:txBody>
      </p:sp>
      <p:graphicFrame>
        <p:nvGraphicFramePr>
          <p:cNvPr id="57" name="56 Objeto"/>
          <p:cNvGraphicFramePr>
            <a:graphicFrameLocks noChangeAspect="1"/>
          </p:cNvGraphicFramePr>
          <p:nvPr>
            <p:extLst>
              <p:ext uri="{D42A27DB-BD31-4B8C-83A1-F6EECF244321}">
                <p14:modId xmlns:p14="http://schemas.microsoft.com/office/powerpoint/2010/main" val="1255747316"/>
              </p:ext>
            </p:extLst>
          </p:nvPr>
        </p:nvGraphicFramePr>
        <p:xfrm>
          <a:off x="6833726" y="3973265"/>
          <a:ext cx="139700" cy="254000"/>
        </p:xfrm>
        <a:graphic>
          <a:graphicData uri="http://schemas.openxmlformats.org/presentationml/2006/ole">
            <mc:AlternateContent xmlns:mc="http://schemas.openxmlformats.org/markup-compatibility/2006">
              <mc:Choice xmlns:v="urn:schemas-microsoft-com:vml" Requires="v">
                <p:oleObj name="Equation" r:id="rId18" imgW="139680" imgH="253800" progId="Equation.DSMT4">
                  <p:embed/>
                </p:oleObj>
              </mc:Choice>
              <mc:Fallback>
                <p:oleObj name="Equation" r:id="rId18" imgW="139680" imgH="253800" progId="Equation.DSMT4">
                  <p:embed/>
                  <p:pic>
                    <p:nvPicPr>
                      <p:cNvPr id="0" name=""/>
                      <p:cNvPicPr>
                        <a:picLocks noChangeAspect="1" noChangeArrowheads="1"/>
                      </p:cNvPicPr>
                      <p:nvPr/>
                    </p:nvPicPr>
                    <p:blipFill>
                      <a:blip r:embed="rId19"/>
                      <a:srcRect/>
                      <a:stretch>
                        <a:fillRect/>
                      </a:stretch>
                    </p:blipFill>
                    <p:spPr bwMode="auto">
                      <a:xfrm>
                        <a:off x="6833726" y="3973265"/>
                        <a:ext cx="1397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 name="57 Objeto"/>
          <p:cNvGraphicFramePr>
            <a:graphicFrameLocks noChangeAspect="1"/>
          </p:cNvGraphicFramePr>
          <p:nvPr>
            <p:extLst>
              <p:ext uri="{D42A27DB-BD31-4B8C-83A1-F6EECF244321}">
                <p14:modId xmlns:p14="http://schemas.microsoft.com/office/powerpoint/2010/main" val="727574955"/>
              </p:ext>
            </p:extLst>
          </p:nvPr>
        </p:nvGraphicFramePr>
        <p:xfrm>
          <a:off x="6793078" y="4471591"/>
          <a:ext cx="139700" cy="254000"/>
        </p:xfrm>
        <a:graphic>
          <a:graphicData uri="http://schemas.openxmlformats.org/presentationml/2006/ole">
            <mc:AlternateContent xmlns:mc="http://schemas.openxmlformats.org/markup-compatibility/2006">
              <mc:Choice xmlns:v="urn:schemas-microsoft-com:vml" Requires="v">
                <p:oleObj name="Equation" r:id="rId20" imgW="139680" imgH="253800" progId="Equation.DSMT4">
                  <p:embed/>
                </p:oleObj>
              </mc:Choice>
              <mc:Fallback>
                <p:oleObj name="Equation" r:id="rId20" imgW="139680" imgH="25380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793078" y="4471591"/>
                        <a:ext cx="1397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 name="58 Objeto"/>
          <p:cNvGraphicFramePr>
            <a:graphicFrameLocks noChangeAspect="1"/>
          </p:cNvGraphicFramePr>
          <p:nvPr>
            <p:extLst>
              <p:ext uri="{D42A27DB-BD31-4B8C-83A1-F6EECF244321}">
                <p14:modId xmlns:p14="http://schemas.microsoft.com/office/powerpoint/2010/main" val="1190219249"/>
              </p:ext>
            </p:extLst>
          </p:nvPr>
        </p:nvGraphicFramePr>
        <p:xfrm>
          <a:off x="499258" y="4075907"/>
          <a:ext cx="927100" cy="228600"/>
        </p:xfrm>
        <a:graphic>
          <a:graphicData uri="http://schemas.openxmlformats.org/presentationml/2006/ole">
            <mc:AlternateContent xmlns:mc="http://schemas.openxmlformats.org/markup-compatibility/2006">
              <mc:Choice xmlns:v="urn:schemas-microsoft-com:vml" Requires="v">
                <p:oleObj name="Equation" r:id="rId22" imgW="927000" imgH="228600" progId="Equation.DSMT4">
                  <p:embed/>
                </p:oleObj>
              </mc:Choice>
              <mc:Fallback>
                <p:oleObj name="Equation" r:id="rId22" imgW="927000" imgH="228600" progId="Equation.DSMT4">
                  <p:embed/>
                  <p:pic>
                    <p:nvPicPr>
                      <p:cNvPr id="0" name=""/>
                      <p:cNvPicPr/>
                      <p:nvPr/>
                    </p:nvPicPr>
                    <p:blipFill>
                      <a:blip r:embed="rId23"/>
                      <a:stretch>
                        <a:fillRect/>
                      </a:stretch>
                    </p:blipFill>
                    <p:spPr>
                      <a:xfrm>
                        <a:off x="499258" y="4075907"/>
                        <a:ext cx="927100" cy="228600"/>
                      </a:xfrm>
                      <a:prstGeom prst="rect">
                        <a:avLst/>
                      </a:prstGeom>
                    </p:spPr>
                  </p:pic>
                </p:oleObj>
              </mc:Fallback>
            </mc:AlternateContent>
          </a:graphicData>
        </a:graphic>
      </p:graphicFrame>
      <p:graphicFrame>
        <p:nvGraphicFramePr>
          <p:cNvPr id="60" name="59 Objeto"/>
          <p:cNvGraphicFramePr>
            <a:graphicFrameLocks noChangeAspect="1"/>
          </p:cNvGraphicFramePr>
          <p:nvPr>
            <p:extLst>
              <p:ext uri="{D42A27DB-BD31-4B8C-83A1-F6EECF244321}">
                <p14:modId xmlns:p14="http://schemas.microsoft.com/office/powerpoint/2010/main" val="2611671985"/>
              </p:ext>
            </p:extLst>
          </p:nvPr>
        </p:nvGraphicFramePr>
        <p:xfrm>
          <a:off x="418296" y="4958557"/>
          <a:ext cx="990600" cy="228600"/>
        </p:xfrm>
        <a:graphic>
          <a:graphicData uri="http://schemas.openxmlformats.org/presentationml/2006/ole">
            <mc:AlternateContent xmlns:mc="http://schemas.openxmlformats.org/markup-compatibility/2006">
              <mc:Choice xmlns:v="urn:schemas-microsoft-com:vml" Requires="v">
                <p:oleObj name="Equation" r:id="rId24" imgW="990360" imgH="228600" progId="Equation.DSMT4">
                  <p:embed/>
                </p:oleObj>
              </mc:Choice>
              <mc:Fallback>
                <p:oleObj name="Equation" r:id="rId24" imgW="990360" imgH="228600" progId="Equation.DSMT4">
                  <p:embed/>
                  <p:pic>
                    <p:nvPicPr>
                      <p:cNvPr id="0" name=""/>
                      <p:cNvPicPr/>
                      <p:nvPr/>
                    </p:nvPicPr>
                    <p:blipFill>
                      <a:blip r:embed="rId25"/>
                      <a:stretch>
                        <a:fillRect/>
                      </a:stretch>
                    </p:blipFill>
                    <p:spPr>
                      <a:xfrm>
                        <a:off x="418296" y="4958557"/>
                        <a:ext cx="990600" cy="228600"/>
                      </a:xfrm>
                      <a:prstGeom prst="rect">
                        <a:avLst/>
                      </a:prstGeom>
                    </p:spPr>
                  </p:pic>
                </p:oleObj>
              </mc:Fallback>
            </mc:AlternateContent>
          </a:graphicData>
        </a:graphic>
      </p:graphicFrame>
      <p:graphicFrame>
        <p:nvGraphicFramePr>
          <p:cNvPr id="61" name="60 Objeto"/>
          <p:cNvGraphicFramePr>
            <a:graphicFrameLocks noChangeAspect="1"/>
          </p:cNvGraphicFramePr>
          <p:nvPr>
            <p:extLst>
              <p:ext uri="{D42A27DB-BD31-4B8C-83A1-F6EECF244321}">
                <p14:modId xmlns:p14="http://schemas.microsoft.com/office/powerpoint/2010/main" val="2900938004"/>
              </p:ext>
            </p:extLst>
          </p:nvPr>
        </p:nvGraphicFramePr>
        <p:xfrm>
          <a:off x="3851920" y="2243535"/>
          <a:ext cx="990600" cy="863600"/>
        </p:xfrm>
        <a:graphic>
          <a:graphicData uri="http://schemas.openxmlformats.org/presentationml/2006/ole">
            <mc:AlternateContent xmlns:mc="http://schemas.openxmlformats.org/markup-compatibility/2006">
              <mc:Choice xmlns:v="urn:schemas-microsoft-com:vml" Requires="v">
                <p:oleObj name="Equation" r:id="rId26" imgW="990360" imgH="863280" progId="Equation.DSMT4">
                  <p:embed/>
                </p:oleObj>
              </mc:Choice>
              <mc:Fallback>
                <p:oleObj name="Equation" r:id="rId26" imgW="990360" imgH="863280" progId="Equation.DSMT4">
                  <p:embed/>
                  <p:pic>
                    <p:nvPicPr>
                      <p:cNvPr id="0" name=""/>
                      <p:cNvPicPr>
                        <a:picLocks noChangeAspect="1" noChangeArrowheads="1"/>
                      </p:cNvPicPr>
                      <p:nvPr/>
                    </p:nvPicPr>
                    <p:blipFill>
                      <a:blip r:embed="rId27"/>
                      <a:srcRect/>
                      <a:stretch>
                        <a:fillRect/>
                      </a:stretch>
                    </p:blipFill>
                    <p:spPr bwMode="auto">
                      <a:xfrm>
                        <a:off x="3851920" y="2243535"/>
                        <a:ext cx="990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 name="61 Objeto"/>
          <p:cNvGraphicFramePr>
            <a:graphicFrameLocks noChangeAspect="1"/>
          </p:cNvGraphicFramePr>
          <p:nvPr>
            <p:extLst>
              <p:ext uri="{D42A27DB-BD31-4B8C-83A1-F6EECF244321}">
                <p14:modId xmlns:p14="http://schemas.microsoft.com/office/powerpoint/2010/main" val="361710866"/>
              </p:ext>
            </p:extLst>
          </p:nvPr>
        </p:nvGraphicFramePr>
        <p:xfrm>
          <a:off x="2101269" y="4066879"/>
          <a:ext cx="1016000" cy="939800"/>
        </p:xfrm>
        <a:graphic>
          <a:graphicData uri="http://schemas.openxmlformats.org/presentationml/2006/ole">
            <mc:AlternateContent xmlns:mc="http://schemas.openxmlformats.org/markup-compatibility/2006">
              <mc:Choice xmlns:v="urn:schemas-microsoft-com:vml" Requires="v">
                <p:oleObj name="Equation" r:id="rId28" imgW="1015920" imgH="939600" progId="Equation.DSMT4">
                  <p:embed/>
                </p:oleObj>
              </mc:Choice>
              <mc:Fallback>
                <p:oleObj name="Equation" r:id="rId28" imgW="1015920" imgH="939600" progId="Equation.DSMT4">
                  <p:embed/>
                  <p:pic>
                    <p:nvPicPr>
                      <p:cNvPr id="0" name=""/>
                      <p:cNvPicPr/>
                      <p:nvPr/>
                    </p:nvPicPr>
                    <p:blipFill>
                      <a:blip r:embed="rId29"/>
                      <a:stretch>
                        <a:fillRect/>
                      </a:stretch>
                    </p:blipFill>
                    <p:spPr>
                      <a:xfrm>
                        <a:off x="2101269" y="4066879"/>
                        <a:ext cx="1016000" cy="939800"/>
                      </a:xfrm>
                      <a:prstGeom prst="rect">
                        <a:avLst/>
                      </a:prstGeom>
                    </p:spPr>
                  </p:pic>
                </p:oleObj>
              </mc:Fallback>
            </mc:AlternateContent>
          </a:graphicData>
        </a:graphic>
      </p:graphicFrame>
      <p:graphicFrame>
        <p:nvGraphicFramePr>
          <p:cNvPr id="63" name="62 Objeto"/>
          <p:cNvGraphicFramePr>
            <a:graphicFrameLocks noChangeAspect="1"/>
          </p:cNvGraphicFramePr>
          <p:nvPr>
            <p:extLst>
              <p:ext uri="{D42A27DB-BD31-4B8C-83A1-F6EECF244321}">
                <p14:modId xmlns:p14="http://schemas.microsoft.com/office/powerpoint/2010/main" val="2528092242"/>
              </p:ext>
            </p:extLst>
          </p:nvPr>
        </p:nvGraphicFramePr>
        <p:xfrm>
          <a:off x="3549650" y="3470275"/>
          <a:ext cx="2387600" cy="2362200"/>
        </p:xfrm>
        <a:graphic>
          <a:graphicData uri="http://schemas.openxmlformats.org/presentationml/2006/ole">
            <mc:AlternateContent xmlns:mc="http://schemas.openxmlformats.org/markup-compatibility/2006">
              <mc:Choice xmlns:v="urn:schemas-microsoft-com:vml" Requires="v">
                <p:oleObj name="Equation" r:id="rId30" imgW="2387520" imgH="2361960" progId="Equation.DSMT4">
                  <p:embed/>
                </p:oleObj>
              </mc:Choice>
              <mc:Fallback>
                <p:oleObj name="Equation" r:id="rId30" imgW="2387520" imgH="2361960" progId="Equation.DSMT4">
                  <p:embed/>
                  <p:pic>
                    <p:nvPicPr>
                      <p:cNvPr id="0" name=""/>
                      <p:cNvPicPr>
                        <a:picLocks noChangeAspect="1" noChangeArrowheads="1"/>
                      </p:cNvPicPr>
                      <p:nvPr/>
                    </p:nvPicPr>
                    <p:blipFill>
                      <a:blip r:embed="rId31"/>
                      <a:srcRect/>
                      <a:stretch>
                        <a:fillRect/>
                      </a:stretch>
                    </p:blipFill>
                    <p:spPr bwMode="auto">
                      <a:xfrm>
                        <a:off x="3549650" y="3470275"/>
                        <a:ext cx="23876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 name="63 Objeto"/>
          <p:cNvGraphicFramePr>
            <a:graphicFrameLocks noChangeAspect="1"/>
          </p:cNvGraphicFramePr>
          <p:nvPr>
            <p:extLst>
              <p:ext uri="{D42A27DB-BD31-4B8C-83A1-F6EECF244321}">
                <p14:modId xmlns:p14="http://schemas.microsoft.com/office/powerpoint/2010/main" val="126892206"/>
              </p:ext>
            </p:extLst>
          </p:nvPr>
        </p:nvGraphicFramePr>
        <p:xfrm>
          <a:off x="357188" y="5875338"/>
          <a:ext cx="711200" cy="685800"/>
        </p:xfrm>
        <a:graphic>
          <a:graphicData uri="http://schemas.openxmlformats.org/presentationml/2006/ole">
            <mc:AlternateContent xmlns:mc="http://schemas.openxmlformats.org/markup-compatibility/2006">
              <mc:Choice xmlns:v="urn:schemas-microsoft-com:vml" Requires="v">
                <p:oleObj name="Equation" r:id="rId32" imgW="711000" imgH="685800" progId="Equation.DSMT4">
                  <p:embed/>
                </p:oleObj>
              </mc:Choice>
              <mc:Fallback>
                <p:oleObj name="Equation" r:id="rId32" imgW="711000" imgH="685800" progId="Equation.DSMT4">
                  <p:embed/>
                  <p:pic>
                    <p:nvPicPr>
                      <p:cNvPr id="0" name=""/>
                      <p:cNvPicPr>
                        <a:picLocks noChangeAspect="1" noChangeArrowheads="1"/>
                      </p:cNvPicPr>
                      <p:nvPr/>
                    </p:nvPicPr>
                    <p:blipFill>
                      <a:blip r:embed="rId33"/>
                      <a:srcRect/>
                      <a:stretch>
                        <a:fillRect/>
                      </a:stretch>
                    </p:blipFill>
                    <p:spPr bwMode="auto">
                      <a:xfrm>
                        <a:off x="357188" y="5875338"/>
                        <a:ext cx="711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 name="64 Objeto"/>
          <p:cNvGraphicFramePr>
            <a:graphicFrameLocks noChangeAspect="1"/>
          </p:cNvGraphicFramePr>
          <p:nvPr>
            <p:extLst>
              <p:ext uri="{D42A27DB-BD31-4B8C-83A1-F6EECF244321}">
                <p14:modId xmlns:p14="http://schemas.microsoft.com/office/powerpoint/2010/main" val="1660629625"/>
              </p:ext>
            </p:extLst>
          </p:nvPr>
        </p:nvGraphicFramePr>
        <p:xfrm>
          <a:off x="1679575" y="5938838"/>
          <a:ext cx="1397000" cy="685800"/>
        </p:xfrm>
        <a:graphic>
          <a:graphicData uri="http://schemas.openxmlformats.org/presentationml/2006/ole">
            <mc:AlternateContent xmlns:mc="http://schemas.openxmlformats.org/markup-compatibility/2006">
              <mc:Choice xmlns:v="urn:schemas-microsoft-com:vml" Requires="v">
                <p:oleObj name="Equation" r:id="rId34" imgW="1396800" imgH="685800" progId="Equation.DSMT4">
                  <p:embed/>
                </p:oleObj>
              </mc:Choice>
              <mc:Fallback>
                <p:oleObj name="Equation" r:id="rId34" imgW="1396800" imgH="685800" progId="Equation.DSMT4">
                  <p:embed/>
                  <p:pic>
                    <p:nvPicPr>
                      <p:cNvPr id="0" name=""/>
                      <p:cNvPicPr>
                        <a:picLocks noChangeAspect="1" noChangeArrowheads="1"/>
                      </p:cNvPicPr>
                      <p:nvPr/>
                    </p:nvPicPr>
                    <p:blipFill>
                      <a:blip r:embed="rId35"/>
                      <a:srcRect/>
                      <a:stretch>
                        <a:fillRect/>
                      </a:stretch>
                    </p:blipFill>
                    <p:spPr bwMode="auto">
                      <a:xfrm>
                        <a:off x="1679575" y="5938838"/>
                        <a:ext cx="1397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 name="65 Objeto"/>
          <p:cNvGraphicFramePr>
            <a:graphicFrameLocks noChangeAspect="1"/>
          </p:cNvGraphicFramePr>
          <p:nvPr>
            <p:extLst>
              <p:ext uri="{D42A27DB-BD31-4B8C-83A1-F6EECF244321}">
                <p14:modId xmlns:p14="http://schemas.microsoft.com/office/powerpoint/2010/main" val="864502686"/>
              </p:ext>
            </p:extLst>
          </p:nvPr>
        </p:nvGraphicFramePr>
        <p:xfrm>
          <a:off x="3491681" y="5965417"/>
          <a:ext cx="1422400" cy="685800"/>
        </p:xfrm>
        <a:graphic>
          <a:graphicData uri="http://schemas.openxmlformats.org/presentationml/2006/ole">
            <mc:AlternateContent xmlns:mc="http://schemas.openxmlformats.org/markup-compatibility/2006">
              <mc:Choice xmlns:v="urn:schemas-microsoft-com:vml" Requires="v">
                <p:oleObj name="Equation" r:id="rId36" imgW="1422360" imgH="685800" progId="Equation.DSMT4">
                  <p:embed/>
                </p:oleObj>
              </mc:Choice>
              <mc:Fallback>
                <p:oleObj name="Equation" r:id="rId36" imgW="1422360" imgH="685800" progId="Equation.DSMT4">
                  <p:embed/>
                  <p:pic>
                    <p:nvPicPr>
                      <p:cNvPr id="0" name=""/>
                      <p:cNvPicPr>
                        <a:picLocks noChangeAspect="1" noChangeArrowheads="1"/>
                      </p:cNvPicPr>
                      <p:nvPr/>
                    </p:nvPicPr>
                    <p:blipFill>
                      <a:blip r:embed="rId37"/>
                      <a:srcRect/>
                      <a:stretch>
                        <a:fillRect/>
                      </a:stretch>
                    </p:blipFill>
                    <p:spPr bwMode="auto">
                      <a:xfrm>
                        <a:off x="3491681" y="5965417"/>
                        <a:ext cx="142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 name="66 Objeto"/>
          <p:cNvGraphicFramePr>
            <a:graphicFrameLocks noChangeAspect="1"/>
          </p:cNvGraphicFramePr>
          <p:nvPr>
            <p:extLst>
              <p:ext uri="{D42A27DB-BD31-4B8C-83A1-F6EECF244321}">
                <p14:modId xmlns:p14="http://schemas.microsoft.com/office/powerpoint/2010/main" val="2207079806"/>
              </p:ext>
            </p:extLst>
          </p:nvPr>
        </p:nvGraphicFramePr>
        <p:xfrm>
          <a:off x="539552" y="3057229"/>
          <a:ext cx="1206500" cy="457200"/>
        </p:xfrm>
        <a:graphic>
          <a:graphicData uri="http://schemas.openxmlformats.org/presentationml/2006/ole">
            <mc:AlternateContent xmlns:mc="http://schemas.openxmlformats.org/markup-compatibility/2006">
              <mc:Choice xmlns:v="urn:schemas-microsoft-com:vml" Requires="v">
                <p:oleObj name="Equation" r:id="rId38" imgW="1206360" imgH="457200" progId="Equation.DSMT4">
                  <p:embed/>
                </p:oleObj>
              </mc:Choice>
              <mc:Fallback>
                <p:oleObj name="Equation" r:id="rId38" imgW="1206360" imgH="457200" progId="Equation.DSMT4">
                  <p:embed/>
                  <p:pic>
                    <p:nvPicPr>
                      <p:cNvPr id="0" name=""/>
                      <p:cNvPicPr/>
                      <p:nvPr/>
                    </p:nvPicPr>
                    <p:blipFill>
                      <a:blip r:embed="rId39"/>
                      <a:stretch>
                        <a:fillRect/>
                      </a:stretch>
                    </p:blipFill>
                    <p:spPr>
                      <a:xfrm>
                        <a:off x="539552" y="3057229"/>
                        <a:ext cx="1206500" cy="457200"/>
                      </a:xfrm>
                      <a:prstGeom prst="rect">
                        <a:avLst/>
                      </a:prstGeom>
                    </p:spPr>
                  </p:pic>
                </p:oleObj>
              </mc:Fallback>
            </mc:AlternateContent>
          </a:graphicData>
        </a:graphic>
      </p:graphicFrame>
      <p:sp>
        <p:nvSpPr>
          <p:cNvPr id="68" name="67 Flecha derecha"/>
          <p:cNvSpPr/>
          <p:nvPr/>
        </p:nvSpPr>
        <p:spPr bwMode="auto">
          <a:xfrm>
            <a:off x="6925097" y="6618994"/>
            <a:ext cx="648072" cy="216024"/>
          </a:xfrm>
          <a:prstGeom prst="rightArrow">
            <a:avLst/>
          </a:prstGeom>
          <a:solidFill>
            <a:schemeClr val="accent2"/>
          </a:solidFill>
          <a:ln>
            <a:noFill/>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s-CL" sz="1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2752031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p:cNvSpPr txBox="1">
            <a:spLocks noChangeArrowheads="1"/>
          </p:cNvSpPr>
          <p:nvPr/>
        </p:nvSpPr>
        <p:spPr bwMode="hidden">
          <a:xfrm>
            <a:off x="468313" y="908050"/>
            <a:ext cx="8064500" cy="375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dirty="0">
                <a:latin typeface="Arial" charset="0"/>
              </a:rPr>
              <a:t>Fuerza de roce por deslizamiento</a:t>
            </a:r>
            <a:r>
              <a:rPr lang="es-ES" altLang="es-CL" sz="1600" dirty="0">
                <a:latin typeface="Arial" charset="0"/>
              </a:rPr>
              <a:t>: es la fuerza que existe entre dos superficies en contacto y que se opone al deslizamiento relativo de una respecto de la otra.</a:t>
            </a:r>
          </a:p>
          <a:p>
            <a:pPr algn="just" eaLnBrk="1" hangingPunct="1"/>
            <a:endParaRPr lang="es-ES" altLang="es-CL" sz="1600" dirty="0">
              <a:latin typeface="Arial" charset="0"/>
            </a:endParaRPr>
          </a:p>
          <a:p>
            <a:pPr algn="just" eaLnBrk="1" hangingPunct="1"/>
            <a:r>
              <a:rPr lang="es-ES" altLang="es-CL" sz="1600" b="1" dirty="0">
                <a:latin typeface="Arial" charset="0"/>
              </a:rPr>
              <a:t>Características:</a:t>
            </a:r>
          </a:p>
          <a:p>
            <a:pPr algn="just" eaLnBrk="1" hangingPunct="1"/>
            <a:r>
              <a:rPr lang="es-ES" altLang="es-CL" sz="1600" i="1" dirty="0">
                <a:latin typeface="Arial" charset="0"/>
              </a:rPr>
              <a:t>Dirección</a:t>
            </a:r>
            <a:r>
              <a:rPr lang="es-ES" altLang="es-CL" sz="1600" dirty="0">
                <a:latin typeface="Arial" charset="0"/>
              </a:rPr>
              <a:t>: Paralela a las superficies en contacto</a:t>
            </a:r>
          </a:p>
          <a:p>
            <a:pPr algn="just" eaLnBrk="1" hangingPunct="1"/>
            <a:r>
              <a:rPr lang="es-ES" altLang="es-CL" sz="1600" i="1" dirty="0">
                <a:latin typeface="Arial" charset="0"/>
              </a:rPr>
              <a:t>Sentido</a:t>
            </a:r>
            <a:r>
              <a:rPr lang="es-ES" altLang="es-CL" sz="1600" dirty="0">
                <a:latin typeface="Arial" charset="0"/>
              </a:rPr>
              <a:t>: Opuesto al movimiento</a:t>
            </a:r>
          </a:p>
          <a:p>
            <a:pPr algn="just" eaLnBrk="1" hangingPunct="1"/>
            <a:r>
              <a:rPr lang="es-ES" altLang="es-CL" sz="1600" i="1" dirty="0">
                <a:latin typeface="Arial" charset="0"/>
              </a:rPr>
              <a:t>Módulo</a:t>
            </a:r>
            <a:r>
              <a:rPr lang="es-ES" altLang="es-CL" sz="1600" dirty="0">
                <a:latin typeface="Arial" charset="0"/>
              </a:rPr>
              <a:t>: Igual al producto entre el módulo de la fuerza normal (N) y el coeficiente de roce ( </a:t>
            </a:r>
            <a:r>
              <a:rPr lang="es-ES" altLang="es-CL" sz="1600" dirty="0">
                <a:latin typeface="Symbol" pitchFamily="18" charset="2"/>
              </a:rPr>
              <a:t>m </a:t>
            </a:r>
            <a:r>
              <a:rPr lang="es-ES" altLang="es-CL" sz="1600" dirty="0">
                <a:latin typeface="Arial" charset="0"/>
              </a:rPr>
              <a:t>).</a:t>
            </a:r>
          </a:p>
          <a:p>
            <a:pPr algn="just" eaLnBrk="1" hangingPunct="1"/>
            <a:endParaRPr lang="es-ES" altLang="es-CL" sz="1600" dirty="0">
              <a:latin typeface="Arial" charset="0"/>
            </a:endParaRPr>
          </a:p>
          <a:p>
            <a:pPr algn="just" eaLnBrk="1" hangingPunct="1"/>
            <a:r>
              <a:rPr lang="es-ES" altLang="es-CL" sz="1600" dirty="0">
                <a:latin typeface="Arial" charset="0"/>
              </a:rPr>
              <a:t>El coeficiente de roce es característico de las superficies que están en contacto, por lo que varia punto a punto y se debe determinar experimentalmente en cada caso. Además, su valor es diferente si las superficies se encuentran en reposo o en movimiento relativo, por lo que se habla de un coeficientes de roce estático (</a:t>
            </a:r>
            <a:r>
              <a:rPr lang="es-ES" altLang="es-CL" sz="1600" dirty="0">
                <a:latin typeface="Symbol" pitchFamily="18" charset="2"/>
              </a:rPr>
              <a:t>m</a:t>
            </a:r>
            <a:r>
              <a:rPr lang="es-ES" altLang="es-CL" sz="1600" baseline="-25000" dirty="0">
                <a:latin typeface="Arial" charset="0"/>
              </a:rPr>
              <a:t>e</a:t>
            </a:r>
            <a:r>
              <a:rPr lang="es-ES" altLang="es-CL" sz="1600" dirty="0">
                <a:latin typeface="Arial" charset="0"/>
              </a:rPr>
              <a:t>), y un coeficiente de roce dinámico (</a:t>
            </a:r>
            <a:r>
              <a:rPr lang="es-ES" altLang="es-CL" sz="1600" dirty="0">
                <a:latin typeface="Symbol" pitchFamily="18" charset="2"/>
              </a:rPr>
              <a:t>m</a:t>
            </a:r>
            <a:r>
              <a:rPr lang="es-ES" altLang="es-CL" sz="1600" baseline="-25000" dirty="0">
                <a:latin typeface="Arial" charset="0"/>
              </a:rPr>
              <a:t>d</a:t>
            </a:r>
            <a:r>
              <a:rPr lang="es-ES" altLang="es-CL" sz="1600" dirty="0">
                <a:latin typeface="Arial" charset="0"/>
              </a:rPr>
              <a:t>), respectivamente. Siendo el coeficiente de roce estático siempre mayor al dinámico (</a:t>
            </a:r>
            <a:r>
              <a:rPr lang="es-ES" altLang="es-CL" sz="1600" dirty="0">
                <a:latin typeface="Symbol" pitchFamily="18" charset="2"/>
              </a:rPr>
              <a:t>m</a:t>
            </a:r>
            <a:r>
              <a:rPr lang="es-ES" altLang="es-CL" sz="1600" baseline="-25000" dirty="0">
                <a:latin typeface="Arial" charset="0"/>
              </a:rPr>
              <a:t>e</a:t>
            </a:r>
            <a:r>
              <a:rPr lang="es-ES" altLang="es-CL" sz="1600" dirty="0">
                <a:latin typeface="Arial" charset="0"/>
              </a:rPr>
              <a:t> </a:t>
            </a:r>
            <a:r>
              <a:rPr lang="es-ES" altLang="es-CL" sz="1600" dirty="0">
                <a:latin typeface="Arial" charset="0"/>
                <a:cs typeface="Arial" charset="0"/>
              </a:rPr>
              <a:t>≥ </a:t>
            </a:r>
            <a:r>
              <a:rPr lang="es-ES" altLang="es-CL" sz="1600" dirty="0">
                <a:latin typeface="Symbol" pitchFamily="18" charset="2"/>
                <a:cs typeface="Arial" charset="0"/>
              </a:rPr>
              <a:t>m</a:t>
            </a:r>
            <a:r>
              <a:rPr lang="es-ES" altLang="es-CL" sz="1600" baseline="-25000" dirty="0">
                <a:latin typeface="Arial" charset="0"/>
                <a:cs typeface="Arial" charset="0"/>
              </a:rPr>
              <a:t>d</a:t>
            </a:r>
            <a:r>
              <a:rPr lang="es-ES" altLang="es-CL" sz="1600" dirty="0">
                <a:latin typeface="Arial" charset="0"/>
                <a:cs typeface="Arial" charset="0"/>
              </a:rPr>
              <a:t>)</a:t>
            </a:r>
          </a:p>
        </p:txBody>
      </p:sp>
      <p:pic>
        <p:nvPicPr>
          <p:cNvPr id="18435" name="Picture 30" descr="trineos"/>
          <p:cNvPicPr>
            <a:picLocks noChangeAspect="1" noChangeArrowheads="1"/>
          </p:cNvPicPr>
          <p:nvPr/>
        </p:nvPicPr>
        <p:blipFill>
          <a:blip r:embed="rId2" cstate="print">
            <a:extLst>
              <a:ext uri="{28A0092B-C50C-407E-A947-70E740481C1C}">
                <a14:useLocalDpi xmlns:a14="http://schemas.microsoft.com/office/drawing/2010/main" val="0"/>
              </a:ext>
            </a:extLst>
          </a:blip>
          <a:srcRect l="13039"/>
          <a:stretch>
            <a:fillRect/>
          </a:stretch>
        </p:blipFill>
        <p:spPr bwMode="auto">
          <a:xfrm>
            <a:off x="4859338" y="4438650"/>
            <a:ext cx="2879725" cy="206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Line 31"/>
          <p:cNvSpPr>
            <a:spLocks noChangeShapeType="1"/>
          </p:cNvSpPr>
          <p:nvPr/>
        </p:nvSpPr>
        <p:spPr bwMode="hidden">
          <a:xfrm flipV="1">
            <a:off x="6980238" y="6000750"/>
            <a:ext cx="866775" cy="1143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8437" name="Text Box 32"/>
          <p:cNvSpPr txBox="1">
            <a:spLocks noChangeArrowheads="1"/>
          </p:cNvSpPr>
          <p:nvPr/>
        </p:nvSpPr>
        <p:spPr bwMode="hidden">
          <a:xfrm>
            <a:off x="7794625" y="5613400"/>
            <a:ext cx="7540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latin typeface="Arial" charset="0"/>
              </a:rPr>
              <a:t>F</a:t>
            </a:r>
            <a:r>
              <a:rPr lang="es-ES" altLang="es-CL" sz="1400" baseline="-25000">
                <a:latin typeface="Arial" charset="0"/>
              </a:rPr>
              <a:t>d</a:t>
            </a:r>
            <a:r>
              <a:rPr lang="es-ES" altLang="es-CL" sz="1400">
                <a:latin typeface="Arial" charset="0"/>
              </a:rPr>
              <a:t>=</a:t>
            </a:r>
            <a:r>
              <a:rPr lang="es-ES" altLang="es-CL" sz="1400">
                <a:latin typeface="Symbol" pitchFamily="18" charset="2"/>
              </a:rPr>
              <a:t>m</a:t>
            </a:r>
            <a:r>
              <a:rPr lang="es-ES" altLang="es-CL" sz="1400" baseline="-25000">
                <a:latin typeface="Arial" charset="0"/>
              </a:rPr>
              <a:t>d</a:t>
            </a:r>
            <a:r>
              <a:rPr lang="es-ES" altLang="es-CL" sz="1400">
                <a:latin typeface="Arial" charset="0"/>
              </a:rPr>
              <a:t>N</a:t>
            </a:r>
          </a:p>
        </p:txBody>
      </p:sp>
      <p:sp>
        <p:nvSpPr>
          <p:cNvPr id="18438" name="Rectangle 38" descr="Confeti grande"/>
          <p:cNvSpPr>
            <a:spLocks noChangeArrowheads="1"/>
          </p:cNvSpPr>
          <p:nvPr/>
        </p:nvSpPr>
        <p:spPr bwMode="hidden">
          <a:xfrm>
            <a:off x="612775" y="6276975"/>
            <a:ext cx="3598863" cy="142875"/>
          </a:xfrm>
          <a:prstGeom prst="rect">
            <a:avLst/>
          </a:prstGeom>
          <a:pattFill prst="lgConfetti">
            <a:fgClr>
              <a:srgbClr val="008080"/>
            </a:fgClr>
            <a:bgClr>
              <a:srgbClr val="FFFF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8439" name="Line 39"/>
          <p:cNvSpPr>
            <a:spLocks noChangeShapeType="1"/>
          </p:cNvSpPr>
          <p:nvPr/>
        </p:nvSpPr>
        <p:spPr bwMode="auto">
          <a:xfrm flipH="1" flipV="1">
            <a:off x="611188" y="6273800"/>
            <a:ext cx="3598862" cy="3175"/>
          </a:xfrm>
          <a:prstGeom prst="line">
            <a:avLst/>
          </a:prstGeom>
          <a:noFill/>
          <a:ln w="0">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grpSp>
        <p:nvGrpSpPr>
          <p:cNvPr id="18440" name="Group 68"/>
          <p:cNvGrpSpPr>
            <a:grpSpLocks/>
          </p:cNvGrpSpPr>
          <p:nvPr/>
        </p:nvGrpSpPr>
        <p:grpSpPr bwMode="auto">
          <a:xfrm>
            <a:off x="2695575" y="4711700"/>
            <a:ext cx="752475" cy="1558925"/>
            <a:chOff x="1911" y="3022"/>
            <a:chExt cx="474" cy="982"/>
          </a:xfrm>
        </p:grpSpPr>
        <p:sp>
          <p:nvSpPr>
            <p:cNvPr id="18448" name="Line 41"/>
            <p:cNvSpPr>
              <a:spLocks noChangeShapeType="1"/>
            </p:cNvSpPr>
            <p:nvPr/>
          </p:nvSpPr>
          <p:spPr bwMode="hidden">
            <a:xfrm>
              <a:off x="2062" y="3164"/>
              <a:ext cx="201" cy="41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grpSp>
          <p:nvGrpSpPr>
            <p:cNvPr id="18449" name="Group 66"/>
            <p:cNvGrpSpPr>
              <a:grpSpLocks/>
            </p:cNvGrpSpPr>
            <p:nvPr/>
          </p:nvGrpSpPr>
          <p:grpSpPr bwMode="auto">
            <a:xfrm>
              <a:off x="2235" y="3578"/>
              <a:ext cx="150" cy="423"/>
              <a:chOff x="2231" y="3566"/>
              <a:chExt cx="150" cy="405"/>
            </a:xfrm>
          </p:grpSpPr>
          <p:sp>
            <p:nvSpPr>
              <p:cNvPr id="18466" name="Line 46"/>
              <p:cNvSpPr>
                <a:spLocks noChangeShapeType="1"/>
              </p:cNvSpPr>
              <p:nvPr/>
            </p:nvSpPr>
            <p:spPr bwMode="hidden">
              <a:xfrm flipH="1">
                <a:off x="2231" y="3566"/>
                <a:ext cx="28" cy="22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18467" name="Line 47"/>
              <p:cNvSpPr>
                <a:spLocks noChangeShapeType="1"/>
              </p:cNvSpPr>
              <p:nvPr/>
            </p:nvSpPr>
            <p:spPr bwMode="hidden">
              <a:xfrm>
                <a:off x="2231" y="3792"/>
                <a:ext cx="146" cy="15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18468" name="Oval 48"/>
              <p:cNvSpPr>
                <a:spLocks noChangeArrowheads="1"/>
              </p:cNvSpPr>
              <p:nvPr/>
            </p:nvSpPr>
            <p:spPr bwMode="hidden">
              <a:xfrm rot="5400000" flipH="1">
                <a:off x="2298" y="3888"/>
                <a:ext cx="35" cy="131"/>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grpSp>
          <p:nvGrpSpPr>
            <p:cNvPr id="18450" name="Group 67"/>
            <p:cNvGrpSpPr>
              <a:grpSpLocks/>
            </p:cNvGrpSpPr>
            <p:nvPr/>
          </p:nvGrpSpPr>
          <p:grpSpPr bwMode="auto">
            <a:xfrm>
              <a:off x="2020" y="3572"/>
              <a:ext cx="237" cy="432"/>
              <a:chOff x="2020" y="3572"/>
              <a:chExt cx="243" cy="452"/>
            </a:xfrm>
          </p:grpSpPr>
          <p:sp>
            <p:nvSpPr>
              <p:cNvPr id="18463" name="Line 44"/>
              <p:cNvSpPr>
                <a:spLocks noChangeShapeType="1"/>
              </p:cNvSpPr>
              <p:nvPr/>
            </p:nvSpPr>
            <p:spPr bwMode="hidden">
              <a:xfrm flipH="1">
                <a:off x="2089" y="3572"/>
                <a:ext cx="174" cy="18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18464" name="Line 45"/>
              <p:cNvSpPr>
                <a:spLocks noChangeShapeType="1"/>
              </p:cNvSpPr>
              <p:nvPr/>
            </p:nvSpPr>
            <p:spPr bwMode="hidden">
              <a:xfrm>
                <a:off x="2089" y="3753"/>
                <a:ext cx="58" cy="24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18465" name="Oval 49"/>
              <p:cNvSpPr>
                <a:spLocks noChangeArrowheads="1"/>
              </p:cNvSpPr>
              <p:nvPr/>
            </p:nvSpPr>
            <p:spPr bwMode="hidden">
              <a:xfrm rot="5400000" flipH="1">
                <a:off x="2069" y="3941"/>
                <a:ext cx="34" cy="131"/>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grpSp>
          <p:nvGrpSpPr>
            <p:cNvPr id="18451" name="Group 58"/>
            <p:cNvGrpSpPr>
              <a:grpSpLocks/>
            </p:cNvGrpSpPr>
            <p:nvPr/>
          </p:nvGrpSpPr>
          <p:grpSpPr bwMode="auto">
            <a:xfrm rot="-777969">
              <a:off x="1911" y="3022"/>
              <a:ext cx="174" cy="157"/>
              <a:chOff x="2119" y="2988"/>
              <a:chExt cx="174" cy="157"/>
            </a:xfrm>
          </p:grpSpPr>
          <p:sp>
            <p:nvSpPr>
              <p:cNvPr id="18460" name="Oval 40"/>
              <p:cNvSpPr>
                <a:spLocks noChangeArrowheads="1"/>
              </p:cNvSpPr>
              <p:nvPr/>
            </p:nvSpPr>
            <p:spPr bwMode="hidden">
              <a:xfrm flipH="1">
                <a:off x="2205" y="3011"/>
                <a:ext cx="88" cy="134"/>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8461" name="Line 50"/>
              <p:cNvSpPr>
                <a:spLocks noChangeShapeType="1"/>
              </p:cNvSpPr>
              <p:nvPr/>
            </p:nvSpPr>
            <p:spPr bwMode="hidden">
              <a:xfrm flipH="1">
                <a:off x="2119" y="3033"/>
                <a:ext cx="174"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18462" name="Rectangle 51"/>
              <p:cNvSpPr>
                <a:spLocks noChangeArrowheads="1"/>
              </p:cNvSpPr>
              <p:nvPr/>
            </p:nvSpPr>
            <p:spPr bwMode="hidden">
              <a:xfrm flipH="1">
                <a:off x="2205" y="2988"/>
                <a:ext cx="88" cy="45"/>
              </a:xfrm>
              <a:prstGeom prst="rect">
                <a:avLst/>
              </a:prstGeom>
              <a:solidFill>
                <a:srgbClr val="0000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grpSp>
          <p:nvGrpSpPr>
            <p:cNvPr id="18452" name="Group 61"/>
            <p:cNvGrpSpPr>
              <a:grpSpLocks/>
            </p:cNvGrpSpPr>
            <p:nvPr/>
          </p:nvGrpSpPr>
          <p:grpSpPr bwMode="auto">
            <a:xfrm>
              <a:off x="1959" y="3231"/>
              <a:ext cx="140" cy="227"/>
              <a:chOff x="1956" y="3239"/>
              <a:chExt cx="140" cy="227"/>
            </a:xfrm>
          </p:grpSpPr>
          <p:sp>
            <p:nvSpPr>
              <p:cNvPr id="18458" name="Line 53"/>
              <p:cNvSpPr>
                <a:spLocks noChangeShapeType="1"/>
              </p:cNvSpPr>
              <p:nvPr/>
            </p:nvSpPr>
            <p:spPr bwMode="hidden">
              <a:xfrm rot="21407076" flipH="1">
                <a:off x="2054" y="3239"/>
                <a:ext cx="42" cy="13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18459" name="Line 54"/>
              <p:cNvSpPr>
                <a:spLocks noChangeShapeType="1"/>
              </p:cNvSpPr>
              <p:nvPr/>
            </p:nvSpPr>
            <p:spPr bwMode="hidden">
              <a:xfrm rot="21407076" flipH="1">
                <a:off x="1956" y="3377"/>
                <a:ext cx="105" cy="89"/>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grpSp>
        <p:grpSp>
          <p:nvGrpSpPr>
            <p:cNvPr id="18453" name="Group 60"/>
            <p:cNvGrpSpPr>
              <a:grpSpLocks/>
            </p:cNvGrpSpPr>
            <p:nvPr/>
          </p:nvGrpSpPr>
          <p:grpSpPr bwMode="auto">
            <a:xfrm rot="837586">
              <a:off x="1994" y="3233"/>
              <a:ext cx="151" cy="314"/>
              <a:chOff x="2200" y="3212"/>
              <a:chExt cx="151" cy="314"/>
            </a:xfrm>
          </p:grpSpPr>
          <p:sp>
            <p:nvSpPr>
              <p:cNvPr id="18455" name="Line 42"/>
              <p:cNvSpPr>
                <a:spLocks noChangeShapeType="1"/>
              </p:cNvSpPr>
              <p:nvPr/>
            </p:nvSpPr>
            <p:spPr bwMode="hidden">
              <a:xfrm>
                <a:off x="2263" y="3212"/>
                <a:ext cx="88" cy="159"/>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18456" name="Line 43"/>
              <p:cNvSpPr>
                <a:spLocks noChangeShapeType="1"/>
              </p:cNvSpPr>
              <p:nvPr/>
            </p:nvSpPr>
            <p:spPr bwMode="hidden">
              <a:xfrm flipH="1">
                <a:off x="2235" y="3371"/>
                <a:ext cx="116" cy="13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18457" name="Oval 56"/>
              <p:cNvSpPr>
                <a:spLocks noChangeArrowheads="1"/>
              </p:cNvSpPr>
              <p:nvPr/>
            </p:nvSpPr>
            <p:spPr bwMode="hidden">
              <a:xfrm rot="19854491" flipH="1">
                <a:off x="2200" y="3504"/>
                <a:ext cx="40" cy="22"/>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sp>
          <p:nvSpPr>
            <p:cNvPr id="18454" name="Oval 65"/>
            <p:cNvSpPr>
              <a:spLocks noChangeArrowheads="1"/>
            </p:cNvSpPr>
            <p:nvPr/>
          </p:nvSpPr>
          <p:spPr bwMode="hidden">
            <a:xfrm rot="20692077" flipH="1">
              <a:off x="1940" y="3442"/>
              <a:ext cx="40" cy="22"/>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grpSp>
        <p:nvGrpSpPr>
          <p:cNvPr id="18441" name="Group 70"/>
          <p:cNvGrpSpPr>
            <a:grpSpLocks/>
          </p:cNvGrpSpPr>
          <p:nvPr/>
        </p:nvGrpSpPr>
        <p:grpSpPr bwMode="auto">
          <a:xfrm>
            <a:off x="898525" y="5427663"/>
            <a:ext cx="1873250" cy="847725"/>
            <a:chOff x="566" y="3509"/>
            <a:chExt cx="1180" cy="534"/>
          </a:xfrm>
        </p:grpSpPr>
        <p:sp>
          <p:nvSpPr>
            <p:cNvPr id="18445" name="Rectangle 35"/>
            <p:cNvSpPr>
              <a:spLocks noChangeArrowheads="1"/>
            </p:cNvSpPr>
            <p:nvPr/>
          </p:nvSpPr>
          <p:spPr bwMode="hidden">
            <a:xfrm>
              <a:off x="566" y="3509"/>
              <a:ext cx="1180" cy="64"/>
            </a:xfrm>
            <a:prstGeom prst="rect">
              <a:avLst/>
            </a:prstGeom>
            <a:solidFill>
              <a:srgbClr val="9933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8446" name="Rectangle 36"/>
            <p:cNvSpPr>
              <a:spLocks noChangeArrowheads="1"/>
            </p:cNvSpPr>
            <p:nvPr/>
          </p:nvSpPr>
          <p:spPr bwMode="hidden">
            <a:xfrm>
              <a:off x="671" y="3573"/>
              <a:ext cx="44" cy="469"/>
            </a:xfrm>
            <a:prstGeom prst="rect">
              <a:avLst/>
            </a:prstGeom>
            <a:solidFill>
              <a:srgbClr val="9966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18447" name="Rectangle 69"/>
            <p:cNvSpPr>
              <a:spLocks noChangeArrowheads="1"/>
            </p:cNvSpPr>
            <p:nvPr/>
          </p:nvSpPr>
          <p:spPr bwMode="hidden">
            <a:xfrm>
              <a:off x="1593" y="3574"/>
              <a:ext cx="44" cy="469"/>
            </a:xfrm>
            <a:prstGeom prst="rect">
              <a:avLst/>
            </a:prstGeom>
            <a:solidFill>
              <a:srgbClr val="996633"/>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pSp>
      <p:sp>
        <p:nvSpPr>
          <p:cNvPr id="18442" name="Line 71"/>
          <p:cNvSpPr>
            <a:spLocks noChangeShapeType="1"/>
          </p:cNvSpPr>
          <p:nvPr/>
        </p:nvSpPr>
        <p:spPr bwMode="hidden">
          <a:xfrm>
            <a:off x="1057275" y="6286500"/>
            <a:ext cx="371475"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8443" name="Line 72"/>
          <p:cNvSpPr>
            <a:spLocks noChangeShapeType="1"/>
          </p:cNvSpPr>
          <p:nvPr/>
        </p:nvSpPr>
        <p:spPr bwMode="hidden">
          <a:xfrm>
            <a:off x="2530475" y="6278563"/>
            <a:ext cx="371475"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8444" name="Text Box 73"/>
          <p:cNvSpPr txBox="1">
            <a:spLocks noChangeArrowheads="1"/>
          </p:cNvSpPr>
          <p:nvPr/>
        </p:nvSpPr>
        <p:spPr bwMode="hidden">
          <a:xfrm>
            <a:off x="1403350" y="5878513"/>
            <a:ext cx="7540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latin typeface="Arial" charset="0"/>
              </a:rPr>
              <a:t>F</a:t>
            </a:r>
            <a:r>
              <a:rPr lang="es-ES" altLang="es-CL" sz="1400" baseline="-25000">
                <a:latin typeface="Arial" charset="0"/>
              </a:rPr>
              <a:t>e</a:t>
            </a:r>
            <a:r>
              <a:rPr lang="es-ES" altLang="es-CL" sz="1400">
                <a:latin typeface="Arial" charset="0"/>
              </a:rPr>
              <a:t>=</a:t>
            </a:r>
            <a:r>
              <a:rPr lang="es-ES" altLang="es-CL" sz="1400">
                <a:latin typeface="Symbol" pitchFamily="18" charset="2"/>
              </a:rPr>
              <a:t>m</a:t>
            </a:r>
            <a:r>
              <a:rPr lang="es-ES" altLang="es-CL" sz="1400" baseline="-25000">
                <a:latin typeface="Arial" charset="0"/>
              </a:rPr>
              <a:t>e</a:t>
            </a:r>
            <a:r>
              <a:rPr lang="es-ES" altLang="es-CL" sz="1400">
                <a:latin typeface="Arial" charset="0"/>
              </a:rPr>
              <a:t>N</a:t>
            </a:r>
          </a:p>
        </p:txBody>
      </p:sp>
    </p:spTree>
    <p:extLst>
      <p:ext uri="{BB962C8B-B14F-4D97-AF65-F5344CB8AC3E}">
        <p14:creationId xmlns:p14="http://schemas.microsoft.com/office/powerpoint/2010/main" val="1348544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4"/>
          <p:cNvSpPr txBox="1">
            <a:spLocks noChangeArrowheads="1"/>
          </p:cNvSpPr>
          <p:nvPr/>
        </p:nvSpPr>
        <p:spPr bwMode="hidden">
          <a:xfrm>
            <a:off x="395288" y="908050"/>
            <a:ext cx="80645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Fuerza elástica</a:t>
            </a:r>
            <a:r>
              <a:rPr lang="es-ES" altLang="es-CL" sz="1600">
                <a:latin typeface="Arial" charset="0"/>
              </a:rPr>
              <a:t>: es la fuerza que permite deformar un cuerpo y fue formulada por Robert Hooke en la conocida </a:t>
            </a:r>
            <a:r>
              <a:rPr lang="es-ES" altLang="es-CL" sz="1600" i="1">
                <a:latin typeface="Arial" charset="0"/>
              </a:rPr>
              <a:t>Ley de los resortes</a:t>
            </a:r>
            <a:r>
              <a:rPr lang="es-ES" altLang="es-CL" sz="1600">
                <a:latin typeface="Arial" charset="0"/>
              </a:rPr>
              <a:t>. </a:t>
            </a:r>
            <a:endParaRPr lang="es-VE" altLang="es-CL" sz="1600">
              <a:latin typeface="Arial" charset="0"/>
            </a:endParaRPr>
          </a:p>
        </p:txBody>
      </p:sp>
      <p:graphicFrame>
        <p:nvGraphicFramePr>
          <p:cNvPr id="19459" name="Object 5"/>
          <p:cNvGraphicFramePr>
            <a:graphicFrameLocks noChangeAspect="1"/>
          </p:cNvGraphicFramePr>
          <p:nvPr/>
        </p:nvGraphicFramePr>
        <p:xfrm>
          <a:off x="3779838" y="1489075"/>
          <a:ext cx="1273175" cy="527050"/>
        </p:xfrm>
        <a:graphic>
          <a:graphicData uri="http://schemas.openxmlformats.org/presentationml/2006/ole">
            <mc:AlternateContent xmlns:mc="http://schemas.openxmlformats.org/markup-compatibility/2006">
              <mc:Choice xmlns:v="urn:schemas-microsoft-com:vml" Requires="v">
                <p:oleObj name="Equation" r:id="rId2" imgW="583947" imgH="241195" progId="Equation.DSMT4">
                  <p:embed/>
                </p:oleObj>
              </mc:Choice>
              <mc:Fallback>
                <p:oleObj name="Equation" r:id="rId2" imgW="583947" imgH="241195"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1489075"/>
                        <a:ext cx="12731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0" name="Text Box 6"/>
          <p:cNvSpPr txBox="1">
            <a:spLocks noChangeArrowheads="1"/>
          </p:cNvSpPr>
          <p:nvPr/>
        </p:nvSpPr>
        <p:spPr bwMode="hidden">
          <a:xfrm>
            <a:off x="468313" y="2203450"/>
            <a:ext cx="8064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donde </a:t>
            </a:r>
            <a:r>
              <a:rPr lang="es-ES" altLang="es-CL" sz="1600" i="1">
                <a:latin typeface="Arial" charset="0"/>
              </a:rPr>
              <a:t>k</a:t>
            </a:r>
            <a:r>
              <a:rPr lang="es-ES" altLang="es-CL" sz="1600">
                <a:latin typeface="Arial" charset="0"/>
              </a:rPr>
              <a:t> es la constante elástica y      es la elongación del resorte</a:t>
            </a:r>
            <a:endParaRPr lang="es-VE" altLang="es-CL" sz="1600">
              <a:latin typeface="Arial" charset="0"/>
            </a:endParaRPr>
          </a:p>
        </p:txBody>
      </p:sp>
      <p:graphicFrame>
        <p:nvGraphicFramePr>
          <p:cNvPr id="19461" name="Object 7"/>
          <p:cNvGraphicFramePr>
            <a:graphicFrameLocks noChangeAspect="1"/>
          </p:cNvGraphicFramePr>
          <p:nvPr/>
        </p:nvGraphicFramePr>
        <p:xfrm>
          <a:off x="3708400" y="2203450"/>
          <a:ext cx="204788" cy="307975"/>
        </p:xfrm>
        <a:graphic>
          <a:graphicData uri="http://schemas.openxmlformats.org/presentationml/2006/ole">
            <mc:AlternateContent xmlns:mc="http://schemas.openxmlformats.org/markup-compatibility/2006">
              <mc:Choice xmlns:v="urn:schemas-microsoft-com:vml" Requires="v">
                <p:oleObj name="Ecuación" r:id="rId4" imgW="126890" imgH="190335" progId="Equation.3">
                  <p:embed/>
                </p:oleObj>
              </mc:Choice>
              <mc:Fallback>
                <p:oleObj name="Ecuación" r:id="rId4" imgW="126890" imgH="19033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2203450"/>
                        <a:ext cx="204788"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462" name="Group 12"/>
          <p:cNvGrpSpPr>
            <a:grpSpLocks/>
          </p:cNvGrpSpPr>
          <p:nvPr/>
        </p:nvGrpSpPr>
        <p:grpSpPr bwMode="auto">
          <a:xfrm>
            <a:off x="827088" y="2708275"/>
            <a:ext cx="4248150" cy="2630488"/>
            <a:chOff x="567" y="1888"/>
            <a:chExt cx="2676" cy="1657"/>
          </a:xfrm>
        </p:grpSpPr>
        <p:sp>
          <p:nvSpPr>
            <p:cNvPr id="19467" name="AutoShape 11"/>
            <p:cNvSpPr>
              <a:spLocks noChangeArrowheads="1"/>
            </p:cNvSpPr>
            <p:nvPr/>
          </p:nvSpPr>
          <p:spPr bwMode="hidden">
            <a:xfrm>
              <a:off x="567" y="1888"/>
              <a:ext cx="2676" cy="1657"/>
            </a:xfrm>
            <a:prstGeom prst="bevel">
              <a:avLst>
                <a:gd name="adj" fmla="val 3796"/>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pic>
          <p:nvPicPr>
            <p:cNvPr id="19468" name="Picture 10" descr="Hooke"/>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30" y="1951"/>
              <a:ext cx="2550" cy="1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63" name="Text Box 13"/>
          <p:cNvSpPr txBox="1">
            <a:spLocks noChangeArrowheads="1"/>
          </p:cNvSpPr>
          <p:nvPr/>
        </p:nvSpPr>
        <p:spPr bwMode="hidden">
          <a:xfrm>
            <a:off x="5046000" y="2870200"/>
            <a:ext cx="3311525"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a:latin typeface="Arial" charset="0"/>
              </a:rPr>
              <a:t>Al reproducir experimentalmente la Ley de Hooke, la constante elástica representa la pendiente del gráfico</a:t>
            </a:r>
            <a:endParaRPr lang="es-VE" altLang="es-CL" sz="1600">
              <a:latin typeface="Arial" charset="0"/>
            </a:endParaRPr>
          </a:p>
        </p:txBody>
      </p:sp>
      <p:graphicFrame>
        <p:nvGraphicFramePr>
          <p:cNvPr id="19464" name="Object 15"/>
          <p:cNvGraphicFramePr>
            <a:graphicFrameLocks noChangeAspect="1"/>
          </p:cNvGraphicFramePr>
          <p:nvPr/>
        </p:nvGraphicFramePr>
        <p:xfrm>
          <a:off x="6227763" y="3787775"/>
          <a:ext cx="1081087" cy="644525"/>
        </p:xfrm>
        <a:graphic>
          <a:graphicData uri="http://schemas.openxmlformats.org/presentationml/2006/ole">
            <mc:AlternateContent xmlns:mc="http://schemas.openxmlformats.org/markup-compatibility/2006">
              <mc:Choice xmlns:v="urn:schemas-microsoft-com:vml" Requires="v">
                <p:oleObj name="Ecuación" r:id="rId7" imgW="723586" imgH="431613" progId="Equation.3">
                  <p:embed/>
                </p:oleObj>
              </mc:Choice>
              <mc:Fallback>
                <p:oleObj name="Ecuación" r:id="rId7" imgW="723586" imgH="431613"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27763" y="3787775"/>
                        <a:ext cx="1081087"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5" name="Text Box 16"/>
          <p:cNvSpPr txBox="1">
            <a:spLocks noChangeArrowheads="1"/>
          </p:cNvSpPr>
          <p:nvPr/>
        </p:nvSpPr>
        <p:spPr bwMode="hidden">
          <a:xfrm>
            <a:off x="5364163" y="4518025"/>
            <a:ext cx="33115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dirty="0">
                <a:latin typeface="Arial" charset="0"/>
              </a:rPr>
              <a:t>y la ordenada de origen de la ecuación se obtiene ajustando los ejes al primer punto experimental</a:t>
            </a:r>
            <a:endParaRPr lang="es-VE" altLang="es-CL" sz="1600" dirty="0">
              <a:latin typeface="Arial" charset="0"/>
            </a:endParaRPr>
          </a:p>
        </p:txBody>
      </p:sp>
      <p:sp>
        <p:nvSpPr>
          <p:cNvPr id="19466" name="Text Box 17"/>
          <p:cNvSpPr txBox="1">
            <a:spLocks noChangeArrowheads="1"/>
          </p:cNvSpPr>
          <p:nvPr/>
        </p:nvSpPr>
        <p:spPr bwMode="hidden">
          <a:xfrm>
            <a:off x="539750" y="5732463"/>
            <a:ext cx="80645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ahoma" pitchFamily="34" charset="0"/>
              </a:defRPr>
            </a:lvl1pPr>
            <a:lvl2pPr marL="879475" indent="-342900" eaLnBrk="0" hangingPunct="0">
              <a:defRPr>
                <a:solidFill>
                  <a:schemeClr val="tx1"/>
                </a:solidFill>
                <a:latin typeface="Tahoma" pitchFamily="34" charset="0"/>
              </a:defRPr>
            </a:lvl2pPr>
            <a:lvl3pPr marL="1401763" indent="-342900" eaLnBrk="0" hangingPunct="0">
              <a:defRPr>
                <a:solidFill>
                  <a:schemeClr val="tx1"/>
                </a:solidFill>
                <a:latin typeface="Tahoma" pitchFamily="34" charset="0"/>
              </a:defRPr>
            </a:lvl3pPr>
            <a:lvl4pPr marL="1924050" indent="-342900" eaLnBrk="0" hangingPunct="0">
              <a:defRPr>
                <a:solidFill>
                  <a:schemeClr val="tx1"/>
                </a:solidFill>
                <a:latin typeface="Tahoma" pitchFamily="34" charset="0"/>
              </a:defRPr>
            </a:lvl4pPr>
            <a:lvl5pPr marL="2446338" indent="-342900" eaLnBrk="0" hangingPunct="0">
              <a:defRPr>
                <a:solidFill>
                  <a:schemeClr val="tx1"/>
                </a:solidFill>
                <a:latin typeface="Tahoma" pitchFamily="34" charset="0"/>
              </a:defRPr>
            </a:lvl5pPr>
            <a:lvl6pPr marL="2903538" indent="-342900" algn="ctr" eaLnBrk="0" fontAlgn="base" hangingPunct="0">
              <a:spcBef>
                <a:spcPct val="0"/>
              </a:spcBef>
              <a:spcAft>
                <a:spcPct val="0"/>
              </a:spcAft>
              <a:defRPr>
                <a:solidFill>
                  <a:schemeClr val="tx1"/>
                </a:solidFill>
                <a:latin typeface="Tahoma" pitchFamily="34" charset="0"/>
              </a:defRPr>
            </a:lvl6pPr>
            <a:lvl7pPr marL="3360738" indent="-342900" algn="ctr" eaLnBrk="0" fontAlgn="base" hangingPunct="0">
              <a:spcBef>
                <a:spcPct val="0"/>
              </a:spcBef>
              <a:spcAft>
                <a:spcPct val="0"/>
              </a:spcAft>
              <a:defRPr>
                <a:solidFill>
                  <a:schemeClr val="tx1"/>
                </a:solidFill>
                <a:latin typeface="Tahoma" pitchFamily="34" charset="0"/>
              </a:defRPr>
            </a:lvl7pPr>
            <a:lvl8pPr marL="3817938" indent="-342900" algn="ctr" eaLnBrk="0" fontAlgn="base" hangingPunct="0">
              <a:spcBef>
                <a:spcPct val="0"/>
              </a:spcBef>
              <a:spcAft>
                <a:spcPct val="0"/>
              </a:spcAft>
              <a:defRPr>
                <a:solidFill>
                  <a:schemeClr val="tx1"/>
                </a:solidFill>
                <a:latin typeface="Tahoma" pitchFamily="34" charset="0"/>
              </a:defRPr>
            </a:lvl8pPr>
            <a:lvl9pPr marL="4275138" indent="-342900" algn="ctr" eaLnBrk="0" fontAlgn="base" hangingPunct="0">
              <a:spcBef>
                <a:spcPct val="0"/>
              </a:spcBef>
              <a:spcAft>
                <a:spcPct val="0"/>
              </a:spcAft>
              <a:defRPr>
                <a:solidFill>
                  <a:schemeClr val="tx1"/>
                </a:solidFill>
                <a:latin typeface="Tahoma" pitchFamily="34" charset="0"/>
              </a:defRPr>
            </a:lvl9pPr>
          </a:lstStyle>
          <a:p>
            <a:pPr algn="just" eaLnBrk="1" hangingPunct="1"/>
            <a:r>
              <a:rPr lang="es-ES" altLang="es-CL" sz="1600" b="1">
                <a:latin typeface="Arial" charset="0"/>
              </a:rPr>
              <a:t>Nota:</a:t>
            </a:r>
            <a:r>
              <a:rPr lang="es-ES" altLang="es-CL" sz="1600">
                <a:latin typeface="Arial" charset="0"/>
              </a:rPr>
              <a:t> La ecuación obtenida es particular para cada resorte, por lo que es válida sólo dentro de ese rango, esto se debe a que no se puede asegurar que el resorte no se deformará permanentemente fuera de ese rango medido.</a:t>
            </a:r>
            <a:endParaRPr lang="es-VE" altLang="es-CL" sz="1600">
              <a:latin typeface="Arial" charset="0"/>
            </a:endParaRPr>
          </a:p>
        </p:txBody>
      </p:sp>
      <p:sp>
        <p:nvSpPr>
          <p:cNvPr id="13" name="12 Flecha derecha"/>
          <p:cNvSpPr/>
          <p:nvPr/>
        </p:nvSpPr>
        <p:spPr bwMode="auto">
          <a:xfrm>
            <a:off x="8460432" y="6348412"/>
            <a:ext cx="576064" cy="248940"/>
          </a:xfrm>
          <a:prstGeom prst="rightArrow">
            <a:avLst/>
          </a:prstGeom>
          <a:solidFill>
            <a:schemeClr val="accent2"/>
          </a:solidFill>
          <a:ln>
            <a:noFill/>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s-CL" sz="1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1551863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Rectángulo"/>
          <p:cNvSpPr>
            <a:spLocks noChangeArrowheads="1"/>
          </p:cNvSpPr>
          <p:nvPr/>
        </p:nvSpPr>
        <p:spPr bwMode="auto">
          <a:xfrm>
            <a:off x="463550" y="981075"/>
            <a:ext cx="835183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MX" altLang="es-CL" sz="1600" dirty="0"/>
              <a:t>3.-  Un bloque de 100 kg en una rampa como indica la figura. Calcule</a:t>
            </a:r>
          </a:p>
          <a:p>
            <a:pPr algn="just" eaLnBrk="1" hangingPunct="1"/>
            <a:r>
              <a:rPr lang="es-MX" altLang="es-CL" sz="1600" dirty="0"/>
              <a:t>a)  Cuánto debe valer la fuerza de rozamiento con el suelo para que </a:t>
            </a:r>
            <a:r>
              <a:rPr lang="es-MX" altLang="es-CL" sz="1600" dirty="0">
                <a:solidFill>
                  <a:srgbClr val="FF0000"/>
                </a:solidFill>
              </a:rPr>
              <a:t>no se deslice </a:t>
            </a:r>
            <a:r>
              <a:rPr lang="es-MX" altLang="es-CL" sz="1600" dirty="0"/>
              <a:t>por la </a:t>
            </a:r>
            <a:r>
              <a:rPr lang="es-CL" altLang="es-CL" sz="1600" dirty="0"/>
              <a:t>pendiente</a:t>
            </a:r>
          </a:p>
          <a:p>
            <a:pPr algn="just" eaLnBrk="1" hangingPunct="1"/>
            <a:r>
              <a:rPr lang="es-MX" altLang="es-CL" sz="1600" dirty="0"/>
              <a:t>b)   El valor del coeficiente de rozamiento. </a:t>
            </a:r>
          </a:p>
        </p:txBody>
      </p:sp>
      <p:pic>
        <p:nvPicPr>
          <p:cNvPr id="2560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hidden">
          <a:xfrm>
            <a:off x="5724128" y="2073796"/>
            <a:ext cx="29718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5604"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graphicFrame>
        <p:nvGraphicFramePr>
          <p:cNvPr id="25605" name="Object 12"/>
          <p:cNvGraphicFramePr>
            <a:graphicFrameLocks noChangeAspect="1"/>
          </p:cNvGraphicFramePr>
          <p:nvPr/>
        </p:nvGraphicFramePr>
        <p:xfrm>
          <a:off x="6299200" y="185738"/>
          <a:ext cx="1512888" cy="415925"/>
        </p:xfrm>
        <a:graphic>
          <a:graphicData uri="http://schemas.openxmlformats.org/presentationml/2006/ole">
            <mc:AlternateContent xmlns:mc="http://schemas.openxmlformats.org/markup-compatibility/2006">
              <mc:Choice xmlns:v="urn:schemas-microsoft-com:vml" Requires="v">
                <p:oleObj name="Ecuación" r:id="rId3" imgW="888614" imgH="241195" progId="Equation.3">
                  <p:embed/>
                </p:oleObj>
              </mc:Choice>
              <mc:Fallback>
                <p:oleObj name="Ecuación" r:id="rId3" imgW="888614"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9200" y="185738"/>
                        <a:ext cx="15128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1 Grupo"/>
          <p:cNvGrpSpPr/>
          <p:nvPr/>
        </p:nvGrpSpPr>
        <p:grpSpPr>
          <a:xfrm>
            <a:off x="1475656" y="2108125"/>
            <a:ext cx="2911475" cy="2987675"/>
            <a:chOff x="1476375" y="2020888"/>
            <a:chExt cx="2911475" cy="2987675"/>
          </a:xfrm>
        </p:grpSpPr>
        <p:cxnSp>
          <p:nvCxnSpPr>
            <p:cNvPr id="25606" name="2 Conector recto de flecha"/>
            <p:cNvCxnSpPr>
              <a:cxnSpLocks noChangeShapeType="1"/>
            </p:cNvCxnSpPr>
            <p:nvPr/>
          </p:nvCxnSpPr>
          <p:spPr bwMode="auto">
            <a:xfrm flipV="1">
              <a:off x="1476375" y="2979738"/>
              <a:ext cx="2590800" cy="969962"/>
            </a:xfrm>
            <a:prstGeom prst="straightConnector1">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07" name="8 Conector recto de flecha"/>
            <p:cNvCxnSpPr>
              <a:cxnSpLocks noChangeShapeType="1"/>
            </p:cNvCxnSpPr>
            <p:nvPr/>
          </p:nvCxnSpPr>
          <p:spPr bwMode="auto">
            <a:xfrm rot="16200000" flipV="1">
              <a:off x="1384300" y="3227388"/>
              <a:ext cx="2592388" cy="969962"/>
            </a:xfrm>
            <a:prstGeom prst="straightConnector1">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28" name="31 CuadroTexto"/>
            <p:cNvSpPr txBox="1">
              <a:spLocks noChangeArrowheads="1"/>
            </p:cNvSpPr>
            <p:nvPr/>
          </p:nvSpPr>
          <p:spPr bwMode="auto">
            <a:xfrm>
              <a:off x="4067175" y="2795588"/>
              <a:ext cx="320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X</a:t>
              </a:r>
            </a:p>
          </p:txBody>
        </p:sp>
        <p:sp>
          <p:nvSpPr>
            <p:cNvPr id="25629" name="37 CuadroTexto"/>
            <p:cNvSpPr txBox="1">
              <a:spLocks noChangeArrowheads="1"/>
            </p:cNvSpPr>
            <p:nvPr/>
          </p:nvSpPr>
          <p:spPr bwMode="auto">
            <a:xfrm>
              <a:off x="1997075" y="2020888"/>
              <a:ext cx="3190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a:t>Y</a:t>
              </a:r>
            </a:p>
          </p:txBody>
        </p:sp>
      </p:grpSp>
      <p:cxnSp>
        <p:nvCxnSpPr>
          <p:cNvPr id="4" name="3 Conector recto de flecha"/>
          <p:cNvCxnSpPr/>
          <p:nvPr/>
        </p:nvCxnSpPr>
        <p:spPr bwMode="auto">
          <a:xfrm>
            <a:off x="7210028" y="2420888"/>
            <a:ext cx="0" cy="1080120"/>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5" name="4 Objeto"/>
          <p:cNvGraphicFramePr>
            <a:graphicFrameLocks noChangeAspect="1"/>
          </p:cNvGraphicFramePr>
          <p:nvPr>
            <p:extLst>
              <p:ext uri="{D42A27DB-BD31-4B8C-83A1-F6EECF244321}">
                <p14:modId xmlns:p14="http://schemas.microsoft.com/office/powerpoint/2010/main" val="1707613243"/>
              </p:ext>
            </p:extLst>
          </p:nvPr>
        </p:nvGraphicFramePr>
        <p:xfrm>
          <a:off x="6804248" y="3211522"/>
          <a:ext cx="313308" cy="263838"/>
        </p:xfrm>
        <a:graphic>
          <a:graphicData uri="http://schemas.openxmlformats.org/presentationml/2006/ole">
            <mc:AlternateContent xmlns:mc="http://schemas.openxmlformats.org/markup-compatibility/2006">
              <mc:Choice xmlns:v="urn:schemas-microsoft-com:vml" Requires="v">
                <p:oleObj name="Equation" r:id="rId5" imgW="241200" imgH="203040" progId="Equation.DSMT4">
                  <p:embed/>
                </p:oleObj>
              </mc:Choice>
              <mc:Fallback>
                <p:oleObj name="Equation" r:id="rId5" imgW="241200" imgH="203040" progId="Equation.DSMT4">
                  <p:embed/>
                  <p:pic>
                    <p:nvPicPr>
                      <p:cNvPr id="0" name=""/>
                      <p:cNvPicPr/>
                      <p:nvPr/>
                    </p:nvPicPr>
                    <p:blipFill>
                      <a:blip r:embed="rId6"/>
                      <a:stretch>
                        <a:fillRect/>
                      </a:stretch>
                    </p:blipFill>
                    <p:spPr>
                      <a:xfrm>
                        <a:off x="6804248" y="3211522"/>
                        <a:ext cx="313308" cy="263838"/>
                      </a:xfrm>
                      <a:prstGeom prst="rect">
                        <a:avLst/>
                      </a:prstGeom>
                    </p:spPr>
                  </p:pic>
                </p:oleObj>
              </mc:Fallback>
            </mc:AlternateContent>
          </a:graphicData>
        </a:graphic>
      </p:graphicFrame>
      <p:cxnSp>
        <p:nvCxnSpPr>
          <p:cNvPr id="7" name="6 Conector recto de flecha"/>
          <p:cNvCxnSpPr/>
          <p:nvPr/>
        </p:nvCxnSpPr>
        <p:spPr bwMode="auto">
          <a:xfrm flipH="1" flipV="1">
            <a:off x="6849374" y="1544128"/>
            <a:ext cx="360654" cy="948768"/>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 name="7 Objeto"/>
          <p:cNvGraphicFramePr>
            <a:graphicFrameLocks noChangeAspect="1"/>
          </p:cNvGraphicFramePr>
          <p:nvPr>
            <p:extLst>
              <p:ext uri="{D42A27DB-BD31-4B8C-83A1-F6EECF244321}">
                <p14:modId xmlns:p14="http://schemas.microsoft.com/office/powerpoint/2010/main" val="1355961845"/>
              </p:ext>
            </p:extLst>
          </p:nvPr>
        </p:nvGraphicFramePr>
        <p:xfrm>
          <a:off x="6516216" y="1628800"/>
          <a:ext cx="249808" cy="303338"/>
        </p:xfrm>
        <a:graphic>
          <a:graphicData uri="http://schemas.openxmlformats.org/presentationml/2006/ole">
            <mc:AlternateContent xmlns:mc="http://schemas.openxmlformats.org/markup-compatibility/2006">
              <mc:Choice xmlns:v="urn:schemas-microsoft-com:vml" Requires="v">
                <p:oleObj name="Equation" r:id="rId7" imgW="177480" imgH="215640" progId="Equation.DSMT4">
                  <p:embed/>
                </p:oleObj>
              </mc:Choice>
              <mc:Fallback>
                <p:oleObj name="Equation" r:id="rId7" imgW="177480" imgH="215640" progId="Equation.DSMT4">
                  <p:embed/>
                  <p:pic>
                    <p:nvPicPr>
                      <p:cNvPr id="0" name=""/>
                      <p:cNvPicPr/>
                      <p:nvPr/>
                    </p:nvPicPr>
                    <p:blipFill>
                      <a:blip r:embed="rId8"/>
                      <a:stretch>
                        <a:fillRect/>
                      </a:stretch>
                    </p:blipFill>
                    <p:spPr>
                      <a:xfrm>
                        <a:off x="6516216" y="1628800"/>
                        <a:ext cx="249808" cy="303338"/>
                      </a:xfrm>
                      <a:prstGeom prst="rect">
                        <a:avLst/>
                      </a:prstGeom>
                    </p:spPr>
                  </p:pic>
                </p:oleObj>
              </mc:Fallback>
            </mc:AlternateContent>
          </a:graphicData>
        </a:graphic>
      </p:graphicFrame>
      <p:cxnSp>
        <p:nvCxnSpPr>
          <p:cNvPr id="10" name="9 Conector recto de flecha"/>
          <p:cNvCxnSpPr/>
          <p:nvPr/>
        </p:nvCxnSpPr>
        <p:spPr bwMode="auto">
          <a:xfrm flipV="1">
            <a:off x="7210028" y="2156604"/>
            <a:ext cx="916055" cy="336292"/>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1" name="10 Objeto"/>
          <p:cNvGraphicFramePr>
            <a:graphicFrameLocks noChangeAspect="1"/>
          </p:cNvGraphicFramePr>
          <p:nvPr>
            <p:extLst>
              <p:ext uri="{D42A27DB-BD31-4B8C-83A1-F6EECF244321}">
                <p14:modId xmlns:p14="http://schemas.microsoft.com/office/powerpoint/2010/main" val="1049260682"/>
              </p:ext>
            </p:extLst>
          </p:nvPr>
        </p:nvGraphicFramePr>
        <p:xfrm>
          <a:off x="7740352" y="1822737"/>
          <a:ext cx="224408" cy="355313"/>
        </p:xfrm>
        <a:graphic>
          <a:graphicData uri="http://schemas.openxmlformats.org/presentationml/2006/ole">
            <mc:AlternateContent xmlns:mc="http://schemas.openxmlformats.org/markup-compatibility/2006">
              <mc:Choice xmlns:v="urn:schemas-microsoft-com:vml" Requires="v">
                <p:oleObj name="Equation" r:id="rId9" imgW="152280" imgH="241200" progId="Equation.DSMT4">
                  <p:embed/>
                </p:oleObj>
              </mc:Choice>
              <mc:Fallback>
                <p:oleObj name="Equation" r:id="rId9" imgW="152280" imgH="241200" progId="Equation.DSMT4">
                  <p:embed/>
                  <p:pic>
                    <p:nvPicPr>
                      <p:cNvPr id="0" name=""/>
                      <p:cNvPicPr/>
                      <p:nvPr/>
                    </p:nvPicPr>
                    <p:blipFill>
                      <a:blip r:embed="rId10"/>
                      <a:stretch>
                        <a:fillRect/>
                      </a:stretch>
                    </p:blipFill>
                    <p:spPr>
                      <a:xfrm>
                        <a:off x="7740352" y="1822737"/>
                        <a:ext cx="224408" cy="355313"/>
                      </a:xfrm>
                      <a:prstGeom prst="rect">
                        <a:avLst/>
                      </a:prstGeom>
                    </p:spPr>
                  </p:pic>
                </p:oleObj>
              </mc:Fallback>
            </mc:AlternateContent>
          </a:graphicData>
        </a:graphic>
      </p:graphicFrame>
      <p:cxnSp>
        <p:nvCxnSpPr>
          <p:cNvPr id="45" name="44 Conector recto de flecha"/>
          <p:cNvCxnSpPr/>
          <p:nvPr/>
        </p:nvCxnSpPr>
        <p:spPr bwMode="auto">
          <a:xfrm>
            <a:off x="2612129" y="3621276"/>
            <a:ext cx="0" cy="1080120"/>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2" name="11 Objeto"/>
          <p:cNvGraphicFramePr>
            <a:graphicFrameLocks noChangeAspect="1"/>
          </p:cNvGraphicFramePr>
          <p:nvPr>
            <p:extLst>
              <p:ext uri="{D42A27DB-BD31-4B8C-83A1-F6EECF244321}">
                <p14:modId xmlns:p14="http://schemas.microsoft.com/office/powerpoint/2010/main" val="2137033709"/>
              </p:ext>
            </p:extLst>
          </p:nvPr>
        </p:nvGraphicFramePr>
        <p:xfrm>
          <a:off x="2316163" y="4292600"/>
          <a:ext cx="241300" cy="203200"/>
        </p:xfrm>
        <a:graphic>
          <a:graphicData uri="http://schemas.openxmlformats.org/presentationml/2006/ole">
            <mc:AlternateContent xmlns:mc="http://schemas.openxmlformats.org/markup-compatibility/2006">
              <mc:Choice xmlns:v="urn:schemas-microsoft-com:vml" Requires="v">
                <p:oleObj name="Equation" r:id="rId11" imgW="241200" imgH="203040" progId="Equation.DSMT4">
                  <p:embed/>
                </p:oleObj>
              </mc:Choice>
              <mc:Fallback>
                <p:oleObj name="Equation" r:id="rId11" imgW="241200" imgH="203040" progId="Equation.DSMT4">
                  <p:embed/>
                  <p:pic>
                    <p:nvPicPr>
                      <p:cNvPr id="0" name="4 Objeto"/>
                      <p:cNvPicPr>
                        <a:picLocks noChangeAspect="1" noChangeArrowheads="1"/>
                      </p:cNvPicPr>
                      <p:nvPr/>
                    </p:nvPicPr>
                    <p:blipFill>
                      <a:blip r:embed="rId12"/>
                      <a:srcRect/>
                      <a:stretch>
                        <a:fillRect/>
                      </a:stretch>
                    </p:blipFill>
                    <p:spPr bwMode="auto">
                      <a:xfrm>
                        <a:off x="2316163" y="4292600"/>
                        <a:ext cx="2413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7" name="46 Conector recto de flecha"/>
          <p:cNvCxnSpPr/>
          <p:nvPr/>
        </p:nvCxnSpPr>
        <p:spPr bwMode="auto">
          <a:xfrm flipV="1">
            <a:off x="2626526" y="3289419"/>
            <a:ext cx="916055" cy="336292"/>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3" name="12 Objeto"/>
          <p:cNvGraphicFramePr>
            <a:graphicFrameLocks noChangeAspect="1"/>
          </p:cNvGraphicFramePr>
          <p:nvPr>
            <p:extLst>
              <p:ext uri="{D42A27DB-BD31-4B8C-83A1-F6EECF244321}">
                <p14:modId xmlns:p14="http://schemas.microsoft.com/office/powerpoint/2010/main" val="1004293427"/>
              </p:ext>
            </p:extLst>
          </p:nvPr>
        </p:nvGraphicFramePr>
        <p:xfrm>
          <a:off x="3343275" y="3030538"/>
          <a:ext cx="152400" cy="241300"/>
        </p:xfrm>
        <a:graphic>
          <a:graphicData uri="http://schemas.openxmlformats.org/presentationml/2006/ole">
            <mc:AlternateContent xmlns:mc="http://schemas.openxmlformats.org/markup-compatibility/2006">
              <mc:Choice xmlns:v="urn:schemas-microsoft-com:vml" Requires="v">
                <p:oleObj name="Equation" r:id="rId13" imgW="152280" imgH="241200" progId="Equation.DSMT4">
                  <p:embed/>
                </p:oleObj>
              </mc:Choice>
              <mc:Fallback>
                <p:oleObj name="Equation" r:id="rId13" imgW="152280" imgH="241200" progId="Equation.DSMT4">
                  <p:embed/>
                  <p:pic>
                    <p:nvPicPr>
                      <p:cNvPr id="0" name="10 Objeto"/>
                      <p:cNvPicPr>
                        <a:picLocks noChangeAspect="1" noChangeArrowheads="1"/>
                      </p:cNvPicPr>
                      <p:nvPr/>
                    </p:nvPicPr>
                    <p:blipFill>
                      <a:blip r:embed="rId14"/>
                      <a:srcRect/>
                      <a:stretch>
                        <a:fillRect/>
                      </a:stretch>
                    </p:blipFill>
                    <p:spPr bwMode="auto">
                      <a:xfrm>
                        <a:off x="3343275" y="3030538"/>
                        <a:ext cx="1524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9" name="48 Conector recto de flecha"/>
          <p:cNvCxnSpPr/>
          <p:nvPr/>
        </p:nvCxnSpPr>
        <p:spPr bwMode="auto">
          <a:xfrm flipH="1" flipV="1">
            <a:off x="2251475" y="2645296"/>
            <a:ext cx="360654" cy="948768"/>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 name="13 Objeto"/>
          <p:cNvGraphicFramePr>
            <a:graphicFrameLocks noChangeAspect="1"/>
          </p:cNvGraphicFramePr>
          <p:nvPr>
            <p:extLst>
              <p:ext uri="{D42A27DB-BD31-4B8C-83A1-F6EECF244321}">
                <p14:modId xmlns:p14="http://schemas.microsoft.com/office/powerpoint/2010/main" val="2130151124"/>
              </p:ext>
            </p:extLst>
          </p:nvPr>
        </p:nvGraphicFramePr>
        <p:xfrm>
          <a:off x="2343150" y="2536825"/>
          <a:ext cx="177800" cy="215900"/>
        </p:xfrm>
        <a:graphic>
          <a:graphicData uri="http://schemas.openxmlformats.org/presentationml/2006/ole">
            <mc:AlternateContent xmlns:mc="http://schemas.openxmlformats.org/markup-compatibility/2006">
              <mc:Choice xmlns:v="urn:schemas-microsoft-com:vml" Requires="v">
                <p:oleObj name="Equation" r:id="rId15" imgW="177480" imgH="215640" progId="Equation.DSMT4">
                  <p:embed/>
                </p:oleObj>
              </mc:Choice>
              <mc:Fallback>
                <p:oleObj name="Equation" r:id="rId15" imgW="177480" imgH="215640" progId="Equation.DSMT4">
                  <p:embed/>
                  <p:pic>
                    <p:nvPicPr>
                      <p:cNvPr id="0" name="7 Objeto"/>
                      <p:cNvPicPr>
                        <a:picLocks noChangeAspect="1" noChangeArrowheads="1"/>
                      </p:cNvPicPr>
                      <p:nvPr/>
                    </p:nvPicPr>
                    <p:blipFill>
                      <a:blip r:embed="rId16"/>
                      <a:srcRect/>
                      <a:stretch>
                        <a:fillRect/>
                      </a:stretch>
                    </p:blipFill>
                    <p:spPr bwMode="auto">
                      <a:xfrm>
                        <a:off x="2343150" y="2536825"/>
                        <a:ext cx="1778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14 CuadroTexto"/>
          <p:cNvSpPr txBox="1"/>
          <p:nvPr/>
        </p:nvSpPr>
        <p:spPr>
          <a:xfrm>
            <a:off x="-36512" y="2857874"/>
            <a:ext cx="1920156" cy="276999"/>
          </a:xfrm>
          <a:prstGeom prst="rect">
            <a:avLst/>
          </a:prstGeom>
          <a:noFill/>
        </p:spPr>
        <p:txBody>
          <a:bodyPr wrap="square" rtlCol="0">
            <a:spAutoFit/>
          </a:bodyPr>
          <a:lstStyle/>
          <a:p>
            <a:pPr algn="just"/>
            <a:r>
              <a:rPr lang="es-CL" sz="1200" dirty="0"/>
              <a:t>Diagrama de cuerpo libre</a:t>
            </a:r>
          </a:p>
        </p:txBody>
      </p:sp>
      <p:graphicFrame>
        <p:nvGraphicFramePr>
          <p:cNvPr id="16" name="15 Objeto"/>
          <p:cNvGraphicFramePr>
            <a:graphicFrameLocks noChangeAspect="1"/>
          </p:cNvGraphicFramePr>
          <p:nvPr>
            <p:extLst>
              <p:ext uri="{D42A27DB-BD31-4B8C-83A1-F6EECF244321}">
                <p14:modId xmlns:p14="http://schemas.microsoft.com/office/powerpoint/2010/main" val="458691891"/>
              </p:ext>
            </p:extLst>
          </p:nvPr>
        </p:nvGraphicFramePr>
        <p:xfrm>
          <a:off x="2612129" y="4076871"/>
          <a:ext cx="254000" cy="177800"/>
        </p:xfrm>
        <a:graphic>
          <a:graphicData uri="http://schemas.openxmlformats.org/presentationml/2006/ole">
            <mc:AlternateContent xmlns:mc="http://schemas.openxmlformats.org/markup-compatibility/2006">
              <mc:Choice xmlns:v="urn:schemas-microsoft-com:vml" Requires="v">
                <p:oleObj name="Equation" r:id="rId17" imgW="253800" imgH="177480" progId="Equation.DSMT4">
                  <p:embed/>
                </p:oleObj>
              </mc:Choice>
              <mc:Fallback>
                <p:oleObj name="Equation" r:id="rId17" imgW="253800" imgH="177480" progId="Equation.DSMT4">
                  <p:embed/>
                  <p:pic>
                    <p:nvPicPr>
                      <p:cNvPr id="0" name=""/>
                      <p:cNvPicPr/>
                      <p:nvPr/>
                    </p:nvPicPr>
                    <p:blipFill>
                      <a:blip r:embed="rId18"/>
                      <a:stretch>
                        <a:fillRect/>
                      </a:stretch>
                    </p:blipFill>
                    <p:spPr>
                      <a:xfrm>
                        <a:off x="2612129" y="4076871"/>
                        <a:ext cx="254000" cy="177800"/>
                      </a:xfrm>
                      <a:prstGeom prst="rect">
                        <a:avLst/>
                      </a:prstGeom>
                    </p:spPr>
                  </p:pic>
                </p:oleObj>
              </mc:Fallback>
            </mc:AlternateContent>
          </a:graphicData>
        </a:graphic>
      </p:graphicFrame>
      <p:cxnSp>
        <p:nvCxnSpPr>
          <p:cNvPr id="18" name="17 Conector recto de flecha"/>
          <p:cNvCxnSpPr/>
          <p:nvPr/>
        </p:nvCxnSpPr>
        <p:spPr bwMode="auto">
          <a:xfrm>
            <a:off x="2612129" y="3625711"/>
            <a:ext cx="355358" cy="937663"/>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19 Conector recto de flecha"/>
          <p:cNvCxnSpPr/>
          <p:nvPr/>
        </p:nvCxnSpPr>
        <p:spPr bwMode="auto">
          <a:xfrm flipH="1">
            <a:off x="2622430" y="4563374"/>
            <a:ext cx="345057" cy="138022"/>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1" name="20 Objeto"/>
          <p:cNvGraphicFramePr>
            <a:graphicFrameLocks noChangeAspect="1"/>
          </p:cNvGraphicFramePr>
          <p:nvPr>
            <p:extLst>
              <p:ext uri="{D42A27DB-BD31-4B8C-83A1-F6EECF244321}">
                <p14:modId xmlns:p14="http://schemas.microsoft.com/office/powerpoint/2010/main" val="764814913"/>
              </p:ext>
            </p:extLst>
          </p:nvPr>
        </p:nvGraphicFramePr>
        <p:xfrm>
          <a:off x="2844081" y="4016550"/>
          <a:ext cx="698500" cy="203200"/>
        </p:xfrm>
        <a:graphic>
          <a:graphicData uri="http://schemas.openxmlformats.org/presentationml/2006/ole">
            <mc:AlternateContent xmlns:mc="http://schemas.openxmlformats.org/markup-compatibility/2006">
              <mc:Choice xmlns:v="urn:schemas-microsoft-com:vml" Requires="v">
                <p:oleObj name="Equation" r:id="rId19" imgW="698400" imgH="203040" progId="Equation.DSMT4">
                  <p:embed/>
                </p:oleObj>
              </mc:Choice>
              <mc:Fallback>
                <p:oleObj name="Equation" r:id="rId19" imgW="698400" imgH="203040" progId="Equation.DSMT4">
                  <p:embed/>
                  <p:pic>
                    <p:nvPicPr>
                      <p:cNvPr id="0" name=""/>
                      <p:cNvPicPr/>
                      <p:nvPr/>
                    </p:nvPicPr>
                    <p:blipFill>
                      <a:blip r:embed="rId20"/>
                      <a:stretch>
                        <a:fillRect/>
                      </a:stretch>
                    </p:blipFill>
                    <p:spPr>
                      <a:xfrm>
                        <a:off x="2844081" y="4016550"/>
                        <a:ext cx="698500" cy="203200"/>
                      </a:xfrm>
                      <a:prstGeom prst="rect">
                        <a:avLst/>
                      </a:prstGeom>
                    </p:spPr>
                  </p:pic>
                </p:oleObj>
              </mc:Fallback>
            </mc:AlternateContent>
          </a:graphicData>
        </a:graphic>
      </p:graphicFrame>
      <p:graphicFrame>
        <p:nvGraphicFramePr>
          <p:cNvPr id="22" name="21 Objeto"/>
          <p:cNvGraphicFramePr>
            <a:graphicFrameLocks noChangeAspect="1"/>
          </p:cNvGraphicFramePr>
          <p:nvPr>
            <p:extLst>
              <p:ext uri="{D42A27DB-BD31-4B8C-83A1-F6EECF244321}">
                <p14:modId xmlns:p14="http://schemas.microsoft.com/office/powerpoint/2010/main" val="684851900"/>
              </p:ext>
            </p:extLst>
          </p:nvPr>
        </p:nvGraphicFramePr>
        <p:xfrm>
          <a:off x="2789808" y="4632385"/>
          <a:ext cx="647700" cy="203200"/>
        </p:xfrm>
        <a:graphic>
          <a:graphicData uri="http://schemas.openxmlformats.org/presentationml/2006/ole">
            <mc:AlternateContent xmlns:mc="http://schemas.openxmlformats.org/markup-compatibility/2006">
              <mc:Choice xmlns:v="urn:schemas-microsoft-com:vml" Requires="v">
                <p:oleObj name="Equation" r:id="rId21" imgW="647640" imgH="203040" progId="Equation.DSMT4">
                  <p:embed/>
                </p:oleObj>
              </mc:Choice>
              <mc:Fallback>
                <p:oleObj name="Equation" r:id="rId21" imgW="647640" imgH="203040" progId="Equation.DSMT4">
                  <p:embed/>
                  <p:pic>
                    <p:nvPicPr>
                      <p:cNvPr id="0" name="20 Objeto"/>
                      <p:cNvPicPr>
                        <a:picLocks noChangeAspect="1" noChangeArrowheads="1"/>
                      </p:cNvPicPr>
                      <p:nvPr/>
                    </p:nvPicPr>
                    <p:blipFill>
                      <a:blip r:embed="rId22"/>
                      <a:srcRect/>
                      <a:stretch>
                        <a:fillRect/>
                      </a:stretch>
                    </p:blipFill>
                    <p:spPr bwMode="auto">
                      <a:xfrm>
                        <a:off x="2789808" y="4632385"/>
                        <a:ext cx="6477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22 Objeto"/>
          <p:cNvGraphicFramePr>
            <a:graphicFrameLocks noChangeAspect="1"/>
          </p:cNvGraphicFramePr>
          <p:nvPr>
            <p:extLst>
              <p:ext uri="{D42A27DB-BD31-4B8C-83A1-F6EECF244321}">
                <p14:modId xmlns:p14="http://schemas.microsoft.com/office/powerpoint/2010/main" val="2325305973"/>
              </p:ext>
            </p:extLst>
          </p:nvPr>
        </p:nvGraphicFramePr>
        <p:xfrm>
          <a:off x="1170856" y="5229200"/>
          <a:ext cx="1600200" cy="939800"/>
        </p:xfrm>
        <a:graphic>
          <a:graphicData uri="http://schemas.openxmlformats.org/presentationml/2006/ole">
            <mc:AlternateContent xmlns:mc="http://schemas.openxmlformats.org/markup-compatibility/2006">
              <mc:Choice xmlns:v="urn:schemas-microsoft-com:vml" Requires="v">
                <p:oleObj name="Equation" r:id="rId23" imgW="1600200" imgH="939600" progId="Equation.DSMT4">
                  <p:embed/>
                </p:oleObj>
              </mc:Choice>
              <mc:Fallback>
                <p:oleObj name="Equation" r:id="rId23" imgW="1600200" imgH="939600" progId="Equation.DSMT4">
                  <p:embed/>
                  <p:pic>
                    <p:nvPicPr>
                      <p:cNvPr id="0" name=""/>
                      <p:cNvPicPr/>
                      <p:nvPr/>
                    </p:nvPicPr>
                    <p:blipFill>
                      <a:blip r:embed="rId24"/>
                      <a:stretch>
                        <a:fillRect/>
                      </a:stretch>
                    </p:blipFill>
                    <p:spPr>
                      <a:xfrm>
                        <a:off x="1170856" y="5229200"/>
                        <a:ext cx="1600200" cy="939800"/>
                      </a:xfrm>
                      <a:prstGeom prst="rect">
                        <a:avLst/>
                      </a:prstGeom>
                    </p:spPr>
                  </p:pic>
                </p:oleObj>
              </mc:Fallback>
            </mc:AlternateContent>
          </a:graphicData>
        </a:graphic>
      </p:graphicFrame>
      <p:graphicFrame>
        <p:nvGraphicFramePr>
          <p:cNvPr id="24" name="23 Objeto"/>
          <p:cNvGraphicFramePr>
            <a:graphicFrameLocks noChangeAspect="1"/>
          </p:cNvGraphicFramePr>
          <p:nvPr>
            <p:extLst>
              <p:ext uri="{D42A27DB-BD31-4B8C-83A1-F6EECF244321}">
                <p14:modId xmlns:p14="http://schemas.microsoft.com/office/powerpoint/2010/main" val="3067661025"/>
              </p:ext>
            </p:extLst>
          </p:nvPr>
        </p:nvGraphicFramePr>
        <p:xfrm>
          <a:off x="3555281" y="5095800"/>
          <a:ext cx="1663700" cy="914400"/>
        </p:xfrm>
        <a:graphic>
          <a:graphicData uri="http://schemas.openxmlformats.org/presentationml/2006/ole">
            <mc:AlternateContent xmlns:mc="http://schemas.openxmlformats.org/markup-compatibility/2006">
              <mc:Choice xmlns:v="urn:schemas-microsoft-com:vml" Requires="v">
                <p:oleObj name="Equation" r:id="rId25" imgW="1663560" imgH="914400" progId="Equation.DSMT4">
                  <p:embed/>
                </p:oleObj>
              </mc:Choice>
              <mc:Fallback>
                <p:oleObj name="Equation" r:id="rId25" imgW="1663560" imgH="914400" progId="Equation.DSMT4">
                  <p:embed/>
                  <p:pic>
                    <p:nvPicPr>
                      <p:cNvPr id="0" name=""/>
                      <p:cNvPicPr/>
                      <p:nvPr/>
                    </p:nvPicPr>
                    <p:blipFill>
                      <a:blip r:embed="rId26"/>
                      <a:stretch>
                        <a:fillRect/>
                      </a:stretch>
                    </p:blipFill>
                    <p:spPr>
                      <a:xfrm>
                        <a:off x="3555281" y="5095800"/>
                        <a:ext cx="1663700" cy="914400"/>
                      </a:xfrm>
                      <a:prstGeom prst="rect">
                        <a:avLst/>
                      </a:prstGeom>
                    </p:spPr>
                  </p:pic>
                </p:oleObj>
              </mc:Fallback>
            </mc:AlternateContent>
          </a:graphicData>
        </a:graphic>
      </p:graphicFrame>
      <p:graphicFrame>
        <p:nvGraphicFramePr>
          <p:cNvPr id="25" name="24 Objeto"/>
          <p:cNvGraphicFramePr>
            <a:graphicFrameLocks noChangeAspect="1"/>
          </p:cNvGraphicFramePr>
          <p:nvPr>
            <p:extLst>
              <p:ext uri="{D42A27DB-BD31-4B8C-83A1-F6EECF244321}">
                <p14:modId xmlns:p14="http://schemas.microsoft.com/office/powerpoint/2010/main" val="1988580571"/>
              </p:ext>
            </p:extLst>
          </p:nvPr>
        </p:nvGraphicFramePr>
        <p:xfrm>
          <a:off x="1576713" y="6309320"/>
          <a:ext cx="838200" cy="266700"/>
        </p:xfrm>
        <a:graphic>
          <a:graphicData uri="http://schemas.openxmlformats.org/presentationml/2006/ole">
            <mc:AlternateContent xmlns:mc="http://schemas.openxmlformats.org/markup-compatibility/2006">
              <mc:Choice xmlns:v="urn:schemas-microsoft-com:vml" Requires="v">
                <p:oleObj name="Equation" r:id="rId27" imgW="838080" imgH="266400" progId="Equation.DSMT4">
                  <p:embed/>
                </p:oleObj>
              </mc:Choice>
              <mc:Fallback>
                <p:oleObj name="Equation" r:id="rId27" imgW="838080" imgH="266400" progId="Equation.DSMT4">
                  <p:embed/>
                  <p:pic>
                    <p:nvPicPr>
                      <p:cNvPr id="0" name=""/>
                      <p:cNvPicPr/>
                      <p:nvPr/>
                    </p:nvPicPr>
                    <p:blipFill>
                      <a:blip r:embed="rId28"/>
                      <a:stretch>
                        <a:fillRect/>
                      </a:stretch>
                    </p:blipFill>
                    <p:spPr>
                      <a:xfrm>
                        <a:off x="1576713" y="6309320"/>
                        <a:ext cx="838200" cy="266700"/>
                      </a:xfrm>
                      <a:prstGeom prst="rect">
                        <a:avLst/>
                      </a:prstGeom>
                    </p:spPr>
                  </p:pic>
                </p:oleObj>
              </mc:Fallback>
            </mc:AlternateContent>
          </a:graphicData>
        </a:graphic>
      </p:graphicFrame>
      <p:graphicFrame>
        <p:nvGraphicFramePr>
          <p:cNvPr id="26" name="25 Objeto"/>
          <p:cNvGraphicFramePr>
            <a:graphicFrameLocks noChangeAspect="1"/>
          </p:cNvGraphicFramePr>
          <p:nvPr>
            <p:extLst>
              <p:ext uri="{D42A27DB-BD31-4B8C-83A1-F6EECF244321}">
                <p14:modId xmlns:p14="http://schemas.microsoft.com/office/powerpoint/2010/main" val="2898131250"/>
              </p:ext>
            </p:extLst>
          </p:nvPr>
        </p:nvGraphicFramePr>
        <p:xfrm>
          <a:off x="6062663" y="5098120"/>
          <a:ext cx="762000" cy="660400"/>
        </p:xfrm>
        <a:graphic>
          <a:graphicData uri="http://schemas.openxmlformats.org/presentationml/2006/ole">
            <mc:AlternateContent xmlns:mc="http://schemas.openxmlformats.org/markup-compatibility/2006">
              <mc:Choice xmlns:v="urn:schemas-microsoft-com:vml" Requires="v">
                <p:oleObj name="Equation" r:id="rId29" imgW="761760" imgH="660240" progId="Equation.DSMT4">
                  <p:embed/>
                </p:oleObj>
              </mc:Choice>
              <mc:Fallback>
                <p:oleObj name="Equation" r:id="rId29" imgW="761760" imgH="660240" progId="Equation.DSMT4">
                  <p:embed/>
                  <p:pic>
                    <p:nvPicPr>
                      <p:cNvPr id="0" name=""/>
                      <p:cNvPicPr/>
                      <p:nvPr/>
                    </p:nvPicPr>
                    <p:blipFill>
                      <a:blip r:embed="rId30"/>
                      <a:stretch>
                        <a:fillRect/>
                      </a:stretch>
                    </p:blipFill>
                    <p:spPr>
                      <a:xfrm>
                        <a:off x="6062663" y="5098120"/>
                        <a:ext cx="762000" cy="660400"/>
                      </a:xfrm>
                      <a:prstGeom prst="rect">
                        <a:avLst/>
                      </a:prstGeom>
                    </p:spPr>
                  </p:pic>
                </p:oleObj>
              </mc:Fallback>
            </mc:AlternateContent>
          </a:graphicData>
        </a:graphic>
      </p:graphicFrame>
      <p:graphicFrame>
        <p:nvGraphicFramePr>
          <p:cNvPr id="27" name="26 Objeto"/>
          <p:cNvGraphicFramePr>
            <a:graphicFrameLocks noChangeAspect="1"/>
          </p:cNvGraphicFramePr>
          <p:nvPr>
            <p:extLst>
              <p:ext uri="{D42A27DB-BD31-4B8C-83A1-F6EECF244321}">
                <p14:modId xmlns:p14="http://schemas.microsoft.com/office/powerpoint/2010/main" val="1087700745"/>
              </p:ext>
            </p:extLst>
          </p:nvPr>
        </p:nvGraphicFramePr>
        <p:xfrm>
          <a:off x="3628306" y="6309320"/>
          <a:ext cx="876300" cy="266700"/>
        </p:xfrm>
        <a:graphic>
          <a:graphicData uri="http://schemas.openxmlformats.org/presentationml/2006/ole">
            <mc:AlternateContent xmlns:mc="http://schemas.openxmlformats.org/markup-compatibility/2006">
              <mc:Choice xmlns:v="urn:schemas-microsoft-com:vml" Requires="v">
                <p:oleObj name="Equation" r:id="rId31" imgW="876240" imgH="266400" progId="Equation.DSMT4">
                  <p:embed/>
                </p:oleObj>
              </mc:Choice>
              <mc:Fallback>
                <p:oleObj name="Equation" r:id="rId31" imgW="876240" imgH="266400" progId="Equation.DSMT4">
                  <p:embed/>
                  <p:pic>
                    <p:nvPicPr>
                      <p:cNvPr id="0" name=""/>
                      <p:cNvPicPr/>
                      <p:nvPr/>
                    </p:nvPicPr>
                    <p:blipFill>
                      <a:blip r:embed="rId32"/>
                      <a:stretch>
                        <a:fillRect/>
                      </a:stretch>
                    </p:blipFill>
                    <p:spPr>
                      <a:xfrm>
                        <a:off x="3628306" y="6309320"/>
                        <a:ext cx="876300" cy="266700"/>
                      </a:xfrm>
                      <a:prstGeom prst="rect">
                        <a:avLst/>
                      </a:prstGeom>
                    </p:spPr>
                  </p:pic>
                </p:oleObj>
              </mc:Fallback>
            </mc:AlternateContent>
          </a:graphicData>
        </a:graphic>
      </p:graphicFrame>
      <p:graphicFrame>
        <p:nvGraphicFramePr>
          <p:cNvPr id="3" name="2 Objeto"/>
          <p:cNvGraphicFramePr>
            <a:graphicFrameLocks noChangeAspect="1"/>
          </p:cNvGraphicFramePr>
          <p:nvPr>
            <p:extLst>
              <p:ext uri="{D42A27DB-BD31-4B8C-83A1-F6EECF244321}">
                <p14:modId xmlns:p14="http://schemas.microsoft.com/office/powerpoint/2010/main" val="2577536044"/>
              </p:ext>
            </p:extLst>
          </p:nvPr>
        </p:nvGraphicFramePr>
        <p:xfrm>
          <a:off x="8083550" y="3235325"/>
          <a:ext cx="723900" cy="419100"/>
        </p:xfrm>
        <a:graphic>
          <a:graphicData uri="http://schemas.openxmlformats.org/presentationml/2006/ole">
            <mc:AlternateContent xmlns:mc="http://schemas.openxmlformats.org/markup-compatibility/2006">
              <mc:Choice xmlns:v="urn:schemas-microsoft-com:vml" Requires="v">
                <p:oleObj name="Equation" r:id="rId33" imgW="723600" imgH="419040" progId="Equation.DSMT4">
                  <p:embed/>
                </p:oleObj>
              </mc:Choice>
              <mc:Fallback>
                <p:oleObj name="Equation" r:id="rId33" imgW="723600" imgH="419040" progId="Equation.DSMT4">
                  <p:embed/>
                  <p:pic>
                    <p:nvPicPr>
                      <p:cNvPr id="0" name="1 Objeto"/>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8083550" y="3235325"/>
                        <a:ext cx="7239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5 Objeto"/>
          <p:cNvGraphicFramePr>
            <a:graphicFrameLocks noChangeAspect="1"/>
          </p:cNvGraphicFramePr>
          <p:nvPr>
            <p:extLst>
              <p:ext uri="{D42A27DB-BD31-4B8C-83A1-F6EECF244321}">
                <p14:modId xmlns:p14="http://schemas.microsoft.com/office/powerpoint/2010/main" val="2828863998"/>
              </p:ext>
            </p:extLst>
          </p:nvPr>
        </p:nvGraphicFramePr>
        <p:xfrm>
          <a:off x="8066088" y="3725863"/>
          <a:ext cx="749300" cy="419100"/>
        </p:xfrm>
        <a:graphic>
          <a:graphicData uri="http://schemas.openxmlformats.org/presentationml/2006/ole">
            <mc:AlternateContent xmlns:mc="http://schemas.openxmlformats.org/markup-compatibility/2006">
              <mc:Choice xmlns:v="urn:schemas-microsoft-com:vml" Requires="v">
                <p:oleObj name="Equation" r:id="rId35" imgW="749160" imgH="419040" progId="Equation.DSMT4">
                  <p:embed/>
                </p:oleObj>
              </mc:Choice>
              <mc:Fallback>
                <p:oleObj name="Equation" r:id="rId35" imgW="749160" imgH="419040" progId="Equation.DSMT4">
                  <p:embed/>
                  <p:pic>
                    <p:nvPicPr>
                      <p:cNvPr id="0" name="2 Objeto"/>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8066088" y="3725863"/>
                        <a:ext cx="7493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39275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Rectángulo"/>
          <p:cNvSpPr>
            <a:spLocks noChangeArrowheads="1"/>
          </p:cNvSpPr>
          <p:nvPr/>
        </p:nvSpPr>
        <p:spPr bwMode="auto">
          <a:xfrm>
            <a:off x="463550" y="981075"/>
            <a:ext cx="83518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MX" altLang="es-CL" sz="1600" dirty="0"/>
              <a:t>5.-  Un cuerpo de 5 kg está en un plano inclinado 35° y la superficie tiene un coeficiente de rozamiento de 0,25. Calcular la aceleración</a:t>
            </a:r>
          </a:p>
        </p:txBody>
      </p:sp>
      <p:grpSp>
        <p:nvGrpSpPr>
          <p:cNvPr id="27651" name="8 Grupo"/>
          <p:cNvGrpSpPr>
            <a:grpSpLocks/>
          </p:cNvGrpSpPr>
          <p:nvPr/>
        </p:nvGrpSpPr>
        <p:grpSpPr bwMode="auto">
          <a:xfrm>
            <a:off x="5504373" y="2157923"/>
            <a:ext cx="3024188" cy="1206500"/>
            <a:chOff x="5003800" y="620713"/>
            <a:chExt cx="3024188" cy="1206500"/>
          </a:xfrm>
        </p:grpSpPr>
        <p:sp>
          <p:nvSpPr>
            <p:cNvPr id="4" name="3 Rectángulo"/>
            <p:cNvSpPr/>
            <p:nvPr/>
          </p:nvSpPr>
          <p:spPr bwMode="auto">
            <a:xfrm rot="20378104">
              <a:off x="5003800" y="1243013"/>
              <a:ext cx="2952750" cy="73025"/>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s-ES"/>
            </a:p>
          </p:txBody>
        </p:sp>
        <p:cxnSp>
          <p:nvCxnSpPr>
            <p:cNvPr id="5" name="4 Conector recto"/>
            <p:cNvCxnSpPr>
              <a:stCxn id="4" idx="1"/>
            </p:cNvCxnSpPr>
            <p:nvPr/>
          </p:nvCxnSpPr>
          <p:spPr bwMode="auto">
            <a:xfrm>
              <a:off x="5095875" y="1793875"/>
              <a:ext cx="2932113" cy="333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5 CuadroTexto"/>
            <p:cNvSpPr txBox="1">
              <a:spLocks noRot="1" noChangeAspect="1" noMove="1" noResize="1" noEditPoints="1" noAdjustHandles="1" noChangeArrowheads="1" noChangeShapeType="1" noTextEdit="1"/>
            </p:cNvSpPr>
            <p:nvPr/>
          </p:nvSpPr>
          <p:spPr bwMode="auto">
            <a:xfrm>
              <a:off x="6095895" y="1453914"/>
              <a:ext cx="383997" cy="369561"/>
            </a:xfrm>
            <a:prstGeom prst="rect">
              <a:avLst/>
            </a:prstGeom>
            <a:blipFill rotWithShape="1">
              <a:blip r:embed="rId2"/>
              <a:stretch>
                <a:fillRect b="-13115"/>
              </a:stretch>
            </a:blipFill>
          </p:spPr>
          <p:txBody>
            <a:bodyPr/>
            <a:lstStyle/>
            <a:p>
              <a:pPr>
                <a:defRPr/>
              </a:pPr>
              <a:r>
                <a:rPr lang="es-ES">
                  <a:noFill/>
                </a:rPr>
                <a:t> </a:t>
              </a:r>
            </a:p>
          </p:txBody>
        </p:sp>
        <p:sp>
          <p:nvSpPr>
            <p:cNvPr id="7" name="6 Rectángulo redondeado"/>
            <p:cNvSpPr/>
            <p:nvPr/>
          </p:nvSpPr>
          <p:spPr bwMode="auto">
            <a:xfrm rot="20435918">
              <a:off x="7053263" y="620713"/>
              <a:ext cx="492125" cy="28892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s-VE" b="1" dirty="0">
                  <a:solidFill>
                    <a:schemeClr val="tx1"/>
                  </a:solidFill>
                </a:rPr>
                <a:t>m</a:t>
              </a:r>
              <a:endParaRPr lang="es-ES" b="1" dirty="0">
                <a:solidFill>
                  <a:schemeClr val="tx1"/>
                </a:solidFill>
              </a:endParaRPr>
            </a:p>
          </p:txBody>
        </p:sp>
      </p:grpSp>
      <p:sp>
        <p:nvSpPr>
          <p:cNvPr id="27652"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graphicFrame>
        <p:nvGraphicFramePr>
          <p:cNvPr id="27653" name="Object 12"/>
          <p:cNvGraphicFramePr>
            <a:graphicFrameLocks noChangeAspect="1"/>
          </p:cNvGraphicFramePr>
          <p:nvPr/>
        </p:nvGraphicFramePr>
        <p:xfrm>
          <a:off x="6299200" y="185738"/>
          <a:ext cx="1512888" cy="415925"/>
        </p:xfrm>
        <a:graphic>
          <a:graphicData uri="http://schemas.openxmlformats.org/presentationml/2006/ole">
            <mc:AlternateContent xmlns:mc="http://schemas.openxmlformats.org/markup-compatibility/2006">
              <mc:Choice xmlns:v="urn:schemas-microsoft-com:vml" Requires="v">
                <p:oleObj name="Ecuación" r:id="rId3" imgW="888614" imgH="241195" progId="Equation.3">
                  <p:embed/>
                </p:oleObj>
              </mc:Choice>
              <mc:Fallback>
                <p:oleObj name="Ecuación" r:id="rId3" imgW="888614"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9200" y="185738"/>
                        <a:ext cx="15128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7657" name="12 Conector recto de flecha"/>
          <p:cNvCxnSpPr>
            <a:cxnSpLocks noChangeShapeType="1"/>
          </p:cNvCxnSpPr>
          <p:nvPr/>
        </p:nvCxnSpPr>
        <p:spPr bwMode="auto">
          <a:xfrm flipV="1">
            <a:off x="1362075" y="2589213"/>
            <a:ext cx="3240088" cy="1200150"/>
          </a:xfrm>
          <a:prstGeom prst="straightConnector1">
            <a:avLst/>
          </a:prstGeom>
          <a:noFill/>
          <a:ln w="9525" algn="ctr">
            <a:solidFill>
              <a:schemeClr val="tx1"/>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8" name="18 Conector recto de flecha"/>
          <p:cNvCxnSpPr>
            <a:cxnSpLocks noChangeShapeType="1"/>
          </p:cNvCxnSpPr>
          <p:nvPr/>
        </p:nvCxnSpPr>
        <p:spPr bwMode="auto">
          <a:xfrm rot="16200000" flipV="1">
            <a:off x="1514475" y="2743201"/>
            <a:ext cx="3240087" cy="1198562"/>
          </a:xfrm>
          <a:prstGeom prst="straightConnector1">
            <a:avLst/>
          </a:prstGeom>
          <a:noFill/>
          <a:ln w="9525" algn="ctr">
            <a:solidFill>
              <a:schemeClr val="tx1"/>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 name="2 Conector recto de flecha"/>
          <p:cNvCxnSpPr/>
          <p:nvPr/>
        </p:nvCxnSpPr>
        <p:spPr bwMode="auto">
          <a:xfrm>
            <a:off x="7799898" y="2302385"/>
            <a:ext cx="0" cy="1198623"/>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 name="7 Objeto"/>
          <p:cNvGraphicFramePr>
            <a:graphicFrameLocks noChangeAspect="1"/>
          </p:cNvGraphicFramePr>
          <p:nvPr>
            <p:extLst>
              <p:ext uri="{D42A27DB-BD31-4B8C-83A1-F6EECF244321}">
                <p14:modId xmlns:p14="http://schemas.microsoft.com/office/powerpoint/2010/main" val="2233670071"/>
              </p:ext>
            </p:extLst>
          </p:nvPr>
        </p:nvGraphicFramePr>
        <p:xfrm>
          <a:off x="7519820" y="3399408"/>
          <a:ext cx="241300" cy="203200"/>
        </p:xfrm>
        <a:graphic>
          <a:graphicData uri="http://schemas.openxmlformats.org/presentationml/2006/ole">
            <mc:AlternateContent xmlns:mc="http://schemas.openxmlformats.org/markup-compatibility/2006">
              <mc:Choice xmlns:v="urn:schemas-microsoft-com:vml" Requires="v">
                <p:oleObj name="Equation" r:id="rId5" imgW="241200" imgH="203040" progId="Equation.DSMT4">
                  <p:embed/>
                </p:oleObj>
              </mc:Choice>
              <mc:Fallback>
                <p:oleObj name="Equation" r:id="rId5" imgW="241200" imgH="203040" progId="Equation.DSMT4">
                  <p:embed/>
                  <p:pic>
                    <p:nvPicPr>
                      <p:cNvPr id="0" name=""/>
                      <p:cNvPicPr/>
                      <p:nvPr/>
                    </p:nvPicPr>
                    <p:blipFill>
                      <a:blip r:embed="rId6"/>
                      <a:stretch>
                        <a:fillRect/>
                      </a:stretch>
                    </p:blipFill>
                    <p:spPr>
                      <a:xfrm>
                        <a:off x="7519820" y="3399408"/>
                        <a:ext cx="241300" cy="203200"/>
                      </a:xfrm>
                      <a:prstGeom prst="rect">
                        <a:avLst/>
                      </a:prstGeom>
                    </p:spPr>
                  </p:pic>
                </p:oleObj>
              </mc:Fallback>
            </mc:AlternateContent>
          </a:graphicData>
        </a:graphic>
      </p:graphicFrame>
      <p:cxnSp>
        <p:nvCxnSpPr>
          <p:cNvPr id="10" name="9 Conector recto de flecha"/>
          <p:cNvCxnSpPr>
            <a:stCxn id="7" idx="2"/>
          </p:cNvCxnSpPr>
          <p:nvPr/>
        </p:nvCxnSpPr>
        <p:spPr bwMode="auto">
          <a:xfrm flipH="1" flipV="1">
            <a:off x="7452320" y="1412776"/>
            <a:ext cx="395567" cy="1025868"/>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1" name="10 Objeto"/>
          <p:cNvGraphicFramePr>
            <a:graphicFrameLocks noChangeAspect="1"/>
          </p:cNvGraphicFramePr>
          <p:nvPr>
            <p:extLst>
              <p:ext uri="{D42A27DB-BD31-4B8C-83A1-F6EECF244321}">
                <p14:modId xmlns:p14="http://schemas.microsoft.com/office/powerpoint/2010/main" val="1895875575"/>
              </p:ext>
            </p:extLst>
          </p:nvPr>
        </p:nvGraphicFramePr>
        <p:xfrm>
          <a:off x="7236296" y="1412776"/>
          <a:ext cx="177800" cy="215900"/>
        </p:xfrm>
        <a:graphic>
          <a:graphicData uri="http://schemas.openxmlformats.org/presentationml/2006/ole">
            <mc:AlternateContent xmlns:mc="http://schemas.openxmlformats.org/markup-compatibility/2006">
              <mc:Choice xmlns:v="urn:schemas-microsoft-com:vml" Requires="v">
                <p:oleObj name="Equation" r:id="rId7" imgW="177480" imgH="215640" progId="Equation.DSMT4">
                  <p:embed/>
                </p:oleObj>
              </mc:Choice>
              <mc:Fallback>
                <p:oleObj name="Equation" r:id="rId7" imgW="177480" imgH="215640" progId="Equation.DSMT4">
                  <p:embed/>
                  <p:pic>
                    <p:nvPicPr>
                      <p:cNvPr id="0" name=""/>
                      <p:cNvPicPr/>
                      <p:nvPr/>
                    </p:nvPicPr>
                    <p:blipFill>
                      <a:blip r:embed="rId8"/>
                      <a:stretch>
                        <a:fillRect/>
                      </a:stretch>
                    </p:blipFill>
                    <p:spPr>
                      <a:xfrm>
                        <a:off x="7236296" y="1412776"/>
                        <a:ext cx="177800" cy="215900"/>
                      </a:xfrm>
                      <a:prstGeom prst="rect">
                        <a:avLst/>
                      </a:prstGeom>
                    </p:spPr>
                  </p:pic>
                </p:oleObj>
              </mc:Fallback>
            </mc:AlternateContent>
          </a:graphicData>
        </a:graphic>
      </p:graphicFrame>
      <p:cxnSp>
        <p:nvCxnSpPr>
          <p:cNvPr id="13" name="12 Conector recto de flecha"/>
          <p:cNvCxnSpPr>
            <a:stCxn id="7" idx="2"/>
          </p:cNvCxnSpPr>
          <p:nvPr/>
        </p:nvCxnSpPr>
        <p:spPr bwMode="auto">
          <a:xfrm flipV="1">
            <a:off x="7847887" y="2084388"/>
            <a:ext cx="967501" cy="354256"/>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 name="13 Objeto"/>
          <p:cNvGraphicFramePr>
            <a:graphicFrameLocks noChangeAspect="1"/>
          </p:cNvGraphicFramePr>
          <p:nvPr>
            <p:extLst>
              <p:ext uri="{D42A27DB-BD31-4B8C-83A1-F6EECF244321}">
                <p14:modId xmlns:p14="http://schemas.microsoft.com/office/powerpoint/2010/main" val="3214689304"/>
              </p:ext>
            </p:extLst>
          </p:nvPr>
        </p:nvGraphicFramePr>
        <p:xfrm>
          <a:off x="8581930" y="1722438"/>
          <a:ext cx="204582" cy="323922"/>
        </p:xfrm>
        <a:graphic>
          <a:graphicData uri="http://schemas.openxmlformats.org/presentationml/2006/ole">
            <mc:AlternateContent xmlns:mc="http://schemas.openxmlformats.org/markup-compatibility/2006">
              <mc:Choice xmlns:v="urn:schemas-microsoft-com:vml" Requires="v">
                <p:oleObj name="Equation" r:id="rId9" imgW="152280" imgH="241200" progId="Equation.DSMT4">
                  <p:embed/>
                </p:oleObj>
              </mc:Choice>
              <mc:Fallback>
                <p:oleObj name="Equation" r:id="rId9" imgW="152280" imgH="241200" progId="Equation.DSMT4">
                  <p:embed/>
                  <p:pic>
                    <p:nvPicPr>
                      <p:cNvPr id="0" name=""/>
                      <p:cNvPicPr/>
                      <p:nvPr/>
                    </p:nvPicPr>
                    <p:blipFill>
                      <a:blip r:embed="rId10"/>
                      <a:stretch>
                        <a:fillRect/>
                      </a:stretch>
                    </p:blipFill>
                    <p:spPr>
                      <a:xfrm>
                        <a:off x="8581930" y="1722438"/>
                        <a:ext cx="204582" cy="323922"/>
                      </a:xfrm>
                      <a:prstGeom prst="rect">
                        <a:avLst/>
                      </a:prstGeom>
                    </p:spPr>
                  </p:pic>
                </p:oleObj>
              </mc:Fallback>
            </mc:AlternateContent>
          </a:graphicData>
        </a:graphic>
      </p:graphicFrame>
      <p:cxnSp>
        <p:nvCxnSpPr>
          <p:cNvPr id="43" name="42 Conector recto de flecha"/>
          <p:cNvCxnSpPr/>
          <p:nvPr/>
        </p:nvCxnSpPr>
        <p:spPr bwMode="auto">
          <a:xfrm flipH="1" flipV="1">
            <a:off x="2670410" y="2134519"/>
            <a:ext cx="395567" cy="1025868"/>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43 Conector recto de flecha"/>
          <p:cNvCxnSpPr/>
          <p:nvPr/>
        </p:nvCxnSpPr>
        <p:spPr bwMode="auto">
          <a:xfrm flipV="1">
            <a:off x="3065977" y="2813996"/>
            <a:ext cx="967501" cy="354256"/>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44 Conector recto de flecha"/>
          <p:cNvCxnSpPr/>
          <p:nvPr/>
        </p:nvCxnSpPr>
        <p:spPr bwMode="auto">
          <a:xfrm>
            <a:off x="3065977" y="3189288"/>
            <a:ext cx="0" cy="1198623"/>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5" name="14 Objeto"/>
          <p:cNvGraphicFramePr>
            <a:graphicFrameLocks noChangeAspect="1"/>
          </p:cNvGraphicFramePr>
          <p:nvPr>
            <p:extLst>
              <p:ext uri="{D42A27DB-BD31-4B8C-83A1-F6EECF244321}">
                <p14:modId xmlns:p14="http://schemas.microsoft.com/office/powerpoint/2010/main" val="512715576"/>
              </p:ext>
            </p:extLst>
          </p:nvPr>
        </p:nvGraphicFramePr>
        <p:xfrm>
          <a:off x="2794000" y="3879850"/>
          <a:ext cx="241300" cy="165100"/>
        </p:xfrm>
        <a:graphic>
          <a:graphicData uri="http://schemas.openxmlformats.org/presentationml/2006/ole">
            <mc:AlternateContent xmlns:mc="http://schemas.openxmlformats.org/markup-compatibility/2006">
              <mc:Choice xmlns:v="urn:schemas-microsoft-com:vml" Requires="v">
                <p:oleObj name="Equation" r:id="rId11" imgW="241200" imgH="164880" progId="Equation.DSMT4">
                  <p:embed/>
                </p:oleObj>
              </mc:Choice>
              <mc:Fallback>
                <p:oleObj name="Equation" r:id="rId11" imgW="241200" imgH="164880" progId="Equation.DSMT4">
                  <p:embed/>
                  <p:pic>
                    <p:nvPicPr>
                      <p:cNvPr id="0" name="7 Objeto"/>
                      <p:cNvPicPr>
                        <a:picLocks noChangeAspect="1" noChangeArrowheads="1"/>
                      </p:cNvPicPr>
                      <p:nvPr/>
                    </p:nvPicPr>
                    <p:blipFill>
                      <a:blip r:embed="rId12"/>
                      <a:srcRect/>
                      <a:stretch>
                        <a:fillRect/>
                      </a:stretch>
                    </p:blipFill>
                    <p:spPr bwMode="auto">
                      <a:xfrm>
                        <a:off x="2794000" y="3879850"/>
                        <a:ext cx="24130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15 Objeto"/>
          <p:cNvGraphicFramePr>
            <a:graphicFrameLocks noChangeAspect="1"/>
          </p:cNvGraphicFramePr>
          <p:nvPr>
            <p:extLst>
              <p:ext uri="{D42A27DB-BD31-4B8C-83A1-F6EECF244321}">
                <p14:modId xmlns:p14="http://schemas.microsoft.com/office/powerpoint/2010/main" val="4251719296"/>
              </p:ext>
            </p:extLst>
          </p:nvPr>
        </p:nvGraphicFramePr>
        <p:xfrm>
          <a:off x="3657600" y="2608263"/>
          <a:ext cx="152400" cy="203200"/>
        </p:xfrm>
        <a:graphic>
          <a:graphicData uri="http://schemas.openxmlformats.org/presentationml/2006/ole">
            <mc:AlternateContent xmlns:mc="http://schemas.openxmlformats.org/markup-compatibility/2006">
              <mc:Choice xmlns:v="urn:schemas-microsoft-com:vml" Requires="v">
                <p:oleObj name="Equation" r:id="rId13" imgW="152280" imgH="203040" progId="Equation.DSMT4">
                  <p:embed/>
                </p:oleObj>
              </mc:Choice>
              <mc:Fallback>
                <p:oleObj name="Equation" r:id="rId13" imgW="152280" imgH="203040" progId="Equation.DSMT4">
                  <p:embed/>
                  <p:pic>
                    <p:nvPicPr>
                      <p:cNvPr id="0" name="13 Objeto"/>
                      <p:cNvPicPr>
                        <a:picLocks noChangeAspect="1" noChangeArrowheads="1"/>
                      </p:cNvPicPr>
                      <p:nvPr/>
                    </p:nvPicPr>
                    <p:blipFill>
                      <a:blip r:embed="rId14"/>
                      <a:srcRect/>
                      <a:stretch>
                        <a:fillRect/>
                      </a:stretch>
                    </p:blipFill>
                    <p:spPr bwMode="auto">
                      <a:xfrm>
                        <a:off x="3657600" y="2608263"/>
                        <a:ext cx="1524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16 Objeto"/>
          <p:cNvGraphicFramePr>
            <a:graphicFrameLocks noChangeAspect="1"/>
          </p:cNvGraphicFramePr>
          <p:nvPr>
            <p:extLst>
              <p:ext uri="{D42A27DB-BD31-4B8C-83A1-F6EECF244321}">
                <p14:modId xmlns:p14="http://schemas.microsoft.com/office/powerpoint/2010/main" val="3638569839"/>
              </p:ext>
            </p:extLst>
          </p:nvPr>
        </p:nvGraphicFramePr>
        <p:xfrm>
          <a:off x="2357438" y="2241550"/>
          <a:ext cx="177800" cy="177800"/>
        </p:xfrm>
        <a:graphic>
          <a:graphicData uri="http://schemas.openxmlformats.org/presentationml/2006/ole">
            <mc:AlternateContent xmlns:mc="http://schemas.openxmlformats.org/markup-compatibility/2006">
              <mc:Choice xmlns:v="urn:schemas-microsoft-com:vml" Requires="v">
                <p:oleObj name="Equation" r:id="rId15" imgW="177480" imgH="177480" progId="Equation.DSMT4">
                  <p:embed/>
                </p:oleObj>
              </mc:Choice>
              <mc:Fallback>
                <p:oleObj name="Equation" r:id="rId15" imgW="177480" imgH="177480" progId="Equation.DSMT4">
                  <p:embed/>
                  <p:pic>
                    <p:nvPicPr>
                      <p:cNvPr id="0" name="10 Objeto"/>
                      <p:cNvPicPr>
                        <a:picLocks noChangeAspect="1" noChangeArrowheads="1"/>
                      </p:cNvPicPr>
                      <p:nvPr/>
                    </p:nvPicPr>
                    <p:blipFill>
                      <a:blip r:embed="rId16"/>
                      <a:srcRect/>
                      <a:stretch>
                        <a:fillRect/>
                      </a:stretch>
                    </p:blipFill>
                    <p:spPr bwMode="auto">
                      <a:xfrm>
                        <a:off x="2357438" y="2241550"/>
                        <a:ext cx="177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17 Objeto"/>
          <p:cNvGraphicFramePr>
            <a:graphicFrameLocks noChangeAspect="1"/>
          </p:cNvGraphicFramePr>
          <p:nvPr>
            <p:extLst>
              <p:ext uri="{D42A27DB-BD31-4B8C-83A1-F6EECF244321}">
                <p14:modId xmlns:p14="http://schemas.microsoft.com/office/powerpoint/2010/main" val="2575791217"/>
              </p:ext>
            </p:extLst>
          </p:nvPr>
        </p:nvGraphicFramePr>
        <p:xfrm>
          <a:off x="3065977" y="3611563"/>
          <a:ext cx="254000" cy="177800"/>
        </p:xfrm>
        <a:graphic>
          <a:graphicData uri="http://schemas.openxmlformats.org/presentationml/2006/ole">
            <mc:AlternateContent xmlns:mc="http://schemas.openxmlformats.org/markup-compatibility/2006">
              <mc:Choice xmlns:v="urn:schemas-microsoft-com:vml" Requires="v">
                <p:oleObj name="Equation" r:id="rId17" imgW="253800" imgH="177480" progId="Equation.DSMT4">
                  <p:embed/>
                </p:oleObj>
              </mc:Choice>
              <mc:Fallback>
                <p:oleObj name="Equation" r:id="rId17" imgW="253800" imgH="177480" progId="Equation.DSMT4">
                  <p:embed/>
                  <p:pic>
                    <p:nvPicPr>
                      <p:cNvPr id="0" name=""/>
                      <p:cNvPicPr/>
                      <p:nvPr/>
                    </p:nvPicPr>
                    <p:blipFill>
                      <a:blip r:embed="rId18"/>
                      <a:stretch>
                        <a:fillRect/>
                      </a:stretch>
                    </p:blipFill>
                    <p:spPr>
                      <a:xfrm>
                        <a:off x="3065977" y="3611563"/>
                        <a:ext cx="254000" cy="177800"/>
                      </a:xfrm>
                      <a:prstGeom prst="rect">
                        <a:avLst/>
                      </a:prstGeom>
                    </p:spPr>
                  </p:pic>
                </p:oleObj>
              </mc:Fallback>
            </mc:AlternateContent>
          </a:graphicData>
        </a:graphic>
      </p:graphicFrame>
      <p:sp>
        <p:nvSpPr>
          <p:cNvPr id="19" name="18 CuadroTexto"/>
          <p:cNvSpPr txBox="1"/>
          <p:nvPr/>
        </p:nvSpPr>
        <p:spPr>
          <a:xfrm>
            <a:off x="4582277" y="2448559"/>
            <a:ext cx="298480" cy="369332"/>
          </a:xfrm>
          <a:prstGeom prst="rect">
            <a:avLst/>
          </a:prstGeom>
          <a:noFill/>
        </p:spPr>
        <p:txBody>
          <a:bodyPr wrap="none" rtlCol="0">
            <a:spAutoFit/>
          </a:bodyPr>
          <a:lstStyle/>
          <a:p>
            <a:r>
              <a:rPr lang="es-CL" dirty="0"/>
              <a:t>x</a:t>
            </a:r>
          </a:p>
        </p:txBody>
      </p:sp>
      <p:sp>
        <p:nvSpPr>
          <p:cNvPr id="51" name="50 CuadroTexto"/>
          <p:cNvSpPr txBox="1"/>
          <p:nvPr/>
        </p:nvSpPr>
        <p:spPr>
          <a:xfrm>
            <a:off x="2236757" y="1569683"/>
            <a:ext cx="298480" cy="369332"/>
          </a:xfrm>
          <a:prstGeom prst="rect">
            <a:avLst/>
          </a:prstGeom>
          <a:noFill/>
        </p:spPr>
        <p:txBody>
          <a:bodyPr wrap="none" rtlCol="0">
            <a:spAutoFit/>
          </a:bodyPr>
          <a:lstStyle/>
          <a:p>
            <a:r>
              <a:rPr lang="es-CL" dirty="0"/>
              <a:t>y</a:t>
            </a:r>
          </a:p>
        </p:txBody>
      </p:sp>
      <p:cxnSp>
        <p:nvCxnSpPr>
          <p:cNvPr id="21" name="20 Conector recto de flecha"/>
          <p:cNvCxnSpPr/>
          <p:nvPr/>
        </p:nvCxnSpPr>
        <p:spPr bwMode="auto">
          <a:xfrm>
            <a:off x="3065977" y="3175904"/>
            <a:ext cx="393215" cy="1051039"/>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22 Conector recto de flecha"/>
          <p:cNvCxnSpPr/>
          <p:nvPr/>
        </p:nvCxnSpPr>
        <p:spPr bwMode="auto">
          <a:xfrm flipH="1">
            <a:off x="3065977" y="4226943"/>
            <a:ext cx="393215" cy="132067"/>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4" name="23 Objeto"/>
          <p:cNvGraphicFramePr>
            <a:graphicFrameLocks noChangeAspect="1"/>
          </p:cNvGraphicFramePr>
          <p:nvPr>
            <p:extLst>
              <p:ext uri="{D42A27DB-BD31-4B8C-83A1-F6EECF244321}">
                <p14:modId xmlns:p14="http://schemas.microsoft.com/office/powerpoint/2010/main" val="2604596192"/>
              </p:ext>
            </p:extLst>
          </p:nvPr>
        </p:nvGraphicFramePr>
        <p:xfrm>
          <a:off x="3334978" y="3701423"/>
          <a:ext cx="698500" cy="203200"/>
        </p:xfrm>
        <a:graphic>
          <a:graphicData uri="http://schemas.openxmlformats.org/presentationml/2006/ole">
            <mc:AlternateContent xmlns:mc="http://schemas.openxmlformats.org/markup-compatibility/2006">
              <mc:Choice xmlns:v="urn:schemas-microsoft-com:vml" Requires="v">
                <p:oleObj name="Equation" r:id="rId19" imgW="698400" imgH="203040" progId="Equation.DSMT4">
                  <p:embed/>
                </p:oleObj>
              </mc:Choice>
              <mc:Fallback>
                <p:oleObj name="Equation" r:id="rId19" imgW="698400" imgH="203040" progId="Equation.DSMT4">
                  <p:embed/>
                  <p:pic>
                    <p:nvPicPr>
                      <p:cNvPr id="0" name=""/>
                      <p:cNvPicPr/>
                      <p:nvPr/>
                    </p:nvPicPr>
                    <p:blipFill>
                      <a:blip r:embed="rId20"/>
                      <a:stretch>
                        <a:fillRect/>
                      </a:stretch>
                    </p:blipFill>
                    <p:spPr>
                      <a:xfrm>
                        <a:off x="3334978" y="3701423"/>
                        <a:ext cx="698500" cy="203200"/>
                      </a:xfrm>
                      <a:prstGeom prst="rect">
                        <a:avLst/>
                      </a:prstGeom>
                    </p:spPr>
                  </p:pic>
                </p:oleObj>
              </mc:Fallback>
            </mc:AlternateContent>
          </a:graphicData>
        </a:graphic>
      </p:graphicFrame>
      <p:graphicFrame>
        <p:nvGraphicFramePr>
          <p:cNvPr id="25" name="24 Objeto"/>
          <p:cNvGraphicFramePr>
            <a:graphicFrameLocks noChangeAspect="1"/>
          </p:cNvGraphicFramePr>
          <p:nvPr>
            <p:extLst>
              <p:ext uri="{D42A27DB-BD31-4B8C-83A1-F6EECF244321}">
                <p14:modId xmlns:p14="http://schemas.microsoft.com/office/powerpoint/2010/main" val="2279722334"/>
              </p:ext>
            </p:extLst>
          </p:nvPr>
        </p:nvGraphicFramePr>
        <p:xfrm>
          <a:off x="3243789" y="4320250"/>
          <a:ext cx="673100" cy="203200"/>
        </p:xfrm>
        <a:graphic>
          <a:graphicData uri="http://schemas.openxmlformats.org/presentationml/2006/ole">
            <mc:AlternateContent xmlns:mc="http://schemas.openxmlformats.org/markup-compatibility/2006">
              <mc:Choice xmlns:v="urn:schemas-microsoft-com:vml" Requires="v">
                <p:oleObj name="Equation" r:id="rId21" imgW="672840" imgH="203040" progId="Equation.DSMT4">
                  <p:embed/>
                </p:oleObj>
              </mc:Choice>
              <mc:Fallback>
                <p:oleObj name="Equation" r:id="rId21" imgW="672840" imgH="203040" progId="Equation.DSMT4">
                  <p:embed/>
                  <p:pic>
                    <p:nvPicPr>
                      <p:cNvPr id="0" name=""/>
                      <p:cNvPicPr/>
                      <p:nvPr/>
                    </p:nvPicPr>
                    <p:blipFill>
                      <a:blip r:embed="rId22"/>
                      <a:stretch>
                        <a:fillRect/>
                      </a:stretch>
                    </p:blipFill>
                    <p:spPr>
                      <a:xfrm>
                        <a:off x="3243789" y="4320250"/>
                        <a:ext cx="673100" cy="203200"/>
                      </a:xfrm>
                      <a:prstGeom prst="rect">
                        <a:avLst/>
                      </a:prstGeom>
                    </p:spPr>
                  </p:pic>
                </p:oleObj>
              </mc:Fallback>
            </mc:AlternateContent>
          </a:graphicData>
        </a:graphic>
      </p:graphicFrame>
      <p:graphicFrame>
        <p:nvGraphicFramePr>
          <p:cNvPr id="26" name="25 Objeto"/>
          <p:cNvGraphicFramePr>
            <a:graphicFrameLocks noChangeAspect="1"/>
          </p:cNvGraphicFramePr>
          <p:nvPr>
            <p:extLst>
              <p:ext uri="{D42A27DB-BD31-4B8C-83A1-F6EECF244321}">
                <p14:modId xmlns:p14="http://schemas.microsoft.com/office/powerpoint/2010/main" val="2029549827"/>
              </p:ext>
            </p:extLst>
          </p:nvPr>
        </p:nvGraphicFramePr>
        <p:xfrm>
          <a:off x="930275" y="5043488"/>
          <a:ext cx="1739900" cy="1168400"/>
        </p:xfrm>
        <a:graphic>
          <a:graphicData uri="http://schemas.openxmlformats.org/presentationml/2006/ole">
            <mc:AlternateContent xmlns:mc="http://schemas.openxmlformats.org/markup-compatibility/2006">
              <mc:Choice xmlns:v="urn:schemas-microsoft-com:vml" Requires="v">
                <p:oleObj name="Equation" r:id="rId23" imgW="1739880" imgH="1168200" progId="Equation.DSMT4">
                  <p:embed/>
                </p:oleObj>
              </mc:Choice>
              <mc:Fallback>
                <p:oleObj name="Equation" r:id="rId23" imgW="1739880" imgH="1168200" progId="Equation.DSMT4">
                  <p:embed/>
                  <p:pic>
                    <p:nvPicPr>
                      <p:cNvPr id="0" name=""/>
                      <p:cNvPicPr/>
                      <p:nvPr/>
                    </p:nvPicPr>
                    <p:blipFill>
                      <a:blip r:embed="rId24"/>
                      <a:stretch>
                        <a:fillRect/>
                      </a:stretch>
                    </p:blipFill>
                    <p:spPr>
                      <a:xfrm>
                        <a:off x="930275" y="5043488"/>
                        <a:ext cx="1739900" cy="1168400"/>
                      </a:xfrm>
                      <a:prstGeom prst="rect">
                        <a:avLst/>
                      </a:prstGeom>
                    </p:spPr>
                  </p:pic>
                </p:oleObj>
              </mc:Fallback>
            </mc:AlternateContent>
          </a:graphicData>
        </a:graphic>
      </p:graphicFrame>
      <p:graphicFrame>
        <p:nvGraphicFramePr>
          <p:cNvPr id="27" name="26 Objeto"/>
          <p:cNvGraphicFramePr>
            <a:graphicFrameLocks noChangeAspect="1"/>
          </p:cNvGraphicFramePr>
          <p:nvPr>
            <p:extLst>
              <p:ext uri="{D42A27DB-BD31-4B8C-83A1-F6EECF244321}">
                <p14:modId xmlns:p14="http://schemas.microsoft.com/office/powerpoint/2010/main" val="3000274277"/>
              </p:ext>
            </p:extLst>
          </p:nvPr>
        </p:nvGraphicFramePr>
        <p:xfrm>
          <a:off x="3750427" y="5152365"/>
          <a:ext cx="1663700" cy="914400"/>
        </p:xfrm>
        <a:graphic>
          <a:graphicData uri="http://schemas.openxmlformats.org/presentationml/2006/ole">
            <mc:AlternateContent xmlns:mc="http://schemas.openxmlformats.org/markup-compatibility/2006">
              <mc:Choice xmlns:v="urn:schemas-microsoft-com:vml" Requires="v">
                <p:oleObj name="Equation" r:id="rId25" imgW="1663560" imgH="914400" progId="Equation.DSMT4">
                  <p:embed/>
                </p:oleObj>
              </mc:Choice>
              <mc:Fallback>
                <p:oleObj name="Equation" r:id="rId25" imgW="1663560" imgH="914400" progId="Equation.DSMT4">
                  <p:embed/>
                  <p:pic>
                    <p:nvPicPr>
                      <p:cNvPr id="0" name=""/>
                      <p:cNvPicPr/>
                      <p:nvPr/>
                    </p:nvPicPr>
                    <p:blipFill>
                      <a:blip r:embed="rId26"/>
                      <a:stretch>
                        <a:fillRect/>
                      </a:stretch>
                    </p:blipFill>
                    <p:spPr>
                      <a:xfrm>
                        <a:off x="3750427" y="5152365"/>
                        <a:ext cx="1663700" cy="914400"/>
                      </a:xfrm>
                      <a:prstGeom prst="rect">
                        <a:avLst/>
                      </a:prstGeom>
                    </p:spPr>
                  </p:pic>
                </p:oleObj>
              </mc:Fallback>
            </mc:AlternateContent>
          </a:graphicData>
        </a:graphic>
      </p:graphicFrame>
      <p:graphicFrame>
        <p:nvGraphicFramePr>
          <p:cNvPr id="2" name="1 Objeto"/>
          <p:cNvGraphicFramePr>
            <a:graphicFrameLocks noChangeAspect="1"/>
          </p:cNvGraphicFramePr>
          <p:nvPr>
            <p:extLst>
              <p:ext uri="{D42A27DB-BD31-4B8C-83A1-F6EECF244321}">
                <p14:modId xmlns:p14="http://schemas.microsoft.com/office/powerpoint/2010/main" val="3972916529"/>
              </p:ext>
            </p:extLst>
          </p:nvPr>
        </p:nvGraphicFramePr>
        <p:xfrm>
          <a:off x="6596468" y="5157192"/>
          <a:ext cx="533400" cy="203200"/>
        </p:xfrm>
        <a:graphic>
          <a:graphicData uri="http://schemas.openxmlformats.org/presentationml/2006/ole">
            <mc:AlternateContent xmlns:mc="http://schemas.openxmlformats.org/markup-compatibility/2006">
              <mc:Choice xmlns:v="urn:schemas-microsoft-com:vml" Requires="v">
                <p:oleObj name="Equation" r:id="rId27" imgW="533160" imgH="203040" progId="Equation.DSMT4">
                  <p:embed/>
                </p:oleObj>
              </mc:Choice>
              <mc:Fallback>
                <p:oleObj name="Equation" r:id="rId27" imgW="533160" imgH="203040" progId="Equation.DSMT4">
                  <p:embed/>
                  <p:pic>
                    <p:nvPicPr>
                      <p:cNvPr id="0" name=""/>
                      <p:cNvPicPr/>
                      <p:nvPr/>
                    </p:nvPicPr>
                    <p:blipFill>
                      <a:blip r:embed="rId28"/>
                      <a:stretch>
                        <a:fillRect/>
                      </a:stretch>
                    </p:blipFill>
                    <p:spPr>
                      <a:xfrm>
                        <a:off x="6596468" y="5157192"/>
                        <a:ext cx="533400" cy="203200"/>
                      </a:xfrm>
                      <a:prstGeom prst="rect">
                        <a:avLst/>
                      </a:prstGeom>
                    </p:spPr>
                  </p:pic>
                </p:oleObj>
              </mc:Fallback>
            </mc:AlternateContent>
          </a:graphicData>
        </a:graphic>
      </p:graphicFrame>
      <p:graphicFrame>
        <p:nvGraphicFramePr>
          <p:cNvPr id="9" name="8 Objeto"/>
          <p:cNvGraphicFramePr>
            <a:graphicFrameLocks noChangeAspect="1"/>
          </p:cNvGraphicFramePr>
          <p:nvPr>
            <p:extLst>
              <p:ext uri="{D42A27DB-BD31-4B8C-83A1-F6EECF244321}">
                <p14:modId xmlns:p14="http://schemas.microsoft.com/office/powerpoint/2010/main" val="3306496252"/>
              </p:ext>
            </p:extLst>
          </p:nvPr>
        </p:nvGraphicFramePr>
        <p:xfrm>
          <a:off x="6561138" y="5526088"/>
          <a:ext cx="838200" cy="431800"/>
        </p:xfrm>
        <a:graphic>
          <a:graphicData uri="http://schemas.openxmlformats.org/presentationml/2006/ole">
            <mc:AlternateContent xmlns:mc="http://schemas.openxmlformats.org/markup-compatibility/2006">
              <mc:Choice xmlns:v="urn:schemas-microsoft-com:vml" Requires="v">
                <p:oleObj name="Equation" r:id="rId29" imgW="838080" imgH="431640" progId="Equation.DSMT4">
                  <p:embed/>
                </p:oleObj>
              </mc:Choice>
              <mc:Fallback>
                <p:oleObj name="Equation" r:id="rId29" imgW="838080" imgH="431640" progId="Equation.DSMT4">
                  <p:embed/>
                  <p:pic>
                    <p:nvPicPr>
                      <p:cNvPr id="0" name=""/>
                      <p:cNvPicPr/>
                      <p:nvPr/>
                    </p:nvPicPr>
                    <p:blipFill>
                      <a:blip r:embed="rId30"/>
                      <a:stretch>
                        <a:fillRect/>
                      </a:stretch>
                    </p:blipFill>
                    <p:spPr>
                      <a:xfrm>
                        <a:off x="6561138" y="5526088"/>
                        <a:ext cx="838200" cy="431800"/>
                      </a:xfrm>
                      <a:prstGeom prst="rect">
                        <a:avLst/>
                      </a:prstGeom>
                    </p:spPr>
                  </p:pic>
                </p:oleObj>
              </mc:Fallback>
            </mc:AlternateContent>
          </a:graphicData>
        </a:graphic>
      </p:graphicFrame>
      <p:graphicFrame>
        <p:nvGraphicFramePr>
          <p:cNvPr id="12" name="11 Objeto"/>
          <p:cNvGraphicFramePr>
            <a:graphicFrameLocks noChangeAspect="1"/>
          </p:cNvGraphicFramePr>
          <p:nvPr>
            <p:extLst>
              <p:ext uri="{D42A27DB-BD31-4B8C-83A1-F6EECF244321}">
                <p14:modId xmlns:p14="http://schemas.microsoft.com/office/powerpoint/2010/main" val="1690065767"/>
              </p:ext>
            </p:extLst>
          </p:nvPr>
        </p:nvGraphicFramePr>
        <p:xfrm>
          <a:off x="1595437" y="6093296"/>
          <a:ext cx="939800" cy="431800"/>
        </p:xfrm>
        <a:graphic>
          <a:graphicData uri="http://schemas.openxmlformats.org/presentationml/2006/ole">
            <mc:AlternateContent xmlns:mc="http://schemas.openxmlformats.org/markup-compatibility/2006">
              <mc:Choice xmlns:v="urn:schemas-microsoft-com:vml" Requires="v">
                <p:oleObj name="Equation" r:id="rId31" imgW="939600" imgH="431640" progId="Equation.DSMT4">
                  <p:embed/>
                </p:oleObj>
              </mc:Choice>
              <mc:Fallback>
                <p:oleObj name="Equation" r:id="rId31" imgW="939600" imgH="431640" progId="Equation.DSMT4">
                  <p:embed/>
                  <p:pic>
                    <p:nvPicPr>
                      <p:cNvPr id="0" name=""/>
                      <p:cNvPicPr/>
                      <p:nvPr/>
                    </p:nvPicPr>
                    <p:blipFill>
                      <a:blip r:embed="rId32"/>
                      <a:stretch>
                        <a:fillRect/>
                      </a:stretch>
                    </p:blipFill>
                    <p:spPr>
                      <a:xfrm>
                        <a:off x="1595437" y="6093296"/>
                        <a:ext cx="939800" cy="431800"/>
                      </a:xfrm>
                      <a:prstGeom prst="rect">
                        <a:avLst/>
                      </a:prstGeom>
                    </p:spPr>
                  </p:pic>
                </p:oleObj>
              </mc:Fallback>
            </mc:AlternateContent>
          </a:graphicData>
        </a:graphic>
      </p:graphicFrame>
      <p:graphicFrame>
        <p:nvGraphicFramePr>
          <p:cNvPr id="20" name="19 Objeto"/>
          <p:cNvGraphicFramePr>
            <a:graphicFrameLocks noChangeAspect="1"/>
          </p:cNvGraphicFramePr>
          <p:nvPr>
            <p:extLst>
              <p:ext uri="{D42A27DB-BD31-4B8C-83A1-F6EECF244321}">
                <p14:modId xmlns:p14="http://schemas.microsoft.com/office/powerpoint/2010/main" val="2984828272"/>
              </p:ext>
            </p:extLst>
          </p:nvPr>
        </p:nvGraphicFramePr>
        <p:xfrm>
          <a:off x="4188577" y="6237312"/>
          <a:ext cx="787400" cy="266700"/>
        </p:xfrm>
        <a:graphic>
          <a:graphicData uri="http://schemas.openxmlformats.org/presentationml/2006/ole">
            <mc:AlternateContent xmlns:mc="http://schemas.openxmlformats.org/markup-compatibility/2006">
              <mc:Choice xmlns:v="urn:schemas-microsoft-com:vml" Requires="v">
                <p:oleObj name="Equation" r:id="rId33" imgW="787320" imgH="266400" progId="Equation.DSMT4">
                  <p:embed/>
                </p:oleObj>
              </mc:Choice>
              <mc:Fallback>
                <p:oleObj name="Equation" r:id="rId33" imgW="787320" imgH="266400" progId="Equation.DSMT4">
                  <p:embed/>
                  <p:pic>
                    <p:nvPicPr>
                      <p:cNvPr id="0" name=""/>
                      <p:cNvPicPr/>
                      <p:nvPr/>
                    </p:nvPicPr>
                    <p:blipFill>
                      <a:blip r:embed="rId34"/>
                      <a:stretch>
                        <a:fillRect/>
                      </a:stretch>
                    </p:blipFill>
                    <p:spPr>
                      <a:xfrm>
                        <a:off x="4188577" y="6237312"/>
                        <a:ext cx="787400" cy="266700"/>
                      </a:xfrm>
                      <a:prstGeom prst="rect">
                        <a:avLst/>
                      </a:prstGeom>
                    </p:spPr>
                  </p:pic>
                </p:oleObj>
              </mc:Fallback>
            </mc:AlternateContent>
          </a:graphicData>
        </a:graphic>
      </p:graphicFrame>
      <p:graphicFrame>
        <p:nvGraphicFramePr>
          <p:cNvPr id="22" name="21 Objeto"/>
          <p:cNvGraphicFramePr>
            <a:graphicFrameLocks noChangeAspect="1"/>
          </p:cNvGraphicFramePr>
          <p:nvPr>
            <p:extLst>
              <p:ext uri="{D42A27DB-BD31-4B8C-83A1-F6EECF244321}">
                <p14:modId xmlns:p14="http://schemas.microsoft.com/office/powerpoint/2010/main" val="1623722444"/>
              </p:ext>
            </p:extLst>
          </p:nvPr>
        </p:nvGraphicFramePr>
        <p:xfrm>
          <a:off x="6936298" y="6165304"/>
          <a:ext cx="863600" cy="266700"/>
        </p:xfrm>
        <a:graphic>
          <a:graphicData uri="http://schemas.openxmlformats.org/presentationml/2006/ole">
            <mc:AlternateContent xmlns:mc="http://schemas.openxmlformats.org/markup-compatibility/2006">
              <mc:Choice xmlns:v="urn:schemas-microsoft-com:vml" Requires="v">
                <p:oleObj name="Equation" r:id="rId35" imgW="863280" imgH="266400" progId="Equation.DSMT4">
                  <p:embed/>
                </p:oleObj>
              </mc:Choice>
              <mc:Fallback>
                <p:oleObj name="Equation" r:id="rId35" imgW="863280" imgH="266400" progId="Equation.DSMT4">
                  <p:embed/>
                  <p:pic>
                    <p:nvPicPr>
                      <p:cNvPr id="0" name=""/>
                      <p:cNvPicPr/>
                      <p:nvPr/>
                    </p:nvPicPr>
                    <p:blipFill>
                      <a:blip r:embed="rId36"/>
                      <a:stretch>
                        <a:fillRect/>
                      </a:stretch>
                    </p:blipFill>
                    <p:spPr>
                      <a:xfrm>
                        <a:off x="6936298" y="6165304"/>
                        <a:ext cx="863600" cy="266700"/>
                      </a:xfrm>
                      <a:prstGeom prst="rect">
                        <a:avLst/>
                      </a:prstGeom>
                    </p:spPr>
                  </p:pic>
                </p:oleObj>
              </mc:Fallback>
            </mc:AlternateContent>
          </a:graphicData>
        </a:graphic>
      </p:graphicFrame>
      <p:graphicFrame>
        <p:nvGraphicFramePr>
          <p:cNvPr id="28" name="27 Objeto"/>
          <p:cNvGraphicFramePr>
            <a:graphicFrameLocks noChangeAspect="1"/>
          </p:cNvGraphicFramePr>
          <p:nvPr>
            <p:extLst>
              <p:ext uri="{D42A27DB-BD31-4B8C-83A1-F6EECF244321}">
                <p14:modId xmlns:p14="http://schemas.microsoft.com/office/powerpoint/2010/main" val="2577536044"/>
              </p:ext>
            </p:extLst>
          </p:nvPr>
        </p:nvGraphicFramePr>
        <p:xfrm>
          <a:off x="8083550" y="3235325"/>
          <a:ext cx="723900" cy="419100"/>
        </p:xfrm>
        <a:graphic>
          <a:graphicData uri="http://schemas.openxmlformats.org/presentationml/2006/ole">
            <mc:AlternateContent xmlns:mc="http://schemas.openxmlformats.org/markup-compatibility/2006">
              <mc:Choice xmlns:v="urn:schemas-microsoft-com:vml" Requires="v">
                <p:oleObj name="Equation" r:id="rId37" imgW="723586" imgH="418918" progId="Equation.DSMT4">
                  <p:embed/>
                </p:oleObj>
              </mc:Choice>
              <mc:Fallback>
                <p:oleObj name="Equation" r:id="rId37" imgW="723586" imgH="418918" progId="Equation.DSMT4">
                  <p:embed/>
                  <p:pic>
                    <p:nvPicPr>
                      <p:cNvPr id="0" name="2 Objeto"/>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8083550" y="3235325"/>
                        <a:ext cx="7239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28 Objeto"/>
          <p:cNvGraphicFramePr>
            <a:graphicFrameLocks noChangeAspect="1"/>
          </p:cNvGraphicFramePr>
          <p:nvPr>
            <p:extLst>
              <p:ext uri="{D42A27DB-BD31-4B8C-83A1-F6EECF244321}">
                <p14:modId xmlns:p14="http://schemas.microsoft.com/office/powerpoint/2010/main" val="2828863998"/>
              </p:ext>
            </p:extLst>
          </p:nvPr>
        </p:nvGraphicFramePr>
        <p:xfrm>
          <a:off x="8066088" y="3725863"/>
          <a:ext cx="749300" cy="419100"/>
        </p:xfrm>
        <a:graphic>
          <a:graphicData uri="http://schemas.openxmlformats.org/presentationml/2006/ole">
            <mc:AlternateContent xmlns:mc="http://schemas.openxmlformats.org/markup-compatibility/2006">
              <mc:Choice xmlns:v="urn:schemas-microsoft-com:vml" Requires="v">
                <p:oleObj name="Equation" r:id="rId39" imgW="749300" imgH="419100" progId="Equation.DSMT4">
                  <p:embed/>
                </p:oleObj>
              </mc:Choice>
              <mc:Fallback>
                <p:oleObj name="Equation" r:id="rId39" imgW="749300" imgH="419100" progId="Equation.DSMT4">
                  <p:embed/>
                  <p:pic>
                    <p:nvPicPr>
                      <p:cNvPr id="0" name="5 Objeto"/>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8066088" y="3725863"/>
                        <a:ext cx="7493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5890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sp>
        <p:nvSpPr>
          <p:cNvPr id="18435" name="Text Box 30"/>
          <p:cNvSpPr txBox="1">
            <a:spLocks noChangeArrowheads="1"/>
          </p:cNvSpPr>
          <p:nvPr/>
        </p:nvSpPr>
        <p:spPr bwMode="hidden">
          <a:xfrm>
            <a:off x="755650" y="908050"/>
            <a:ext cx="79930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None/>
              <a:defRPr/>
            </a:pPr>
            <a:r>
              <a:rPr lang="es-ES" altLang="es-CL" sz="1600" dirty="0">
                <a:latin typeface="Arial" charset="0"/>
              </a:rPr>
              <a:t> 2.- Determinar la fuerza que debe ejerce el motor para que el carro de 500kg suba por la pendiente (37°) </a:t>
            </a:r>
            <a:r>
              <a:rPr lang="es-ES" altLang="es-CL" sz="1600" dirty="0">
                <a:solidFill>
                  <a:srgbClr val="FF0000"/>
                </a:solidFill>
                <a:latin typeface="Arial" charset="0"/>
              </a:rPr>
              <a:t>con velocidad constante</a:t>
            </a:r>
            <a:r>
              <a:rPr lang="es-ES" altLang="es-CL" sz="1600" dirty="0">
                <a:latin typeface="Arial" charset="0"/>
              </a:rPr>
              <a:t>, si el coeficiente de roce es </a:t>
            </a:r>
            <a:r>
              <a:rPr lang="es-ES" altLang="es-CL" sz="1600" dirty="0">
                <a:latin typeface="Symbol" pitchFamily="18" charset="2"/>
              </a:rPr>
              <a:t>m</a:t>
            </a:r>
            <a:r>
              <a:rPr lang="es-ES" altLang="es-CL" sz="1600" dirty="0">
                <a:latin typeface="+mj-lt"/>
              </a:rPr>
              <a:t>=0,1</a:t>
            </a:r>
          </a:p>
        </p:txBody>
      </p:sp>
      <p:graphicFrame>
        <p:nvGraphicFramePr>
          <p:cNvPr id="21508" name="Object 40"/>
          <p:cNvGraphicFramePr>
            <a:graphicFrameLocks noChangeAspect="1"/>
          </p:cNvGraphicFramePr>
          <p:nvPr/>
        </p:nvGraphicFramePr>
        <p:xfrm>
          <a:off x="6299200" y="185738"/>
          <a:ext cx="1512888" cy="415925"/>
        </p:xfrm>
        <a:graphic>
          <a:graphicData uri="http://schemas.openxmlformats.org/presentationml/2006/ole">
            <mc:AlternateContent xmlns:mc="http://schemas.openxmlformats.org/markup-compatibility/2006">
              <mc:Choice xmlns:v="urn:schemas-microsoft-com:vml" Requires="v">
                <p:oleObj name="Ecuación" r:id="rId2" imgW="888614" imgH="241195" progId="Equation.3">
                  <p:embed/>
                </p:oleObj>
              </mc:Choice>
              <mc:Fallback>
                <p:oleObj name="Ecuación" r:id="rId2" imgW="888614" imgH="241195"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0" y="185738"/>
                        <a:ext cx="15128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1540" name="Picture 3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hidden">
          <a:xfrm>
            <a:off x="1535302" y="2197335"/>
            <a:ext cx="1225205" cy="48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41" name="Line 32"/>
          <p:cNvSpPr>
            <a:spLocks noChangeShapeType="1"/>
          </p:cNvSpPr>
          <p:nvPr/>
        </p:nvSpPr>
        <p:spPr bwMode="hidden">
          <a:xfrm flipV="1">
            <a:off x="887659" y="2126972"/>
            <a:ext cx="2863646" cy="8162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42" name="Rectangle 33" descr="Confeti grande"/>
          <p:cNvSpPr>
            <a:spLocks noChangeArrowheads="1"/>
          </p:cNvSpPr>
          <p:nvPr/>
        </p:nvSpPr>
        <p:spPr bwMode="hidden">
          <a:xfrm rot="20699423">
            <a:off x="855036" y="2536359"/>
            <a:ext cx="2959100" cy="173989"/>
          </a:xfrm>
          <a:prstGeom prst="rect">
            <a:avLst/>
          </a:prstGeom>
          <a:pattFill prst="lgConfetti">
            <a:fgClr>
              <a:schemeClr val="accent1"/>
            </a:fgClr>
            <a:bgClr>
              <a:schemeClr val="bg1"/>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graphicFrame>
        <p:nvGraphicFramePr>
          <p:cNvPr id="21543" name="Object 36"/>
          <p:cNvGraphicFramePr>
            <a:graphicFrameLocks noChangeAspect="1"/>
          </p:cNvGraphicFramePr>
          <p:nvPr/>
        </p:nvGraphicFramePr>
        <p:xfrm>
          <a:off x="2006535" y="1549993"/>
          <a:ext cx="211451" cy="294246"/>
        </p:xfrm>
        <a:graphic>
          <a:graphicData uri="http://schemas.openxmlformats.org/presentationml/2006/ole">
            <mc:AlternateContent xmlns:mc="http://schemas.openxmlformats.org/markup-compatibility/2006">
              <mc:Choice xmlns:v="urn:schemas-microsoft-com:vml" Requires="v">
                <p:oleObj name="Equation" r:id="rId5" imgW="164885" imgH="215619" progId="Equation.DSMT4">
                  <p:embed/>
                </p:oleObj>
              </mc:Choice>
              <mc:Fallback>
                <p:oleObj name="Equation" r:id="rId5" imgW="164885" imgH="215619"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6535" y="1549993"/>
                        <a:ext cx="211451" cy="294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44" name="Line 38"/>
          <p:cNvSpPr>
            <a:spLocks noChangeShapeType="1"/>
          </p:cNvSpPr>
          <p:nvPr/>
        </p:nvSpPr>
        <p:spPr bwMode="hidden">
          <a:xfrm>
            <a:off x="910617" y="3117175"/>
            <a:ext cx="2740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21545" name="Object 39"/>
          <p:cNvGraphicFramePr>
            <a:graphicFrameLocks noChangeAspect="1"/>
          </p:cNvGraphicFramePr>
          <p:nvPr/>
        </p:nvGraphicFramePr>
        <p:xfrm>
          <a:off x="1732254" y="2943186"/>
          <a:ext cx="106329" cy="112581"/>
        </p:xfrm>
        <a:graphic>
          <a:graphicData uri="http://schemas.openxmlformats.org/presentationml/2006/ole">
            <mc:AlternateContent xmlns:mc="http://schemas.openxmlformats.org/markup-compatibility/2006">
              <mc:Choice xmlns:v="urn:schemas-microsoft-com:vml" Requires="v">
                <p:oleObj name="Equation" r:id="rId7" imgW="139700" imgH="139700" progId="Equation.DSMT4">
                  <p:embed/>
                </p:oleObj>
              </mc:Choice>
              <mc:Fallback>
                <p:oleObj name="Equation" r:id="rId7" imgW="139700" imgH="1397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2254" y="2943186"/>
                        <a:ext cx="106329" cy="1125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46" name="Line 41"/>
          <p:cNvSpPr>
            <a:spLocks noChangeShapeType="1"/>
          </p:cNvSpPr>
          <p:nvPr/>
        </p:nvSpPr>
        <p:spPr bwMode="hidden">
          <a:xfrm flipH="1">
            <a:off x="2151530" y="2591358"/>
            <a:ext cx="2417" cy="1064404"/>
          </a:xfrm>
          <a:prstGeom prst="line">
            <a:avLst/>
          </a:prstGeom>
          <a:noFill/>
          <a:ln w="28575">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47" name="Line 42"/>
          <p:cNvSpPr>
            <a:spLocks noChangeShapeType="1"/>
          </p:cNvSpPr>
          <p:nvPr/>
        </p:nvSpPr>
        <p:spPr bwMode="hidden">
          <a:xfrm flipH="1">
            <a:off x="1655466" y="2565109"/>
            <a:ext cx="519564" cy="145844"/>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48" name="Line 52"/>
          <p:cNvSpPr>
            <a:spLocks noChangeShapeType="1"/>
          </p:cNvSpPr>
          <p:nvPr/>
        </p:nvSpPr>
        <p:spPr bwMode="hidden">
          <a:xfrm flipH="1">
            <a:off x="2117329" y="2367122"/>
            <a:ext cx="799887" cy="231559"/>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49" name="Line 53"/>
          <p:cNvSpPr>
            <a:spLocks noChangeShapeType="1"/>
          </p:cNvSpPr>
          <p:nvPr/>
        </p:nvSpPr>
        <p:spPr bwMode="hidden">
          <a:xfrm>
            <a:off x="1886915" y="1599888"/>
            <a:ext cx="257365" cy="974851"/>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21550" name="Object 54"/>
          <p:cNvGraphicFramePr>
            <a:graphicFrameLocks noChangeAspect="1"/>
          </p:cNvGraphicFramePr>
          <p:nvPr/>
        </p:nvGraphicFramePr>
        <p:xfrm>
          <a:off x="2938127" y="2304799"/>
          <a:ext cx="163119" cy="276336"/>
        </p:xfrm>
        <a:graphic>
          <a:graphicData uri="http://schemas.openxmlformats.org/presentationml/2006/ole">
            <mc:AlternateContent xmlns:mc="http://schemas.openxmlformats.org/markup-compatibility/2006">
              <mc:Choice xmlns:v="urn:schemas-microsoft-com:vml" Requires="v">
                <p:oleObj name="Equation" r:id="rId9" imgW="126835" imgH="202936" progId="Equation.DSMT4">
                  <p:embed/>
                </p:oleObj>
              </mc:Choice>
              <mc:Fallback>
                <p:oleObj name="Equation" r:id="rId9" imgW="126835" imgH="202936"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38127" y="2304799"/>
                        <a:ext cx="163119" cy="276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51" name="Object 55"/>
          <p:cNvGraphicFramePr>
            <a:graphicFrameLocks noChangeAspect="1"/>
          </p:cNvGraphicFramePr>
          <p:nvPr/>
        </p:nvGraphicFramePr>
        <p:xfrm>
          <a:off x="2190195" y="3357690"/>
          <a:ext cx="309322" cy="276336"/>
        </p:xfrm>
        <a:graphic>
          <a:graphicData uri="http://schemas.openxmlformats.org/presentationml/2006/ole">
            <mc:AlternateContent xmlns:mc="http://schemas.openxmlformats.org/markup-compatibility/2006">
              <mc:Choice xmlns:v="urn:schemas-microsoft-com:vml" Requires="v">
                <p:oleObj name="Equation" r:id="rId11" imgW="241195" imgH="203112" progId="Equation.DSMT4">
                  <p:embed/>
                </p:oleObj>
              </mc:Choice>
              <mc:Fallback>
                <p:oleObj name="Equation" r:id="rId11" imgW="241195" imgH="203112"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90195" y="3357690"/>
                        <a:ext cx="309322" cy="276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52" name="Object 56"/>
          <p:cNvGraphicFramePr>
            <a:graphicFrameLocks noChangeAspect="1"/>
          </p:cNvGraphicFramePr>
          <p:nvPr/>
        </p:nvGraphicFramePr>
        <p:xfrm>
          <a:off x="1349226" y="2478788"/>
          <a:ext cx="146203" cy="276336"/>
        </p:xfrm>
        <a:graphic>
          <a:graphicData uri="http://schemas.openxmlformats.org/presentationml/2006/ole">
            <mc:AlternateContent xmlns:mc="http://schemas.openxmlformats.org/markup-compatibility/2006">
              <mc:Choice xmlns:v="urn:schemas-microsoft-com:vml" Requires="v">
                <p:oleObj name="Equation" r:id="rId13" imgW="114201" imgH="203024" progId="Equation.DSMT4">
                  <p:embed/>
                </p:oleObj>
              </mc:Choice>
              <mc:Fallback>
                <p:oleObj name="Equation" r:id="rId13" imgW="114201" imgH="203024"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49226" y="2478788"/>
                        <a:ext cx="146203" cy="276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8532" name="Object 68"/>
          <p:cNvGraphicFramePr>
            <a:graphicFrameLocks noChangeAspect="1"/>
          </p:cNvGraphicFramePr>
          <p:nvPr>
            <p:extLst>
              <p:ext uri="{D42A27DB-BD31-4B8C-83A1-F6EECF244321}">
                <p14:modId xmlns:p14="http://schemas.microsoft.com/office/powerpoint/2010/main" val="649050384"/>
              </p:ext>
            </p:extLst>
          </p:nvPr>
        </p:nvGraphicFramePr>
        <p:xfrm>
          <a:off x="552450" y="4530824"/>
          <a:ext cx="1739900" cy="914400"/>
        </p:xfrm>
        <a:graphic>
          <a:graphicData uri="http://schemas.openxmlformats.org/presentationml/2006/ole">
            <mc:AlternateContent xmlns:mc="http://schemas.openxmlformats.org/markup-compatibility/2006">
              <mc:Choice xmlns:v="urn:schemas-microsoft-com:vml" Requires="v">
                <p:oleObj name="Equation" r:id="rId15" imgW="1739880" imgH="914400" progId="Equation.DSMT4">
                  <p:embed/>
                </p:oleObj>
              </mc:Choice>
              <mc:Fallback>
                <p:oleObj name="Equation" r:id="rId15" imgW="1739880" imgH="914400" progId="Equation.DSMT4">
                  <p:embed/>
                  <p:pic>
                    <p:nvPicPr>
                      <p:cNvPr id="0" name=""/>
                      <p:cNvPicPr>
                        <a:picLocks noChangeAspect="1" noChangeArrowheads="1"/>
                      </p:cNvPicPr>
                      <p:nvPr/>
                    </p:nvPicPr>
                    <p:blipFill>
                      <a:blip r:embed="rId16"/>
                      <a:srcRect/>
                      <a:stretch>
                        <a:fillRect/>
                      </a:stretch>
                    </p:blipFill>
                    <p:spPr bwMode="auto">
                      <a:xfrm>
                        <a:off x="552450" y="4530824"/>
                        <a:ext cx="173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8533" name="Object 69"/>
          <p:cNvGraphicFramePr>
            <a:graphicFrameLocks noChangeAspect="1"/>
          </p:cNvGraphicFramePr>
          <p:nvPr>
            <p:extLst>
              <p:ext uri="{D42A27DB-BD31-4B8C-83A1-F6EECF244321}">
                <p14:modId xmlns:p14="http://schemas.microsoft.com/office/powerpoint/2010/main" val="2611208688"/>
              </p:ext>
            </p:extLst>
          </p:nvPr>
        </p:nvGraphicFramePr>
        <p:xfrm>
          <a:off x="2848369" y="4509120"/>
          <a:ext cx="1549400" cy="685800"/>
        </p:xfrm>
        <a:graphic>
          <a:graphicData uri="http://schemas.openxmlformats.org/presentationml/2006/ole">
            <mc:AlternateContent xmlns:mc="http://schemas.openxmlformats.org/markup-compatibility/2006">
              <mc:Choice xmlns:v="urn:schemas-microsoft-com:vml" Requires="v">
                <p:oleObj name="Equation" r:id="rId17" imgW="1549080" imgH="685800" progId="Equation.DSMT4">
                  <p:embed/>
                </p:oleObj>
              </mc:Choice>
              <mc:Fallback>
                <p:oleObj name="Equation" r:id="rId17" imgW="1549080" imgH="685800" progId="Equation.DSMT4">
                  <p:embed/>
                  <p:pic>
                    <p:nvPicPr>
                      <p:cNvPr id="0" name=""/>
                      <p:cNvPicPr>
                        <a:picLocks noChangeAspect="1" noChangeArrowheads="1"/>
                      </p:cNvPicPr>
                      <p:nvPr/>
                    </p:nvPicPr>
                    <p:blipFill>
                      <a:blip r:embed="rId18"/>
                      <a:srcRect/>
                      <a:stretch>
                        <a:fillRect/>
                      </a:stretch>
                    </p:blipFill>
                    <p:spPr bwMode="auto">
                      <a:xfrm>
                        <a:off x="2848369" y="4509120"/>
                        <a:ext cx="1549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8534" name="Object 70"/>
          <p:cNvGraphicFramePr>
            <a:graphicFrameLocks noChangeAspect="1"/>
          </p:cNvGraphicFramePr>
          <p:nvPr>
            <p:extLst>
              <p:ext uri="{D42A27DB-BD31-4B8C-83A1-F6EECF244321}">
                <p14:modId xmlns:p14="http://schemas.microsoft.com/office/powerpoint/2010/main" val="2319214613"/>
              </p:ext>
            </p:extLst>
          </p:nvPr>
        </p:nvGraphicFramePr>
        <p:xfrm>
          <a:off x="5342561" y="4509120"/>
          <a:ext cx="850900" cy="635000"/>
        </p:xfrm>
        <a:graphic>
          <a:graphicData uri="http://schemas.openxmlformats.org/presentationml/2006/ole">
            <mc:AlternateContent xmlns:mc="http://schemas.openxmlformats.org/markup-compatibility/2006">
              <mc:Choice xmlns:v="urn:schemas-microsoft-com:vml" Requires="v">
                <p:oleObj name="Equation" r:id="rId19" imgW="850680" imgH="634680" progId="Equation.DSMT4">
                  <p:embed/>
                </p:oleObj>
              </mc:Choice>
              <mc:Fallback>
                <p:oleObj name="Equation" r:id="rId19" imgW="850680" imgH="634680" progId="Equation.DSMT4">
                  <p:embed/>
                  <p:pic>
                    <p:nvPicPr>
                      <p:cNvPr id="0" name=""/>
                      <p:cNvPicPr>
                        <a:picLocks noChangeAspect="1" noChangeArrowheads="1"/>
                      </p:cNvPicPr>
                      <p:nvPr/>
                    </p:nvPicPr>
                    <p:blipFill>
                      <a:blip r:embed="rId20"/>
                      <a:srcRect/>
                      <a:stretch>
                        <a:fillRect/>
                      </a:stretch>
                    </p:blipFill>
                    <p:spPr bwMode="auto">
                      <a:xfrm>
                        <a:off x="5342561" y="4509120"/>
                        <a:ext cx="85090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8535" name="Object 71"/>
          <p:cNvGraphicFramePr>
            <a:graphicFrameLocks noChangeAspect="1"/>
          </p:cNvGraphicFramePr>
          <p:nvPr/>
        </p:nvGraphicFramePr>
        <p:xfrm>
          <a:off x="555625" y="4219575"/>
          <a:ext cx="596900" cy="254000"/>
        </p:xfrm>
        <a:graphic>
          <a:graphicData uri="http://schemas.openxmlformats.org/presentationml/2006/ole">
            <mc:AlternateContent xmlns:mc="http://schemas.openxmlformats.org/markup-compatibility/2006">
              <mc:Choice xmlns:v="urn:schemas-microsoft-com:vml" Requires="v">
                <p:oleObj name="Equation" r:id="rId21" imgW="596641" imgH="253890" progId="Equation.DSMT4">
                  <p:embed/>
                </p:oleObj>
              </mc:Choice>
              <mc:Fallback>
                <p:oleObj name="Equation" r:id="rId21" imgW="596641" imgH="253890"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5625" y="4219575"/>
                        <a:ext cx="5969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8536" name="Object 72"/>
          <p:cNvGraphicFramePr>
            <a:graphicFrameLocks noChangeAspect="1"/>
          </p:cNvGraphicFramePr>
          <p:nvPr/>
        </p:nvGraphicFramePr>
        <p:xfrm>
          <a:off x="2789238" y="4208463"/>
          <a:ext cx="596900" cy="254000"/>
        </p:xfrm>
        <a:graphic>
          <a:graphicData uri="http://schemas.openxmlformats.org/presentationml/2006/ole">
            <mc:AlternateContent xmlns:mc="http://schemas.openxmlformats.org/markup-compatibility/2006">
              <mc:Choice xmlns:v="urn:schemas-microsoft-com:vml" Requires="v">
                <p:oleObj name="Equation" r:id="rId23" imgW="596641" imgH="253890" progId="Equation.DSMT4">
                  <p:embed/>
                </p:oleObj>
              </mc:Choice>
              <mc:Fallback>
                <p:oleObj name="Equation" r:id="rId23" imgW="596641" imgH="253890"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89238" y="4208463"/>
                        <a:ext cx="5969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3" name="Line 6"/>
          <p:cNvSpPr>
            <a:spLocks noChangeShapeType="1"/>
          </p:cNvSpPr>
          <p:nvPr/>
        </p:nvSpPr>
        <p:spPr bwMode="hidden">
          <a:xfrm rot="20665211">
            <a:off x="5626713" y="1489075"/>
            <a:ext cx="0" cy="26173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24" name="Line 7"/>
          <p:cNvSpPr>
            <a:spLocks noChangeShapeType="1"/>
          </p:cNvSpPr>
          <p:nvPr/>
        </p:nvSpPr>
        <p:spPr bwMode="hidden">
          <a:xfrm rot="15265211">
            <a:off x="5718637" y="1610557"/>
            <a:ext cx="0" cy="23853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25" name="Text Box 8"/>
          <p:cNvSpPr txBox="1">
            <a:spLocks noChangeArrowheads="1"/>
          </p:cNvSpPr>
          <p:nvPr/>
        </p:nvSpPr>
        <p:spPr bwMode="hidden">
          <a:xfrm rot="20665211">
            <a:off x="5162618" y="1511862"/>
            <a:ext cx="84173" cy="190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t>Y</a:t>
            </a:r>
          </a:p>
        </p:txBody>
      </p:sp>
      <p:sp>
        <p:nvSpPr>
          <p:cNvPr id="21526" name="Text Box 9"/>
          <p:cNvSpPr txBox="1">
            <a:spLocks noChangeArrowheads="1"/>
          </p:cNvSpPr>
          <p:nvPr/>
        </p:nvSpPr>
        <p:spPr bwMode="hidden">
          <a:xfrm rot="20665211">
            <a:off x="6962739" y="2318485"/>
            <a:ext cx="84174" cy="190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t>X</a:t>
            </a:r>
          </a:p>
        </p:txBody>
      </p:sp>
      <p:sp>
        <p:nvSpPr>
          <p:cNvPr id="21527" name="Line 44"/>
          <p:cNvSpPr>
            <a:spLocks noChangeShapeType="1"/>
          </p:cNvSpPr>
          <p:nvPr/>
        </p:nvSpPr>
        <p:spPr bwMode="hidden">
          <a:xfrm>
            <a:off x="5633354" y="2826284"/>
            <a:ext cx="273161" cy="1072274"/>
          </a:xfrm>
          <a:prstGeom prst="line">
            <a:avLst/>
          </a:prstGeom>
          <a:noFill/>
          <a:ln w="9525">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28" name="Line 46"/>
          <p:cNvSpPr>
            <a:spLocks noChangeShapeType="1"/>
          </p:cNvSpPr>
          <p:nvPr/>
        </p:nvSpPr>
        <p:spPr bwMode="hidden">
          <a:xfrm flipH="1">
            <a:off x="5629507" y="3905593"/>
            <a:ext cx="277008" cy="84431"/>
          </a:xfrm>
          <a:prstGeom prst="line">
            <a:avLst/>
          </a:prstGeom>
          <a:noFill/>
          <a:ln w="9525">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21529" name="Object 61"/>
          <p:cNvGraphicFramePr>
            <a:graphicFrameLocks noChangeAspect="1"/>
          </p:cNvGraphicFramePr>
          <p:nvPr/>
        </p:nvGraphicFramePr>
        <p:xfrm>
          <a:off x="5652591" y="3400415"/>
          <a:ext cx="112855" cy="123832"/>
        </p:xfrm>
        <a:graphic>
          <a:graphicData uri="http://schemas.openxmlformats.org/presentationml/2006/ole">
            <mc:AlternateContent xmlns:mc="http://schemas.openxmlformats.org/markup-compatibility/2006">
              <mc:Choice xmlns:v="urn:schemas-microsoft-com:vml" Requires="v">
                <p:oleObj name="Equation" r:id="rId25" imgW="139700" imgH="139700" progId="Equation.DSMT4">
                  <p:embed/>
                </p:oleObj>
              </mc:Choice>
              <mc:Fallback>
                <p:oleObj name="Equation" r:id="rId25" imgW="139700" imgH="1397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2591" y="3400415"/>
                        <a:ext cx="112855" cy="123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0" name="Object 62"/>
          <p:cNvGraphicFramePr>
            <a:graphicFrameLocks noChangeAspect="1"/>
          </p:cNvGraphicFramePr>
          <p:nvPr/>
        </p:nvGraphicFramePr>
        <p:xfrm>
          <a:off x="5850087" y="3463738"/>
          <a:ext cx="471940" cy="146347"/>
        </p:xfrm>
        <a:graphic>
          <a:graphicData uri="http://schemas.openxmlformats.org/presentationml/2006/ole">
            <mc:AlternateContent xmlns:mc="http://schemas.openxmlformats.org/markup-compatibility/2006">
              <mc:Choice xmlns:v="urn:schemas-microsoft-com:vml" Requires="v">
                <p:oleObj name="Equation" r:id="rId26" imgW="583693" imgH="164957" progId="Equation.DSMT4">
                  <p:embed/>
                </p:oleObj>
              </mc:Choice>
              <mc:Fallback>
                <p:oleObj name="Equation" r:id="rId26" imgW="583693" imgH="164957"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850087" y="3463738"/>
                        <a:ext cx="471940" cy="146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1" name="Object 63"/>
          <p:cNvGraphicFramePr>
            <a:graphicFrameLocks noChangeAspect="1"/>
          </p:cNvGraphicFramePr>
          <p:nvPr/>
        </p:nvGraphicFramePr>
        <p:xfrm>
          <a:off x="5734667" y="4037869"/>
          <a:ext cx="451421" cy="180119"/>
        </p:xfrm>
        <a:graphic>
          <a:graphicData uri="http://schemas.openxmlformats.org/presentationml/2006/ole">
            <mc:AlternateContent xmlns:mc="http://schemas.openxmlformats.org/markup-compatibility/2006">
              <mc:Choice xmlns:v="urn:schemas-microsoft-com:vml" Requires="v">
                <p:oleObj name="Equation" r:id="rId28" imgW="558558" imgH="203112" progId="Equation.DSMT4">
                  <p:embed/>
                </p:oleObj>
              </mc:Choice>
              <mc:Fallback>
                <p:oleObj name="Equation" r:id="rId28" imgW="558558" imgH="203112" progId="Equation.DSMT4">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734667" y="4037869"/>
                        <a:ext cx="451421" cy="1801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2" name="Object 64"/>
          <p:cNvGraphicFramePr>
            <a:graphicFrameLocks noChangeAspect="1"/>
          </p:cNvGraphicFramePr>
          <p:nvPr/>
        </p:nvGraphicFramePr>
        <p:xfrm>
          <a:off x="5385842" y="3655115"/>
          <a:ext cx="194932" cy="146347"/>
        </p:xfrm>
        <a:graphic>
          <a:graphicData uri="http://schemas.openxmlformats.org/presentationml/2006/ole">
            <mc:AlternateContent xmlns:mc="http://schemas.openxmlformats.org/markup-compatibility/2006">
              <mc:Choice xmlns:v="urn:schemas-microsoft-com:vml" Requires="v">
                <p:oleObj name="Equation" r:id="rId30" imgW="241091" imgH="164957" progId="Equation.DSMT4">
                  <p:embed/>
                </p:oleObj>
              </mc:Choice>
              <mc:Fallback>
                <p:oleObj name="Equation" r:id="rId30" imgW="241091" imgH="164957" progId="Equation.DSMT4">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385842" y="3655115"/>
                        <a:ext cx="194932" cy="146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3" name="Object 65"/>
          <p:cNvGraphicFramePr>
            <a:graphicFrameLocks noChangeAspect="1"/>
          </p:cNvGraphicFramePr>
          <p:nvPr/>
        </p:nvGraphicFramePr>
        <p:xfrm>
          <a:off x="5501262" y="1867992"/>
          <a:ext cx="133374" cy="157605"/>
        </p:xfrm>
        <a:graphic>
          <a:graphicData uri="http://schemas.openxmlformats.org/presentationml/2006/ole">
            <mc:AlternateContent xmlns:mc="http://schemas.openxmlformats.org/markup-compatibility/2006">
              <mc:Choice xmlns:v="urn:schemas-microsoft-com:vml" Requires="v">
                <p:oleObj name="Equation" r:id="rId32" imgW="164814" imgH="177492" progId="Equation.DSMT4">
                  <p:embed/>
                </p:oleObj>
              </mc:Choice>
              <mc:Fallback>
                <p:oleObj name="Equation" r:id="rId32" imgW="164814" imgH="177492" progId="Equation.DSMT4">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501262" y="1867992"/>
                        <a:ext cx="133374" cy="1576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4" name="Object 66"/>
          <p:cNvGraphicFramePr>
            <a:graphicFrameLocks noChangeAspect="1"/>
          </p:cNvGraphicFramePr>
          <p:nvPr/>
        </p:nvGraphicFramePr>
        <p:xfrm>
          <a:off x="5035734" y="2761554"/>
          <a:ext cx="92336" cy="146347"/>
        </p:xfrm>
        <a:graphic>
          <a:graphicData uri="http://schemas.openxmlformats.org/presentationml/2006/ole">
            <mc:AlternateContent xmlns:mc="http://schemas.openxmlformats.org/markup-compatibility/2006">
              <mc:Choice xmlns:v="urn:schemas-microsoft-com:vml" Requires="v">
                <p:oleObj name="Equation" r:id="rId34" imgW="114151" imgH="164885" progId="Equation.DSMT4">
                  <p:embed/>
                </p:oleObj>
              </mc:Choice>
              <mc:Fallback>
                <p:oleObj name="Equation" r:id="rId34" imgW="114151" imgH="164885" progId="Equation.DSMT4">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035734" y="2761554"/>
                        <a:ext cx="92336" cy="146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5" name="Object 67"/>
          <p:cNvGraphicFramePr>
            <a:graphicFrameLocks noChangeAspect="1"/>
          </p:cNvGraphicFramePr>
          <p:nvPr/>
        </p:nvGraphicFramePr>
        <p:xfrm>
          <a:off x="6315615" y="2696823"/>
          <a:ext cx="102596" cy="146347"/>
        </p:xfrm>
        <a:graphic>
          <a:graphicData uri="http://schemas.openxmlformats.org/presentationml/2006/ole">
            <mc:AlternateContent xmlns:mc="http://schemas.openxmlformats.org/markup-compatibility/2006">
              <mc:Choice xmlns:v="urn:schemas-microsoft-com:vml" Requires="v">
                <p:oleObj name="Equation" r:id="rId36" imgW="126780" imgH="164814" progId="Equation.DSMT4">
                  <p:embed/>
                </p:oleObj>
              </mc:Choice>
              <mc:Fallback>
                <p:oleObj name="Equation" r:id="rId36" imgW="126780" imgH="164814" progId="Equation.DSMT4">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315615" y="2696823"/>
                        <a:ext cx="102596" cy="146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36" name="Line 52"/>
          <p:cNvSpPr>
            <a:spLocks noChangeShapeType="1"/>
          </p:cNvSpPr>
          <p:nvPr/>
        </p:nvSpPr>
        <p:spPr bwMode="hidden">
          <a:xfrm flipH="1">
            <a:off x="5611164" y="2600325"/>
            <a:ext cx="808685" cy="222440"/>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37" name="Line 41"/>
          <p:cNvSpPr>
            <a:spLocks noChangeShapeType="1"/>
          </p:cNvSpPr>
          <p:nvPr/>
        </p:nvSpPr>
        <p:spPr bwMode="hidden">
          <a:xfrm flipH="1">
            <a:off x="5611164" y="2841699"/>
            <a:ext cx="2565" cy="1170777"/>
          </a:xfrm>
          <a:prstGeom prst="line">
            <a:avLst/>
          </a:prstGeom>
          <a:noFill/>
          <a:ln w="28575">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38" name="Line 42"/>
          <p:cNvSpPr>
            <a:spLocks noChangeShapeType="1"/>
          </p:cNvSpPr>
          <p:nvPr/>
        </p:nvSpPr>
        <p:spPr bwMode="hidden">
          <a:xfrm flipH="1">
            <a:off x="5092210" y="2826284"/>
            <a:ext cx="551452" cy="160419"/>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1539" name="Line 53"/>
          <p:cNvSpPr>
            <a:spLocks noChangeShapeType="1"/>
          </p:cNvSpPr>
          <p:nvPr/>
        </p:nvSpPr>
        <p:spPr bwMode="hidden">
          <a:xfrm>
            <a:off x="5314950" y="1733550"/>
            <a:ext cx="328711" cy="1087052"/>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9" name="8 Objeto"/>
          <p:cNvGraphicFramePr>
            <a:graphicFrameLocks noChangeAspect="1"/>
          </p:cNvGraphicFramePr>
          <p:nvPr>
            <p:extLst>
              <p:ext uri="{D42A27DB-BD31-4B8C-83A1-F6EECF244321}">
                <p14:modId xmlns:p14="http://schemas.microsoft.com/office/powerpoint/2010/main" val="1491579276"/>
              </p:ext>
            </p:extLst>
          </p:nvPr>
        </p:nvGraphicFramePr>
        <p:xfrm>
          <a:off x="879697" y="5661248"/>
          <a:ext cx="914400" cy="266700"/>
        </p:xfrm>
        <a:graphic>
          <a:graphicData uri="http://schemas.openxmlformats.org/presentationml/2006/ole">
            <mc:AlternateContent xmlns:mc="http://schemas.openxmlformats.org/markup-compatibility/2006">
              <mc:Choice xmlns:v="urn:schemas-microsoft-com:vml" Requires="v">
                <p:oleObj name="Equation" r:id="rId38" imgW="914400" imgH="266400" progId="Equation.DSMT4">
                  <p:embed/>
                </p:oleObj>
              </mc:Choice>
              <mc:Fallback>
                <p:oleObj name="Equation" r:id="rId38" imgW="914400" imgH="266400" progId="Equation.DSMT4">
                  <p:embed/>
                  <p:pic>
                    <p:nvPicPr>
                      <p:cNvPr id="0" name=""/>
                      <p:cNvPicPr/>
                      <p:nvPr/>
                    </p:nvPicPr>
                    <p:blipFill>
                      <a:blip r:embed="rId39"/>
                      <a:stretch>
                        <a:fillRect/>
                      </a:stretch>
                    </p:blipFill>
                    <p:spPr>
                      <a:xfrm>
                        <a:off x="879697" y="5661248"/>
                        <a:ext cx="914400" cy="266700"/>
                      </a:xfrm>
                      <a:prstGeom prst="rect">
                        <a:avLst/>
                      </a:prstGeom>
                    </p:spPr>
                  </p:pic>
                </p:oleObj>
              </mc:Fallback>
            </mc:AlternateContent>
          </a:graphicData>
        </a:graphic>
      </p:graphicFrame>
      <p:graphicFrame>
        <p:nvGraphicFramePr>
          <p:cNvPr id="10" name="9 Objeto"/>
          <p:cNvGraphicFramePr>
            <a:graphicFrameLocks noChangeAspect="1"/>
          </p:cNvGraphicFramePr>
          <p:nvPr>
            <p:extLst>
              <p:ext uri="{D42A27DB-BD31-4B8C-83A1-F6EECF244321}">
                <p14:modId xmlns:p14="http://schemas.microsoft.com/office/powerpoint/2010/main" val="3879261722"/>
              </p:ext>
            </p:extLst>
          </p:nvPr>
        </p:nvGraphicFramePr>
        <p:xfrm>
          <a:off x="2818440" y="5373216"/>
          <a:ext cx="939800" cy="266700"/>
        </p:xfrm>
        <a:graphic>
          <a:graphicData uri="http://schemas.openxmlformats.org/presentationml/2006/ole">
            <mc:AlternateContent xmlns:mc="http://schemas.openxmlformats.org/markup-compatibility/2006">
              <mc:Choice xmlns:v="urn:schemas-microsoft-com:vml" Requires="v">
                <p:oleObj name="Equation" r:id="rId40" imgW="939600" imgH="266400" progId="Equation.DSMT4">
                  <p:embed/>
                </p:oleObj>
              </mc:Choice>
              <mc:Fallback>
                <p:oleObj name="Equation" r:id="rId40" imgW="939600" imgH="266400" progId="Equation.DSMT4">
                  <p:embed/>
                  <p:pic>
                    <p:nvPicPr>
                      <p:cNvPr id="0" name=""/>
                      <p:cNvPicPr/>
                      <p:nvPr/>
                    </p:nvPicPr>
                    <p:blipFill>
                      <a:blip r:embed="rId41"/>
                      <a:stretch>
                        <a:fillRect/>
                      </a:stretch>
                    </p:blipFill>
                    <p:spPr>
                      <a:xfrm>
                        <a:off x="2818440" y="5373216"/>
                        <a:ext cx="939800" cy="266700"/>
                      </a:xfrm>
                      <a:prstGeom prst="rect">
                        <a:avLst/>
                      </a:prstGeom>
                    </p:spPr>
                  </p:pic>
                </p:oleObj>
              </mc:Fallback>
            </mc:AlternateContent>
          </a:graphicData>
        </a:graphic>
      </p:graphicFrame>
      <p:graphicFrame>
        <p:nvGraphicFramePr>
          <p:cNvPr id="11" name="10 Objeto"/>
          <p:cNvGraphicFramePr>
            <a:graphicFrameLocks noChangeAspect="1"/>
          </p:cNvGraphicFramePr>
          <p:nvPr>
            <p:extLst>
              <p:ext uri="{D42A27DB-BD31-4B8C-83A1-F6EECF244321}">
                <p14:modId xmlns:p14="http://schemas.microsoft.com/office/powerpoint/2010/main" val="3739436962"/>
              </p:ext>
            </p:extLst>
          </p:nvPr>
        </p:nvGraphicFramePr>
        <p:xfrm>
          <a:off x="5442965" y="5322540"/>
          <a:ext cx="927100" cy="266700"/>
        </p:xfrm>
        <a:graphic>
          <a:graphicData uri="http://schemas.openxmlformats.org/presentationml/2006/ole">
            <mc:AlternateContent xmlns:mc="http://schemas.openxmlformats.org/markup-compatibility/2006">
              <mc:Choice xmlns:v="urn:schemas-microsoft-com:vml" Requires="v">
                <p:oleObj name="Equation" r:id="rId42" imgW="927000" imgH="266400" progId="Equation.DSMT4">
                  <p:embed/>
                </p:oleObj>
              </mc:Choice>
              <mc:Fallback>
                <p:oleObj name="Equation" r:id="rId42" imgW="927000" imgH="266400" progId="Equation.DSMT4">
                  <p:embed/>
                  <p:pic>
                    <p:nvPicPr>
                      <p:cNvPr id="0" name=""/>
                      <p:cNvPicPr/>
                      <p:nvPr/>
                    </p:nvPicPr>
                    <p:blipFill>
                      <a:blip r:embed="rId43"/>
                      <a:stretch>
                        <a:fillRect/>
                      </a:stretch>
                    </p:blipFill>
                    <p:spPr>
                      <a:xfrm>
                        <a:off x="5442965" y="5322540"/>
                        <a:ext cx="927100" cy="266700"/>
                      </a:xfrm>
                      <a:prstGeom prst="rect">
                        <a:avLst/>
                      </a:prstGeom>
                    </p:spPr>
                  </p:pic>
                </p:oleObj>
              </mc:Fallback>
            </mc:AlternateContent>
          </a:graphicData>
        </a:graphic>
      </p:graphicFrame>
    </p:spTree>
    <p:extLst>
      <p:ext uri="{BB962C8B-B14F-4D97-AF65-F5344CB8AC3E}">
        <p14:creationId xmlns:p14="http://schemas.microsoft.com/office/powerpoint/2010/main" val="12382352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85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85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1853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1853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185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0"/>
          <p:cNvSpPr txBox="1">
            <a:spLocks noChangeArrowheads="1"/>
          </p:cNvSpPr>
          <p:nvPr/>
        </p:nvSpPr>
        <p:spPr bwMode="hidden">
          <a:xfrm>
            <a:off x="539552" y="836712"/>
            <a:ext cx="81550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None/>
              <a:defRPr/>
            </a:pPr>
            <a:r>
              <a:rPr lang="es-ES" altLang="es-CL" sz="1400" dirty="0">
                <a:latin typeface="Arial" charset="0"/>
              </a:rPr>
              <a:t> 2.- Determinar la fuerza que debe ejerce el motor para que el carro de 500kg suba por la pendiente (37°) con velocidad constante, si el coeficiente de roce es </a:t>
            </a:r>
            <a:r>
              <a:rPr lang="es-ES" altLang="es-CL" sz="1400" dirty="0">
                <a:latin typeface="Symbol" pitchFamily="18" charset="2"/>
              </a:rPr>
              <a:t>m</a:t>
            </a:r>
            <a:r>
              <a:rPr lang="es-ES" altLang="es-CL" sz="1400" dirty="0">
                <a:latin typeface="+mj-lt"/>
              </a:rPr>
              <a:t>=0,1</a:t>
            </a:r>
          </a:p>
        </p:txBody>
      </p:sp>
      <p:pic>
        <p:nvPicPr>
          <p:cNvPr id="4" name="Picture 3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hidden">
          <a:xfrm>
            <a:off x="1507354" y="2203092"/>
            <a:ext cx="1225205" cy="48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Line 32"/>
          <p:cNvSpPr>
            <a:spLocks noChangeShapeType="1"/>
          </p:cNvSpPr>
          <p:nvPr/>
        </p:nvSpPr>
        <p:spPr bwMode="hidden">
          <a:xfrm flipV="1">
            <a:off x="859711" y="2132729"/>
            <a:ext cx="2863646" cy="8162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6" name="Rectangle 33" descr="Confeti grande"/>
          <p:cNvSpPr>
            <a:spLocks noChangeArrowheads="1"/>
          </p:cNvSpPr>
          <p:nvPr/>
        </p:nvSpPr>
        <p:spPr bwMode="hidden">
          <a:xfrm rot="20699423">
            <a:off x="827088" y="2542116"/>
            <a:ext cx="2959100" cy="173989"/>
          </a:xfrm>
          <a:prstGeom prst="rect">
            <a:avLst/>
          </a:prstGeom>
          <a:pattFill prst="lgConfetti">
            <a:fgClr>
              <a:schemeClr val="accent1"/>
            </a:fgClr>
            <a:bgClr>
              <a:schemeClr val="bg1"/>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8" name="Line 38"/>
          <p:cNvSpPr>
            <a:spLocks noChangeShapeType="1"/>
          </p:cNvSpPr>
          <p:nvPr/>
        </p:nvSpPr>
        <p:spPr bwMode="hidden">
          <a:xfrm>
            <a:off x="882669" y="3122932"/>
            <a:ext cx="2740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9" name="Object 39"/>
          <p:cNvGraphicFramePr>
            <a:graphicFrameLocks noChangeAspect="1"/>
          </p:cNvGraphicFramePr>
          <p:nvPr>
            <p:extLst>
              <p:ext uri="{D42A27DB-BD31-4B8C-83A1-F6EECF244321}">
                <p14:modId xmlns:p14="http://schemas.microsoft.com/office/powerpoint/2010/main" val="964845899"/>
              </p:ext>
            </p:extLst>
          </p:nvPr>
        </p:nvGraphicFramePr>
        <p:xfrm>
          <a:off x="1662113" y="2935288"/>
          <a:ext cx="193675" cy="142875"/>
        </p:xfrm>
        <a:graphic>
          <a:graphicData uri="http://schemas.openxmlformats.org/presentationml/2006/ole">
            <mc:AlternateContent xmlns:mc="http://schemas.openxmlformats.org/markup-compatibility/2006">
              <mc:Choice xmlns:v="urn:schemas-microsoft-com:vml" Requires="v">
                <p:oleObj name="Equation" r:id="rId3" imgW="253800" imgH="177480" progId="Equation.DSMT4">
                  <p:embed/>
                </p:oleObj>
              </mc:Choice>
              <mc:Fallback>
                <p:oleObj name="Equation" r:id="rId3" imgW="253800" imgH="177480" progId="Equation.DSMT4">
                  <p:embed/>
                  <p:pic>
                    <p:nvPicPr>
                      <p:cNvPr id="0" name=""/>
                      <p:cNvPicPr>
                        <a:picLocks noChangeAspect="1" noChangeArrowheads="1"/>
                      </p:cNvPicPr>
                      <p:nvPr/>
                    </p:nvPicPr>
                    <p:blipFill>
                      <a:blip r:embed="rId4"/>
                      <a:srcRect/>
                      <a:stretch>
                        <a:fillRect/>
                      </a:stretch>
                    </p:blipFill>
                    <p:spPr bwMode="auto">
                      <a:xfrm>
                        <a:off x="1662113" y="2935288"/>
                        <a:ext cx="193675" cy="14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8" name="17 Conector recto de flecha"/>
          <p:cNvCxnSpPr/>
          <p:nvPr/>
        </p:nvCxnSpPr>
        <p:spPr bwMode="auto">
          <a:xfrm>
            <a:off x="2119956" y="2443606"/>
            <a:ext cx="0" cy="1057402"/>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9" name="18 Objeto"/>
          <p:cNvGraphicFramePr>
            <a:graphicFrameLocks noChangeAspect="1"/>
          </p:cNvGraphicFramePr>
          <p:nvPr>
            <p:extLst>
              <p:ext uri="{D42A27DB-BD31-4B8C-83A1-F6EECF244321}">
                <p14:modId xmlns:p14="http://schemas.microsoft.com/office/powerpoint/2010/main" val="1679960157"/>
              </p:ext>
            </p:extLst>
          </p:nvPr>
        </p:nvGraphicFramePr>
        <p:xfrm>
          <a:off x="2185988" y="3297808"/>
          <a:ext cx="241300" cy="203200"/>
        </p:xfrm>
        <a:graphic>
          <a:graphicData uri="http://schemas.openxmlformats.org/presentationml/2006/ole">
            <mc:AlternateContent xmlns:mc="http://schemas.openxmlformats.org/markup-compatibility/2006">
              <mc:Choice xmlns:v="urn:schemas-microsoft-com:vml" Requires="v">
                <p:oleObj name="Equation" r:id="rId5" imgW="241200" imgH="203040" progId="Equation.DSMT4">
                  <p:embed/>
                </p:oleObj>
              </mc:Choice>
              <mc:Fallback>
                <p:oleObj name="Equation" r:id="rId5" imgW="241200" imgH="203040" progId="Equation.DSMT4">
                  <p:embed/>
                  <p:pic>
                    <p:nvPicPr>
                      <p:cNvPr id="0" name=""/>
                      <p:cNvPicPr/>
                      <p:nvPr/>
                    </p:nvPicPr>
                    <p:blipFill>
                      <a:blip r:embed="rId6"/>
                      <a:stretch>
                        <a:fillRect/>
                      </a:stretch>
                    </p:blipFill>
                    <p:spPr>
                      <a:xfrm>
                        <a:off x="2185988" y="3297808"/>
                        <a:ext cx="241300" cy="203200"/>
                      </a:xfrm>
                      <a:prstGeom prst="rect">
                        <a:avLst/>
                      </a:prstGeom>
                    </p:spPr>
                  </p:pic>
                </p:oleObj>
              </mc:Fallback>
            </mc:AlternateContent>
          </a:graphicData>
        </a:graphic>
      </p:graphicFrame>
      <p:cxnSp>
        <p:nvCxnSpPr>
          <p:cNvPr id="21" name="20 Conector recto de flecha"/>
          <p:cNvCxnSpPr/>
          <p:nvPr/>
        </p:nvCxnSpPr>
        <p:spPr bwMode="auto">
          <a:xfrm flipH="1" flipV="1">
            <a:off x="1866900" y="1609725"/>
            <a:ext cx="253056" cy="833881"/>
          </a:xfrm>
          <a:prstGeom prst="straightConnector1">
            <a:avLst/>
          </a:prstGeom>
          <a:solidFill>
            <a:schemeClr val="accent1"/>
          </a:solidFill>
          <a:ln w="28575" cap="flat" cmpd="sng" algn="ctr">
            <a:solidFill>
              <a:srgbClr val="0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2" name="21 Objeto"/>
          <p:cNvGraphicFramePr>
            <a:graphicFrameLocks noChangeAspect="1"/>
          </p:cNvGraphicFramePr>
          <p:nvPr>
            <p:extLst>
              <p:ext uri="{D42A27DB-BD31-4B8C-83A1-F6EECF244321}">
                <p14:modId xmlns:p14="http://schemas.microsoft.com/office/powerpoint/2010/main" val="1878705696"/>
              </p:ext>
            </p:extLst>
          </p:nvPr>
        </p:nvGraphicFramePr>
        <p:xfrm>
          <a:off x="1522212" y="1501775"/>
          <a:ext cx="177800" cy="215900"/>
        </p:xfrm>
        <a:graphic>
          <a:graphicData uri="http://schemas.openxmlformats.org/presentationml/2006/ole">
            <mc:AlternateContent xmlns:mc="http://schemas.openxmlformats.org/markup-compatibility/2006">
              <mc:Choice xmlns:v="urn:schemas-microsoft-com:vml" Requires="v">
                <p:oleObj name="Equation" r:id="rId7" imgW="177480" imgH="215640" progId="Equation.DSMT4">
                  <p:embed/>
                </p:oleObj>
              </mc:Choice>
              <mc:Fallback>
                <p:oleObj name="Equation" r:id="rId7" imgW="177480" imgH="215640" progId="Equation.DSMT4">
                  <p:embed/>
                  <p:pic>
                    <p:nvPicPr>
                      <p:cNvPr id="0" name=""/>
                      <p:cNvPicPr/>
                      <p:nvPr/>
                    </p:nvPicPr>
                    <p:blipFill>
                      <a:blip r:embed="rId8"/>
                      <a:stretch>
                        <a:fillRect/>
                      </a:stretch>
                    </p:blipFill>
                    <p:spPr>
                      <a:xfrm>
                        <a:off x="1522212" y="1501775"/>
                        <a:ext cx="177800" cy="215900"/>
                      </a:xfrm>
                      <a:prstGeom prst="rect">
                        <a:avLst/>
                      </a:prstGeom>
                    </p:spPr>
                  </p:pic>
                </p:oleObj>
              </mc:Fallback>
            </mc:AlternateContent>
          </a:graphicData>
        </a:graphic>
      </p:graphicFrame>
      <p:cxnSp>
        <p:nvCxnSpPr>
          <p:cNvPr id="24" name="23 Conector recto de flecha"/>
          <p:cNvCxnSpPr/>
          <p:nvPr/>
        </p:nvCxnSpPr>
        <p:spPr bwMode="auto">
          <a:xfrm flipV="1">
            <a:off x="2119956" y="2076450"/>
            <a:ext cx="1223319" cy="367156"/>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5" name="24 Objeto"/>
          <p:cNvGraphicFramePr>
            <a:graphicFrameLocks noChangeAspect="1"/>
          </p:cNvGraphicFramePr>
          <p:nvPr>
            <p:extLst>
              <p:ext uri="{D42A27DB-BD31-4B8C-83A1-F6EECF244321}">
                <p14:modId xmlns:p14="http://schemas.microsoft.com/office/powerpoint/2010/main" val="1524866736"/>
              </p:ext>
            </p:extLst>
          </p:nvPr>
        </p:nvGraphicFramePr>
        <p:xfrm>
          <a:off x="3059832" y="1823465"/>
          <a:ext cx="165100" cy="203200"/>
        </p:xfrm>
        <a:graphic>
          <a:graphicData uri="http://schemas.openxmlformats.org/presentationml/2006/ole">
            <mc:AlternateContent xmlns:mc="http://schemas.openxmlformats.org/markup-compatibility/2006">
              <mc:Choice xmlns:v="urn:schemas-microsoft-com:vml" Requires="v">
                <p:oleObj name="Equation" r:id="rId9" imgW="164880" imgH="203040" progId="Equation.DSMT4">
                  <p:embed/>
                </p:oleObj>
              </mc:Choice>
              <mc:Fallback>
                <p:oleObj name="Equation" r:id="rId9" imgW="164880" imgH="203040" progId="Equation.DSMT4">
                  <p:embed/>
                  <p:pic>
                    <p:nvPicPr>
                      <p:cNvPr id="0" name=""/>
                      <p:cNvPicPr/>
                      <p:nvPr/>
                    </p:nvPicPr>
                    <p:blipFill>
                      <a:blip r:embed="rId10"/>
                      <a:stretch>
                        <a:fillRect/>
                      </a:stretch>
                    </p:blipFill>
                    <p:spPr>
                      <a:xfrm>
                        <a:off x="3059832" y="1823465"/>
                        <a:ext cx="165100" cy="203200"/>
                      </a:xfrm>
                      <a:prstGeom prst="rect">
                        <a:avLst/>
                      </a:prstGeom>
                    </p:spPr>
                  </p:pic>
                </p:oleObj>
              </mc:Fallback>
            </mc:AlternateContent>
          </a:graphicData>
        </a:graphic>
      </p:graphicFrame>
      <p:cxnSp>
        <p:nvCxnSpPr>
          <p:cNvPr id="27" name="26 Conector recto de flecha"/>
          <p:cNvCxnSpPr/>
          <p:nvPr/>
        </p:nvCxnSpPr>
        <p:spPr bwMode="auto">
          <a:xfrm flipH="1">
            <a:off x="5864399" y="3190875"/>
            <a:ext cx="907876" cy="273345"/>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28 Conector recto de flecha"/>
          <p:cNvCxnSpPr/>
          <p:nvPr/>
        </p:nvCxnSpPr>
        <p:spPr bwMode="auto">
          <a:xfrm flipV="1">
            <a:off x="5400939" y="2701405"/>
            <a:ext cx="3172840" cy="88451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30 Conector recto de flecha"/>
          <p:cNvCxnSpPr/>
          <p:nvPr/>
        </p:nvCxnSpPr>
        <p:spPr bwMode="auto">
          <a:xfrm rot="16200000" flipV="1">
            <a:off x="5185946" y="2658574"/>
            <a:ext cx="3172840" cy="88451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2" name="31 Objeto"/>
          <p:cNvGraphicFramePr>
            <a:graphicFrameLocks noChangeAspect="1"/>
          </p:cNvGraphicFramePr>
          <p:nvPr>
            <p:extLst>
              <p:ext uri="{D42A27DB-BD31-4B8C-83A1-F6EECF244321}">
                <p14:modId xmlns:p14="http://schemas.microsoft.com/office/powerpoint/2010/main" val="3637847013"/>
              </p:ext>
            </p:extLst>
          </p:nvPr>
        </p:nvGraphicFramePr>
        <p:xfrm>
          <a:off x="8707920" y="2589618"/>
          <a:ext cx="127000" cy="139700"/>
        </p:xfrm>
        <a:graphic>
          <a:graphicData uri="http://schemas.openxmlformats.org/presentationml/2006/ole">
            <mc:AlternateContent xmlns:mc="http://schemas.openxmlformats.org/markup-compatibility/2006">
              <mc:Choice xmlns:v="urn:schemas-microsoft-com:vml" Requires="v">
                <p:oleObj name="Equation" r:id="rId11" imgW="126720" imgH="139680" progId="Equation.DSMT4">
                  <p:embed/>
                </p:oleObj>
              </mc:Choice>
              <mc:Fallback>
                <p:oleObj name="Equation" r:id="rId11" imgW="126720" imgH="139680" progId="Equation.DSMT4">
                  <p:embed/>
                  <p:pic>
                    <p:nvPicPr>
                      <p:cNvPr id="0" name=""/>
                      <p:cNvPicPr/>
                      <p:nvPr/>
                    </p:nvPicPr>
                    <p:blipFill>
                      <a:blip r:embed="rId12"/>
                      <a:stretch>
                        <a:fillRect/>
                      </a:stretch>
                    </p:blipFill>
                    <p:spPr>
                      <a:xfrm>
                        <a:off x="8707920" y="2589618"/>
                        <a:ext cx="127000" cy="139700"/>
                      </a:xfrm>
                      <a:prstGeom prst="rect">
                        <a:avLst/>
                      </a:prstGeom>
                    </p:spPr>
                  </p:pic>
                </p:oleObj>
              </mc:Fallback>
            </mc:AlternateContent>
          </a:graphicData>
        </a:graphic>
      </p:graphicFrame>
      <p:graphicFrame>
        <p:nvGraphicFramePr>
          <p:cNvPr id="33" name="32 Objeto"/>
          <p:cNvGraphicFramePr>
            <a:graphicFrameLocks noChangeAspect="1"/>
          </p:cNvGraphicFramePr>
          <p:nvPr>
            <p:extLst>
              <p:ext uri="{D42A27DB-BD31-4B8C-83A1-F6EECF244321}">
                <p14:modId xmlns:p14="http://schemas.microsoft.com/office/powerpoint/2010/main" val="405474734"/>
              </p:ext>
            </p:extLst>
          </p:nvPr>
        </p:nvGraphicFramePr>
        <p:xfrm>
          <a:off x="6538923" y="1464886"/>
          <a:ext cx="139700" cy="165100"/>
        </p:xfrm>
        <a:graphic>
          <a:graphicData uri="http://schemas.openxmlformats.org/presentationml/2006/ole">
            <mc:AlternateContent xmlns:mc="http://schemas.openxmlformats.org/markup-compatibility/2006">
              <mc:Choice xmlns:v="urn:schemas-microsoft-com:vml" Requires="v">
                <p:oleObj name="Equation" r:id="rId13" imgW="139680" imgH="164880" progId="Equation.DSMT4">
                  <p:embed/>
                </p:oleObj>
              </mc:Choice>
              <mc:Fallback>
                <p:oleObj name="Equation" r:id="rId13" imgW="139680" imgH="164880" progId="Equation.DSMT4">
                  <p:embed/>
                  <p:pic>
                    <p:nvPicPr>
                      <p:cNvPr id="0" name=""/>
                      <p:cNvPicPr/>
                      <p:nvPr/>
                    </p:nvPicPr>
                    <p:blipFill>
                      <a:blip r:embed="rId14"/>
                      <a:stretch>
                        <a:fillRect/>
                      </a:stretch>
                    </p:blipFill>
                    <p:spPr>
                      <a:xfrm>
                        <a:off x="6538923" y="1464886"/>
                        <a:ext cx="139700" cy="165100"/>
                      </a:xfrm>
                      <a:prstGeom prst="rect">
                        <a:avLst/>
                      </a:prstGeom>
                    </p:spPr>
                  </p:pic>
                </p:oleObj>
              </mc:Fallback>
            </mc:AlternateContent>
          </a:graphicData>
        </a:graphic>
      </p:graphicFrame>
      <p:cxnSp>
        <p:nvCxnSpPr>
          <p:cNvPr id="34" name="33 Conector recto de flecha"/>
          <p:cNvCxnSpPr/>
          <p:nvPr/>
        </p:nvCxnSpPr>
        <p:spPr bwMode="auto">
          <a:xfrm>
            <a:off x="6777681" y="3196081"/>
            <a:ext cx="0" cy="1057402"/>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5" name="34 Objeto"/>
          <p:cNvGraphicFramePr>
            <a:graphicFrameLocks noChangeAspect="1"/>
          </p:cNvGraphicFramePr>
          <p:nvPr>
            <p:extLst>
              <p:ext uri="{D42A27DB-BD31-4B8C-83A1-F6EECF244321}">
                <p14:modId xmlns:p14="http://schemas.microsoft.com/office/powerpoint/2010/main" val="2184887259"/>
              </p:ext>
            </p:extLst>
          </p:nvPr>
        </p:nvGraphicFramePr>
        <p:xfrm>
          <a:off x="6418521" y="3933056"/>
          <a:ext cx="241300" cy="203200"/>
        </p:xfrm>
        <a:graphic>
          <a:graphicData uri="http://schemas.openxmlformats.org/presentationml/2006/ole">
            <mc:AlternateContent xmlns:mc="http://schemas.openxmlformats.org/markup-compatibility/2006">
              <mc:Choice xmlns:v="urn:schemas-microsoft-com:vml" Requires="v">
                <p:oleObj name="Equation" r:id="rId15" imgW="241200" imgH="203040" progId="Equation.DSMT4">
                  <p:embed/>
                </p:oleObj>
              </mc:Choice>
              <mc:Fallback>
                <p:oleObj name="Equation" r:id="rId15" imgW="241200" imgH="203040" progId="Equation.DSMT4">
                  <p:embed/>
                  <p:pic>
                    <p:nvPicPr>
                      <p:cNvPr id="0" name=""/>
                      <p:cNvPicPr/>
                      <p:nvPr/>
                    </p:nvPicPr>
                    <p:blipFill>
                      <a:blip r:embed="rId16"/>
                      <a:stretch>
                        <a:fillRect/>
                      </a:stretch>
                    </p:blipFill>
                    <p:spPr>
                      <a:xfrm>
                        <a:off x="6418521" y="3933056"/>
                        <a:ext cx="241300" cy="203200"/>
                      </a:xfrm>
                      <a:prstGeom prst="rect">
                        <a:avLst/>
                      </a:prstGeom>
                    </p:spPr>
                  </p:pic>
                </p:oleObj>
              </mc:Fallback>
            </mc:AlternateContent>
          </a:graphicData>
        </a:graphic>
      </p:graphicFrame>
      <p:cxnSp>
        <p:nvCxnSpPr>
          <p:cNvPr id="36" name="35 Conector recto de flecha"/>
          <p:cNvCxnSpPr/>
          <p:nvPr/>
        </p:nvCxnSpPr>
        <p:spPr bwMode="auto">
          <a:xfrm flipV="1">
            <a:off x="6796731" y="2828925"/>
            <a:ext cx="1223319" cy="367156"/>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7" name="36 Objeto"/>
          <p:cNvGraphicFramePr>
            <a:graphicFrameLocks noChangeAspect="1"/>
          </p:cNvGraphicFramePr>
          <p:nvPr>
            <p:extLst>
              <p:ext uri="{D42A27DB-BD31-4B8C-83A1-F6EECF244321}">
                <p14:modId xmlns:p14="http://schemas.microsoft.com/office/powerpoint/2010/main" val="4031920763"/>
              </p:ext>
            </p:extLst>
          </p:nvPr>
        </p:nvGraphicFramePr>
        <p:xfrm>
          <a:off x="7736607" y="2575940"/>
          <a:ext cx="165100" cy="203200"/>
        </p:xfrm>
        <a:graphic>
          <a:graphicData uri="http://schemas.openxmlformats.org/presentationml/2006/ole">
            <mc:AlternateContent xmlns:mc="http://schemas.openxmlformats.org/markup-compatibility/2006">
              <mc:Choice xmlns:v="urn:schemas-microsoft-com:vml" Requires="v">
                <p:oleObj name="Equation" r:id="rId17" imgW="164880" imgH="203040" progId="Equation.DSMT4">
                  <p:embed/>
                </p:oleObj>
              </mc:Choice>
              <mc:Fallback>
                <p:oleObj name="Equation" r:id="rId17" imgW="164880" imgH="203040" progId="Equation.DSMT4">
                  <p:embed/>
                  <p:pic>
                    <p:nvPicPr>
                      <p:cNvPr id="0" name=""/>
                      <p:cNvPicPr/>
                      <p:nvPr/>
                    </p:nvPicPr>
                    <p:blipFill>
                      <a:blip r:embed="rId18"/>
                      <a:stretch>
                        <a:fillRect/>
                      </a:stretch>
                    </p:blipFill>
                    <p:spPr>
                      <a:xfrm>
                        <a:off x="7736607" y="2575940"/>
                        <a:ext cx="165100" cy="203200"/>
                      </a:xfrm>
                      <a:prstGeom prst="rect">
                        <a:avLst/>
                      </a:prstGeom>
                    </p:spPr>
                  </p:pic>
                </p:oleObj>
              </mc:Fallback>
            </mc:AlternateContent>
          </a:graphicData>
        </a:graphic>
      </p:graphicFrame>
      <p:cxnSp>
        <p:nvCxnSpPr>
          <p:cNvPr id="38" name="37 Conector recto de flecha"/>
          <p:cNvCxnSpPr/>
          <p:nvPr/>
        </p:nvCxnSpPr>
        <p:spPr bwMode="auto">
          <a:xfrm flipH="1" flipV="1">
            <a:off x="6549081" y="2411984"/>
            <a:ext cx="253056" cy="833881"/>
          </a:xfrm>
          <a:prstGeom prst="straightConnector1">
            <a:avLst/>
          </a:prstGeom>
          <a:solidFill>
            <a:schemeClr val="accent1"/>
          </a:solidFill>
          <a:ln w="28575" cap="flat" cmpd="sng" algn="ctr">
            <a:solidFill>
              <a:srgbClr val="0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9" name="38 Objeto"/>
          <p:cNvGraphicFramePr>
            <a:graphicFrameLocks noChangeAspect="1"/>
          </p:cNvGraphicFramePr>
          <p:nvPr>
            <p:extLst>
              <p:ext uri="{D42A27DB-BD31-4B8C-83A1-F6EECF244321}">
                <p14:modId xmlns:p14="http://schemas.microsoft.com/office/powerpoint/2010/main" val="1088880873"/>
              </p:ext>
            </p:extLst>
          </p:nvPr>
        </p:nvGraphicFramePr>
        <p:xfrm>
          <a:off x="6204393" y="2304034"/>
          <a:ext cx="177800" cy="215900"/>
        </p:xfrm>
        <a:graphic>
          <a:graphicData uri="http://schemas.openxmlformats.org/presentationml/2006/ole">
            <mc:AlternateContent xmlns:mc="http://schemas.openxmlformats.org/markup-compatibility/2006">
              <mc:Choice xmlns:v="urn:schemas-microsoft-com:vml" Requires="v">
                <p:oleObj name="Equation" r:id="rId19" imgW="177480" imgH="215640" progId="Equation.DSMT4">
                  <p:embed/>
                </p:oleObj>
              </mc:Choice>
              <mc:Fallback>
                <p:oleObj name="Equation" r:id="rId19" imgW="177480" imgH="215640" progId="Equation.DSMT4">
                  <p:embed/>
                  <p:pic>
                    <p:nvPicPr>
                      <p:cNvPr id="0" name=""/>
                      <p:cNvPicPr/>
                      <p:nvPr/>
                    </p:nvPicPr>
                    <p:blipFill>
                      <a:blip r:embed="rId20"/>
                      <a:stretch>
                        <a:fillRect/>
                      </a:stretch>
                    </p:blipFill>
                    <p:spPr>
                      <a:xfrm>
                        <a:off x="6204393" y="2304034"/>
                        <a:ext cx="177800" cy="215900"/>
                      </a:xfrm>
                      <a:prstGeom prst="rect">
                        <a:avLst/>
                      </a:prstGeom>
                    </p:spPr>
                  </p:pic>
                </p:oleObj>
              </mc:Fallback>
            </mc:AlternateContent>
          </a:graphicData>
        </a:graphic>
      </p:graphicFrame>
      <p:graphicFrame>
        <p:nvGraphicFramePr>
          <p:cNvPr id="40" name="39 Objeto"/>
          <p:cNvGraphicFramePr>
            <a:graphicFrameLocks noChangeAspect="1"/>
          </p:cNvGraphicFramePr>
          <p:nvPr>
            <p:extLst>
              <p:ext uri="{D42A27DB-BD31-4B8C-83A1-F6EECF244321}">
                <p14:modId xmlns:p14="http://schemas.microsoft.com/office/powerpoint/2010/main" val="13882708"/>
              </p:ext>
            </p:extLst>
          </p:nvPr>
        </p:nvGraphicFramePr>
        <p:xfrm>
          <a:off x="5788199" y="3126180"/>
          <a:ext cx="152400" cy="241300"/>
        </p:xfrm>
        <a:graphic>
          <a:graphicData uri="http://schemas.openxmlformats.org/presentationml/2006/ole">
            <mc:AlternateContent xmlns:mc="http://schemas.openxmlformats.org/markup-compatibility/2006">
              <mc:Choice xmlns:v="urn:schemas-microsoft-com:vml" Requires="v">
                <p:oleObj name="Equation" r:id="rId21" imgW="152280" imgH="241200" progId="Equation.DSMT4">
                  <p:embed/>
                </p:oleObj>
              </mc:Choice>
              <mc:Fallback>
                <p:oleObj name="Equation" r:id="rId21" imgW="152280" imgH="241200" progId="Equation.DSMT4">
                  <p:embed/>
                  <p:pic>
                    <p:nvPicPr>
                      <p:cNvPr id="0" name=""/>
                      <p:cNvPicPr/>
                      <p:nvPr/>
                    </p:nvPicPr>
                    <p:blipFill>
                      <a:blip r:embed="rId22"/>
                      <a:stretch>
                        <a:fillRect/>
                      </a:stretch>
                    </p:blipFill>
                    <p:spPr>
                      <a:xfrm>
                        <a:off x="5788199" y="3126180"/>
                        <a:ext cx="152400" cy="241300"/>
                      </a:xfrm>
                      <a:prstGeom prst="rect">
                        <a:avLst/>
                      </a:prstGeom>
                    </p:spPr>
                  </p:pic>
                </p:oleObj>
              </mc:Fallback>
            </mc:AlternateContent>
          </a:graphicData>
        </a:graphic>
      </p:graphicFrame>
      <p:cxnSp>
        <p:nvCxnSpPr>
          <p:cNvPr id="42" name="41 Conector recto de flecha"/>
          <p:cNvCxnSpPr/>
          <p:nvPr/>
        </p:nvCxnSpPr>
        <p:spPr bwMode="auto">
          <a:xfrm flipH="1">
            <a:off x="1212080" y="2560214"/>
            <a:ext cx="907876" cy="273345"/>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3" name="42 Objeto"/>
          <p:cNvGraphicFramePr>
            <a:graphicFrameLocks noChangeAspect="1"/>
          </p:cNvGraphicFramePr>
          <p:nvPr>
            <p:extLst>
              <p:ext uri="{D42A27DB-BD31-4B8C-83A1-F6EECF244321}">
                <p14:modId xmlns:p14="http://schemas.microsoft.com/office/powerpoint/2010/main" val="946818993"/>
              </p:ext>
            </p:extLst>
          </p:nvPr>
        </p:nvGraphicFramePr>
        <p:xfrm>
          <a:off x="1135880" y="2495519"/>
          <a:ext cx="152400" cy="241300"/>
        </p:xfrm>
        <a:graphic>
          <a:graphicData uri="http://schemas.openxmlformats.org/presentationml/2006/ole">
            <mc:AlternateContent xmlns:mc="http://schemas.openxmlformats.org/markup-compatibility/2006">
              <mc:Choice xmlns:v="urn:schemas-microsoft-com:vml" Requires="v">
                <p:oleObj name="Equation" r:id="rId23" imgW="152280" imgH="241200" progId="Equation.DSMT4">
                  <p:embed/>
                </p:oleObj>
              </mc:Choice>
              <mc:Fallback>
                <p:oleObj name="Equation" r:id="rId23" imgW="152280" imgH="241200" progId="Equation.DSMT4">
                  <p:embed/>
                  <p:pic>
                    <p:nvPicPr>
                      <p:cNvPr id="0" name=""/>
                      <p:cNvPicPr/>
                      <p:nvPr/>
                    </p:nvPicPr>
                    <p:blipFill>
                      <a:blip r:embed="rId24"/>
                      <a:stretch>
                        <a:fillRect/>
                      </a:stretch>
                    </p:blipFill>
                    <p:spPr>
                      <a:xfrm>
                        <a:off x="1135880" y="2495519"/>
                        <a:ext cx="152400" cy="241300"/>
                      </a:xfrm>
                      <a:prstGeom prst="rect">
                        <a:avLst/>
                      </a:prstGeom>
                    </p:spPr>
                  </p:pic>
                </p:oleObj>
              </mc:Fallback>
            </mc:AlternateContent>
          </a:graphicData>
        </a:graphic>
      </p:graphicFrame>
      <p:graphicFrame>
        <p:nvGraphicFramePr>
          <p:cNvPr id="44" name="43 Objeto"/>
          <p:cNvGraphicFramePr>
            <a:graphicFrameLocks noChangeAspect="1"/>
          </p:cNvGraphicFramePr>
          <p:nvPr>
            <p:extLst>
              <p:ext uri="{D42A27DB-BD31-4B8C-83A1-F6EECF244321}">
                <p14:modId xmlns:p14="http://schemas.microsoft.com/office/powerpoint/2010/main" val="1365639371"/>
              </p:ext>
            </p:extLst>
          </p:nvPr>
        </p:nvGraphicFramePr>
        <p:xfrm>
          <a:off x="358775" y="3921125"/>
          <a:ext cx="1803400" cy="254000"/>
        </p:xfrm>
        <a:graphic>
          <a:graphicData uri="http://schemas.openxmlformats.org/presentationml/2006/ole">
            <mc:AlternateContent xmlns:mc="http://schemas.openxmlformats.org/markup-compatibility/2006">
              <mc:Choice xmlns:v="urn:schemas-microsoft-com:vml" Requires="v">
                <p:oleObj name="Equation" r:id="rId25" imgW="1803240" imgH="253800" progId="Equation.DSMT4">
                  <p:embed/>
                </p:oleObj>
              </mc:Choice>
              <mc:Fallback>
                <p:oleObj name="Equation" r:id="rId25" imgW="1803240" imgH="253800" progId="Equation.DSMT4">
                  <p:embed/>
                  <p:pic>
                    <p:nvPicPr>
                      <p:cNvPr id="0" name=""/>
                      <p:cNvPicPr/>
                      <p:nvPr/>
                    </p:nvPicPr>
                    <p:blipFill>
                      <a:blip r:embed="rId26"/>
                      <a:stretch>
                        <a:fillRect/>
                      </a:stretch>
                    </p:blipFill>
                    <p:spPr>
                      <a:xfrm>
                        <a:off x="358775" y="3921125"/>
                        <a:ext cx="1803400" cy="254000"/>
                      </a:xfrm>
                      <a:prstGeom prst="rect">
                        <a:avLst/>
                      </a:prstGeom>
                    </p:spPr>
                  </p:pic>
                </p:oleObj>
              </mc:Fallback>
            </mc:AlternateContent>
          </a:graphicData>
        </a:graphic>
      </p:graphicFrame>
      <p:graphicFrame>
        <p:nvGraphicFramePr>
          <p:cNvPr id="45" name="44 Objeto"/>
          <p:cNvGraphicFramePr>
            <a:graphicFrameLocks noChangeAspect="1"/>
          </p:cNvGraphicFramePr>
          <p:nvPr>
            <p:extLst>
              <p:ext uri="{D42A27DB-BD31-4B8C-83A1-F6EECF244321}">
                <p14:modId xmlns:p14="http://schemas.microsoft.com/office/powerpoint/2010/main" val="3188708238"/>
              </p:ext>
            </p:extLst>
          </p:nvPr>
        </p:nvGraphicFramePr>
        <p:xfrm>
          <a:off x="976509" y="4687251"/>
          <a:ext cx="508000" cy="254000"/>
        </p:xfrm>
        <a:graphic>
          <a:graphicData uri="http://schemas.openxmlformats.org/presentationml/2006/ole">
            <mc:AlternateContent xmlns:mc="http://schemas.openxmlformats.org/markup-compatibility/2006">
              <mc:Choice xmlns:v="urn:schemas-microsoft-com:vml" Requires="v">
                <p:oleObj name="Equation" r:id="rId27" imgW="507960" imgH="253800" progId="Equation.DSMT4">
                  <p:embed/>
                </p:oleObj>
              </mc:Choice>
              <mc:Fallback>
                <p:oleObj name="Equation" r:id="rId27" imgW="507960" imgH="253800" progId="Equation.DSMT4">
                  <p:embed/>
                  <p:pic>
                    <p:nvPicPr>
                      <p:cNvPr id="0" name=""/>
                      <p:cNvPicPr/>
                      <p:nvPr/>
                    </p:nvPicPr>
                    <p:blipFill>
                      <a:blip r:embed="rId28"/>
                      <a:stretch>
                        <a:fillRect/>
                      </a:stretch>
                    </p:blipFill>
                    <p:spPr>
                      <a:xfrm>
                        <a:off x="976509" y="4687251"/>
                        <a:ext cx="508000" cy="254000"/>
                      </a:xfrm>
                      <a:prstGeom prst="rect">
                        <a:avLst/>
                      </a:prstGeom>
                    </p:spPr>
                  </p:pic>
                </p:oleObj>
              </mc:Fallback>
            </mc:AlternateContent>
          </a:graphicData>
        </a:graphic>
      </p:graphicFrame>
      <p:cxnSp>
        <p:nvCxnSpPr>
          <p:cNvPr id="47" name="46 Conector recto de flecha"/>
          <p:cNvCxnSpPr/>
          <p:nvPr/>
        </p:nvCxnSpPr>
        <p:spPr bwMode="auto">
          <a:xfrm>
            <a:off x="6819600" y="3292475"/>
            <a:ext cx="238425" cy="898525"/>
          </a:xfrm>
          <a:prstGeom prst="straightConnector1">
            <a:avLst/>
          </a:prstGeom>
          <a:solidFill>
            <a:schemeClr val="accent1"/>
          </a:solidFill>
          <a:ln w="952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49 Conector recto de flecha"/>
          <p:cNvCxnSpPr/>
          <p:nvPr/>
        </p:nvCxnSpPr>
        <p:spPr bwMode="auto">
          <a:xfrm flipH="1">
            <a:off x="6772275" y="4191000"/>
            <a:ext cx="285750" cy="76200"/>
          </a:xfrm>
          <a:prstGeom prst="straightConnector1">
            <a:avLst/>
          </a:prstGeom>
          <a:solidFill>
            <a:schemeClr val="accent1"/>
          </a:solidFill>
          <a:ln w="952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867195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Rectángulo"/>
          <p:cNvSpPr>
            <a:spLocks noChangeArrowheads="1"/>
          </p:cNvSpPr>
          <p:nvPr/>
        </p:nvSpPr>
        <p:spPr bwMode="auto">
          <a:xfrm>
            <a:off x="250825" y="981075"/>
            <a:ext cx="83534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MX" altLang="es-CL" sz="1600" dirty="0"/>
              <a:t>6.-  Una masa de 20 kg </a:t>
            </a:r>
            <a:r>
              <a:rPr lang="es-MX" altLang="es-CL" sz="1600" dirty="0">
                <a:solidFill>
                  <a:srgbClr val="FF0000"/>
                </a:solidFill>
              </a:rPr>
              <a:t>reposa</a:t>
            </a:r>
            <a:r>
              <a:rPr lang="es-MX" altLang="es-CL" sz="1600" dirty="0"/>
              <a:t> en una superficie sin rozamiento inclinada 30° con la horizontal unida a un resorte que se alarga 24 cm al sujetarla. ¿Cuál es la constante elástica del resorte? </a:t>
            </a:r>
            <a:endParaRPr lang="es-CL" altLang="es-CL" sz="1600" dirty="0"/>
          </a:p>
        </p:txBody>
      </p:sp>
      <p:pic>
        <p:nvPicPr>
          <p:cNvPr id="28675"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hidden">
          <a:xfrm>
            <a:off x="5621338" y="2210630"/>
            <a:ext cx="2962275"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8676"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graphicFrame>
        <p:nvGraphicFramePr>
          <p:cNvPr id="28677" name="Object 12"/>
          <p:cNvGraphicFramePr>
            <a:graphicFrameLocks noChangeAspect="1"/>
          </p:cNvGraphicFramePr>
          <p:nvPr/>
        </p:nvGraphicFramePr>
        <p:xfrm>
          <a:off x="6299200" y="185738"/>
          <a:ext cx="1512888" cy="415925"/>
        </p:xfrm>
        <a:graphic>
          <a:graphicData uri="http://schemas.openxmlformats.org/presentationml/2006/ole">
            <mc:AlternateContent xmlns:mc="http://schemas.openxmlformats.org/markup-compatibility/2006">
              <mc:Choice xmlns:v="urn:schemas-microsoft-com:vml" Requires="v">
                <p:oleObj name="Ecuación" r:id="rId3" imgW="888614" imgH="241195" progId="Equation.3">
                  <p:embed/>
                </p:oleObj>
              </mc:Choice>
              <mc:Fallback>
                <p:oleObj name="Ecuación" r:id="rId3" imgW="888614"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9200" y="185738"/>
                        <a:ext cx="15128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8678" name="2 Conector recto"/>
          <p:cNvCxnSpPr>
            <a:cxnSpLocks noChangeShapeType="1"/>
          </p:cNvCxnSpPr>
          <p:nvPr/>
        </p:nvCxnSpPr>
        <p:spPr bwMode="auto">
          <a:xfrm>
            <a:off x="6861175" y="2969455"/>
            <a:ext cx="12700" cy="1228725"/>
          </a:xfrm>
          <a:prstGeom prst="line">
            <a:avLst/>
          </a:prstGeom>
          <a:noFill/>
          <a:ln w="2857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0" name="5 Conector recto"/>
          <p:cNvCxnSpPr>
            <a:cxnSpLocks noChangeShapeType="1"/>
          </p:cNvCxnSpPr>
          <p:nvPr/>
        </p:nvCxnSpPr>
        <p:spPr bwMode="auto">
          <a:xfrm flipV="1">
            <a:off x="6984057" y="2187576"/>
            <a:ext cx="1592263" cy="614362"/>
          </a:xfrm>
          <a:prstGeom prst="line">
            <a:avLst/>
          </a:prstGeom>
          <a:noFill/>
          <a:ln w="28575"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2" name="11 Conector recto"/>
          <p:cNvCxnSpPr>
            <a:cxnSpLocks noChangeShapeType="1"/>
          </p:cNvCxnSpPr>
          <p:nvPr/>
        </p:nvCxnSpPr>
        <p:spPr bwMode="auto">
          <a:xfrm flipH="1" flipV="1">
            <a:off x="6571457" y="2062163"/>
            <a:ext cx="309562" cy="979488"/>
          </a:xfrm>
          <a:prstGeom prst="line">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4" name="15 Conector recto"/>
          <p:cNvCxnSpPr>
            <a:cxnSpLocks noChangeShapeType="1"/>
          </p:cNvCxnSpPr>
          <p:nvPr/>
        </p:nvCxnSpPr>
        <p:spPr bwMode="auto">
          <a:xfrm flipH="1">
            <a:off x="465745" y="2679691"/>
            <a:ext cx="3256333" cy="121844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85" name="18 Conector recto"/>
          <p:cNvCxnSpPr>
            <a:cxnSpLocks noChangeShapeType="1"/>
          </p:cNvCxnSpPr>
          <p:nvPr/>
        </p:nvCxnSpPr>
        <p:spPr bwMode="auto">
          <a:xfrm>
            <a:off x="1381125" y="1933575"/>
            <a:ext cx="819150" cy="241935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86" name="20 CuadroTexto"/>
          <p:cNvSpPr txBox="1">
            <a:spLocks noChangeArrowheads="1"/>
          </p:cNvSpPr>
          <p:nvPr/>
        </p:nvSpPr>
        <p:spPr bwMode="auto">
          <a:xfrm>
            <a:off x="3722078" y="2309804"/>
            <a:ext cx="298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dirty="0"/>
              <a:t>x</a:t>
            </a:r>
          </a:p>
        </p:txBody>
      </p:sp>
      <p:sp>
        <p:nvSpPr>
          <p:cNvPr id="28687" name="21 CuadroTexto"/>
          <p:cNvSpPr txBox="1">
            <a:spLocks noChangeArrowheads="1"/>
          </p:cNvSpPr>
          <p:nvPr/>
        </p:nvSpPr>
        <p:spPr bwMode="auto">
          <a:xfrm>
            <a:off x="1081087" y="1939917"/>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dirty="0"/>
              <a:t>y</a:t>
            </a:r>
          </a:p>
        </p:txBody>
      </p:sp>
      <p:cxnSp>
        <p:nvCxnSpPr>
          <p:cNvPr id="28694" name="23 Conector recto"/>
          <p:cNvCxnSpPr>
            <a:cxnSpLocks noChangeShapeType="1"/>
          </p:cNvCxnSpPr>
          <p:nvPr/>
        </p:nvCxnSpPr>
        <p:spPr bwMode="auto">
          <a:xfrm>
            <a:off x="1855043" y="3381411"/>
            <a:ext cx="392857" cy="1101689"/>
          </a:xfrm>
          <a:prstGeom prst="line">
            <a:avLst/>
          </a:prstGeom>
          <a:noFill/>
          <a:ln w="952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95" name="26 Conector recto"/>
          <p:cNvCxnSpPr>
            <a:cxnSpLocks noChangeShapeType="1"/>
          </p:cNvCxnSpPr>
          <p:nvPr/>
        </p:nvCxnSpPr>
        <p:spPr bwMode="auto">
          <a:xfrm flipH="1">
            <a:off x="1885950" y="4483100"/>
            <a:ext cx="352426" cy="113470"/>
          </a:xfrm>
          <a:prstGeom prst="line">
            <a:avLst/>
          </a:prstGeom>
          <a:noFill/>
          <a:ln w="952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96" name="21503 CuadroTexto"/>
          <p:cNvSpPr txBox="1">
            <a:spLocks noChangeArrowheads="1"/>
          </p:cNvSpPr>
          <p:nvPr/>
        </p:nvSpPr>
        <p:spPr bwMode="auto">
          <a:xfrm>
            <a:off x="1808386" y="3872741"/>
            <a:ext cx="3873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000" dirty="0"/>
              <a:t>30°</a:t>
            </a:r>
          </a:p>
        </p:txBody>
      </p:sp>
      <p:sp>
        <p:nvSpPr>
          <p:cNvPr id="28697" name="21504 CuadroTexto"/>
          <p:cNvSpPr txBox="1">
            <a:spLocks noChangeArrowheads="1"/>
          </p:cNvSpPr>
          <p:nvPr/>
        </p:nvSpPr>
        <p:spPr bwMode="auto">
          <a:xfrm>
            <a:off x="864715" y="5018943"/>
            <a:ext cx="8418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dirty="0"/>
              <a:t>En eje X</a:t>
            </a:r>
          </a:p>
        </p:txBody>
      </p:sp>
      <p:sp>
        <p:nvSpPr>
          <p:cNvPr id="28698" name="44 CuadroTexto"/>
          <p:cNvSpPr txBox="1">
            <a:spLocks noChangeArrowheads="1"/>
          </p:cNvSpPr>
          <p:nvPr/>
        </p:nvSpPr>
        <p:spPr bwMode="auto">
          <a:xfrm>
            <a:off x="4346043" y="5062143"/>
            <a:ext cx="8418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dirty="0"/>
              <a:t>En eje Y</a:t>
            </a:r>
          </a:p>
        </p:txBody>
      </p:sp>
      <p:graphicFrame>
        <p:nvGraphicFramePr>
          <p:cNvPr id="28699" name="3 Objeto"/>
          <p:cNvGraphicFramePr>
            <a:graphicFrameLocks noChangeAspect="1"/>
          </p:cNvGraphicFramePr>
          <p:nvPr>
            <p:extLst>
              <p:ext uri="{D42A27DB-BD31-4B8C-83A1-F6EECF244321}">
                <p14:modId xmlns:p14="http://schemas.microsoft.com/office/powerpoint/2010/main" val="3446292458"/>
              </p:ext>
            </p:extLst>
          </p:nvPr>
        </p:nvGraphicFramePr>
        <p:xfrm>
          <a:off x="7668344" y="3973547"/>
          <a:ext cx="835025" cy="339725"/>
        </p:xfrm>
        <a:graphic>
          <a:graphicData uri="http://schemas.openxmlformats.org/presentationml/2006/ole">
            <mc:AlternateContent xmlns:mc="http://schemas.openxmlformats.org/markup-compatibility/2006">
              <mc:Choice xmlns:v="urn:schemas-microsoft-com:vml" Requires="v">
                <p:oleObj name="Equation" r:id="rId5" imgW="596880" imgH="241200" progId="Equation.DSMT4">
                  <p:embed/>
                </p:oleObj>
              </mc:Choice>
              <mc:Fallback>
                <p:oleObj name="Equation" r:id="rId5" imgW="596880" imgH="241200" progId="Equation.DSMT4">
                  <p:embed/>
                  <p:pic>
                    <p:nvPicPr>
                      <p:cNvPr id="0" name=""/>
                      <p:cNvPicPr>
                        <a:picLocks noChangeAspect="1" noChangeArrowheads="1"/>
                      </p:cNvPicPr>
                      <p:nvPr/>
                    </p:nvPicPr>
                    <p:blipFill>
                      <a:blip r:embed="rId6"/>
                      <a:srcRect/>
                      <a:stretch>
                        <a:fillRect/>
                      </a:stretch>
                    </p:blipFill>
                    <p:spPr bwMode="auto">
                      <a:xfrm>
                        <a:off x="7668344" y="3973547"/>
                        <a:ext cx="835025" cy="339725"/>
                      </a:xfrm>
                      <a:prstGeom prst="rect">
                        <a:avLst/>
                      </a:prstGeom>
                      <a:noFill/>
                      <a:ln>
                        <a:noFill/>
                      </a:ln>
                    </p:spPr>
                  </p:pic>
                </p:oleObj>
              </mc:Fallback>
            </mc:AlternateContent>
          </a:graphicData>
        </a:graphic>
      </p:graphicFrame>
      <p:graphicFrame>
        <p:nvGraphicFramePr>
          <p:cNvPr id="28700" name="4 Objeto"/>
          <p:cNvGraphicFramePr>
            <a:graphicFrameLocks noChangeAspect="1"/>
          </p:cNvGraphicFramePr>
          <p:nvPr>
            <p:extLst>
              <p:ext uri="{D42A27DB-BD31-4B8C-83A1-F6EECF244321}">
                <p14:modId xmlns:p14="http://schemas.microsoft.com/office/powerpoint/2010/main" val="1973849417"/>
              </p:ext>
            </p:extLst>
          </p:nvPr>
        </p:nvGraphicFramePr>
        <p:xfrm>
          <a:off x="860212" y="5402704"/>
          <a:ext cx="1795462" cy="326448"/>
        </p:xfrm>
        <a:graphic>
          <a:graphicData uri="http://schemas.openxmlformats.org/presentationml/2006/ole">
            <mc:AlternateContent xmlns:mc="http://schemas.openxmlformats.org/markup-compatibility/2006">
              <mc:Choice xmlns:v="urn:schemas-microsoft-com:vml" Requires="v">
                <p:oleObj name="Equation" r:id="rId7" imgW="1117440" imgH="203040" progId="Equation.DSMT4">
                  <p:embed/>
                </p:oleObj>
              </mc:Choice>
              <mc:Fallback>
                <p:oleObj name="Equation" r:id="rId7" imgW="1117440" imgH="2030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0212" y="5402704"/>
                        <a:ext cx="1795462" cy="326448"/>
                      </a:xfrm>
                      <a:prstGeom prst="rect">
                        <a:avLst/>
                      </a:prstGeom>
                      <a:noFill/>
                      <a:ln>
                        <a:noFill/>
                      </a:ln>
                    </p:spPr>
                  </p:pic>
                </p:oleObj>
              </mc:Fallback>
            </mc:AlternateContent>
          </a:graphicData>
        </a:graphic>
      </p:graphicFrame>
      <p:graphicFrame>
        <p:nvGraphicFramePr>
          <p:cNvPr id="28701" name="28671 Objeto"/>
          <p:cNvGraphicFramePr>
            <a:graphicFrameLocks noChangeAspect="1"/>
          </p:cNvGraphicFramePr>
          <p:nvPr>
            <p:extLst>
              <p:ext uri="{D42A27DB-BD31-4B8C-83A1-F6EECF244321}">
                <p14:modId xmlns:p14="http://schemas.microsoft.com/office/powerpoint/2010/main" val="1276950193"/>
              </p:ext>
            </p:extLst>
          </p:nvPr>
        </p:nvGraphicFramePr>
        <p:xfrm>
          <a:off x="3968750" y="5257800"/>
          <a:ext cx="1993900" cy="1249363"/>
        </p:xfrm>
        <a:graphic>
          <a:graphicData uri="http://schemas.openxmlformats.org/presentationml/2006/ole">
            <mc:AlternateContent xmlns:mc="http://schemas.openxmlformats.org/markup-compatibility/2006">
              <mc:Choice xmlns:v="urn:schemas-microsoft-com:vml" Requires="v">
                <p:oleObj name="Equation" r:id="rId9" imgW="1371600" imgH="863280" progId="Equation.DSMT4">
                  <p:embed/>
                </p:oleObj>
              </mc:Choice>
              <mc:Fallback>
                <p:oleObj name="Equation" r:id="rId9" imgW="1371600" imgH="863280" progId="Equation.DSMT4">
                  <p:embed/>
                  <p:pic>
                    <p:nvPicPr>
                      <p:cNvPr id="0" name=""/>
                      <p:cNvPicPr>
                        <a:picLocks noChangeAspect="1" noChangeArrowheads="1"/>
                      </p:cNvPicPr>
                      <p:nvPr/>
                    </p:nvPicPr>
                    <p:blipFill>
                      <a:blip r:embed="rId10"/>
                      <a:srcRect/>
                      <a:stretch>
                        <a:fillRect/>
                      </a:stretch>
                    </p:blipFill>
                    <p:spPr bwMode="auto">
                      <a:xfrm>
                        <a:off x="3968750" y="5257800"/>
                        <a:ext cx="1993900" cy="1249363"/>
                      </a:xfrm>
                      <a:prstGeom prst="rect">
                        <a:avLst/>
                      </a:prstGeom>
                      <a:noFill/>
                      <a:ln>
                        <a:noFill/>
                      </a:ln>
                    </p:spPr>
                  </p:pic>
                </p:oleObj>
              </mc:Fallback>
            </mc:AlternateContent>
          </a:graphicData>
        </a:graphic>
      </p:graphicFrame>
      <p:graphicFrame>
        <p:nvGraphicFramePr>
          <p:cNvPr id="28702" name="28672 Objeto"/>
          <p:cNvGraphicFramePr>
            <a:graphicFrameLocks noChangeAspect="1"/>
          </p:cNvGraphicFramePr>
          <p:nvPr>
            <p:extLst>
              <p:ext uri="{D42A27DB-BD31-4B8C-83A1-F6EECF244321}">
                <p14:modId xmlns:p14="http://schemas.microsoft.com/office/powerpoint/2010/main" val="228901938"/>
              </p:ext>
            </p:extLst>
          </p:nvPr>
        </p:nvGraphicFramePr>
        <p:xfrm>
          <a:off x="836637" y="5801695"/>
          <a:ext cx="1828562" cy="870744"/>
        </p:xfrm>
        <a:graphic>
          <a:graphicData uri="http://schemas.openxmlformats.org/presentationml/2006/ole">
            <mc:AlternateContent xmlns:mc="http://schemas.openxmlformats.org/markup-compatibility/2006">
              <mc:Choice xmlns:v="urn:schemas-microsoft-com:vml" Requires="v">
                <p:oleObj name="Equation" r:id="rId11" imgW="1333440" imgH="634680" progId="Equation.DSMT4">
                  <p:embed/>
                </p:oleObj>
              </mc:Choice>
              <mc:Fallback>
                <p:oleObj name="Equation" r:id="rId11" imgW="1333440" imgH="634680" progId="Equation.DSMT4">
                  <p:embed/>
                  <p:pic>
                    <p:nvPicPr>
                      <p:cNvPr id="0" name=""/>
                      <p:cNvPicPr>
                        <a:picLocks noChangeAspect="1" noChangeArrowheads="1"/>
                      </p:cNvPicPr>
                      <p:nvPr/>
                    </p:nvPicPr>
                    <p:blipFill>
                      <a:blip r:embed="rId12"/>
                      <a:srcRect/>
                      <a:stretch>
                        <a:fillRect/>
                      </a:stretch>
                    </p:blipFill>
                    <p:spPr bwMode="auto">
                      <a:xfrm>
                        <a:off x="836637" y="5801695"/>
                        <a:ext cx="1828562" cy="870744"/>
                      </a:xfrm>
                      <a:prstGeom prst="rect">
                        <a:avLst/>
                      </a:prstGeom>
                      <a:noFill/>
                      <a:ln>
                        <a:noFill/>
                      </a:ln>
                    </p:spPr>
                  </p:pic>
                </p:oleObj>
              </mc:Fallback>
            </mc:AlternateContent>
          </a:graphicData>
        </a:graphic>
      </p:graphicFrame>
      <p:graphicFrame>
        <p:nvGraphicFramePr>
          <p:cNvPr id="28703" name="28677 Objeto"/>
          <p:cNvGraphicFramePr>
            <a:graphicFrameLocks noChangeAspect="1"/>
          </p:cNvGraphicFramePr>
          <p:nvPr>
            <p:extLst>
              <p:ext uri="{D42A27DB-BD31-4B8C-83A1-F6EECF244321}">
                <p14:modId xmlns:p14="http://schemas.microsoft.com/office/powerpoint/2010/main" val="1404740036"/>
              </p:ext>
            </p:extLst>
          </p:nvPr>
        </p:nvGraphicFramePr>
        <p:xfrm>
          <a:off x="6845580" y="5081615"/>
          <a:ext cx="1257666" cy="1155020"/>
        </p:xfrm>
        <a:graphic>
          <a:graphicData uri="http://schemas.openxmlformats.org/presentationml/2006/ole">
            <mc:AlternateContent xmlns:mc="http://schemas.openxmlformats.org/markup-compatibility/2006">
              <mc:Choice xmlns:v="urn:schemas-microsoft-com:vml" Requires="v">
                <p:oleObj name="Equation" r:id="rId13" imgW="965160" imgH="888840" progId="Equation.DSMT4">
                  <p:embed/>
                </p:oleObj>
              </mc:Choice>
              <mc:Fallback>
                <p:oleObj name="Equation" r:id="rId13" imgW="965160" imgH="888840" progId="Equation.DSMT4">
                  <p:embed/>
                  <p:pic>
                    <p:nvPicPr>
                      <p:cNvPr id="0" name=""/>
                      <p:cNvPicPr>
                        <a:picLocks noChangeAspect="1" noChangeArrowheads="1"/>
                      </p:cNvPicPr>
                      <p:nvPr/>
                    </p:nvPicPr>
                    <p:blipFill>
                      <a:blip r:embed="rId14"/>
                      <a:srcRect/>
                      <a:stretch>
                        <a:fillRect/>
                      </a:stretch>
                    </p:blipFill>
                    <p:spPr bwMode="auto">
                      <a:xfrm>
                        <a:off x="6845580" y="5081615"/>
                        <a:ext cx="1257666" cy="1155020"/>
                      </a:xfrm>
                      <a:prstGeom prst="rect">
                        <a:avLst/>
                      </a:prstGeom>
                      <a:noFill/>
                      <a:ln>
                        <a:noFill/>
                      </a:ln>
                    </p:spPr>
                  </p:pic>
                </p:oleObj>
              </mc:Fallback>
            </mc:AlternateContent>
          </a:graphicData>
        </a:graphic>
      </p:graphicFrame>
      <p:graphicFrame>
        <p:nvGraphicFramePr>
          <p:cNvPr id="3" name="2 Objeto"/>
          <p:cNvGraphicFramePr>
            <a:graphicFrameLocks noChangeAspect="1"/>
          </p:cNvGraphicFramePr>
          <p:nvPr>
            <p:extLst>
              <p:ext uri="{D42A27DB-BD31-4B8C-83A1-F6EECF244321}">
                <p14:modId xmlns:p14="http://schemas.microsoft.com/office/powerpoint/2010/main" val="3634064215"/>
              </p:ext>
            </p:extLst>
          </p:nvPr>
        </p:nvGraphicFramePr>
        <p:xfrm>
          <a:off x="2040310" y="4540816"/>
          <a:ext cx="660400" cy="203200"/>
        </p:xfrm>
        <a:graphic>
          <a:graphicData uri="http://schemas.openxmlformats.org/presentationml/2006/ole">
            <mc:AlternateContent xmlns:mc="http://schemas.openxmlformats.org/markup-compatibility/2006">
              <mc:Choice xmlns:v="urn:schemas-microsoft-com:vml" Requires="v">
                <p:oleObj name="Equation" r:id="rId15" imgW="660240" imgH="203040" progId="Equation.DSMT4">
                  <p:embed/>
                </p:oleObj>
              </mc:Choice>
              <mc:Fallback>
                <p:oleObj name="Equation" r:id="rId15" imgW="660240" imgH="203040" progId="Equation.DSMT4">
                  <p:embed/>
                  <p:pic>
                    <p:nvPicPr>
                      <p:cNvPr id="0" name=""/>
                      <p:cNvPicPr/>
                      <p:nvPr/>
                    </p:nvPicPr>
                    <p:blipFill>
                      <a:blip r:embed="rId16"/>
                      <a:stretch>
                        <a:fillRect/>
                      </a:stretch>
                    </p:blipFill>
                    <p:spPr>
                      <a:xfrm>
                        <a:off x="2040310" y="4540816"/>
                        <a:ext cx="660400" cy="203200"/>
                      </a:xfrm>
                      <a:prstGeom prst="rect">
                        <a:avLst/>
                      </a:prstGeom>
                    </p:spPr>
                  </p:pic>
                </p:oleObj>
              </mc:Fallback>
            </mc:AlternateContent>
          </a:graphicData>
        </a:graphic>
      </p:graphicFrame>
      <p:graphicFrame>
        <p:nvGraphicFramePr>
          <p:cNvPr id="4" name="3 Objeto"/>
          <p:cNvGraphicFramePr>
            <a:graphicFrameLocks noChangeAspect="1"/>
          </p:cNvGraphicFramePr>
          <p:nvPr>
            <p:extLst>
              <p:ext uri="{D42A27DB-BD31-4B8C-83A1-F6EECF244321}">
                <p14:modId xmlns:p14="http://schemas.microsoft.com/office/powerpoint/2010/main" val="1343156583"/>
              </p:ext>
            </p:extLst>
          </p:nvPr>
        </p:nvGraphicFramePr>
        <p:xfrm>
          <a:off x="2128170" y="3759200"/>
          <a:ext cx="698500" cy="203200"/>
        </p:xfrm>
        <a:graphic>
          <a:graphicData uri="http://schemas.openxmlformats.org/presentationml/2006/ole">
            <mc:AlternateContent xmlns:mc="http://schemas.openxmlformats.org/markup-compatibility/2006">
              <mc:Choice xmlns:v="urn:schemas-microsoft-com:vml" Requires="v">
                <p:oleObj name="Equation" r:id="rId17" imgW="698400" imgH="203040" progId="Equation.DSMT4">
                  <p:embed/>
                </p:oleObj>
              </mc:Choice>
              <mc:Fallback>
                <p:oleObj name="Equation" r:id="rId17" imgW="698400" imgH="203040" progId="Equation.DSMT4">
                  <p:embed/>
                  <p:pic>
                    <p:nvPicPr>
                      <p:cNvPr id="0" name=""/>
                      <p:cNvPicPr/>
                      <p:nvPr/>
                    </p:nvPicPr>
                    <p:blipFill>
                      <a:blip r:embed="rId18"/>
                      <a:stretch>
                        <a:fillRect/>
                      </a:stretch>
                    </p:blipFill>
                    <p:spPr>
                      <a:xfrm>
                        <a:off x="2128170" y="3759200"/>
                        <a:ext cx="698500" cy="203200"/>
                      </a:xfrm>
                      <a:prstGeom prst="rect">
                        <a:avLst/>
                      </a:prstGeom>
                    </p:spPr>
                  </p:pic>
                </p:oleObj>
              </mc:Fallback>
            </mc:AlternateContent>
          </a:graphicData>
        </a:graphic>
      </p:graphicFrame>
      <p:graphicFrame>
        <p:nvGraphicFramePr>
          <p:cNvPr id="5" name="4 Objeto"/>
          <p:cNvGraphicFramePr>
            <a:graphicFrameLocks noChangeAspect="1"/>
          </p:cNvGraphicFramePr>
          <p:nvPr>
            <p:extLst>
              <p:ext uri="{D42A27DB-BD31-4B8C-83A1-F6EECF244321}">
                <p14:modId xmlns:p14="http://schemas.microsoft.com/office/powerpoint/2010/main" val="579498654"/>
              </p:ext>
            </p:extLst>
          </p:nvPr>
        </p:nvGraphicFramePr>
        <p:xfrm>
          <a:off x="2222500" y="6453188"/>
          <a:ext cx="889000" cy="266700"/>
        </p:xfrm>
        <a:graphic>
          <a:graphicData uri="http://schemas.openxmlformats.org/presentationml/2006/ole">
            <mc:AlternateContent xmlns:mc="http://schemas.openxmlformats.org/markup-compatibility/2006">
              <mc:Choice xmlns:v="urn:schemas-microsoft-com:vml" Requires="v">
                <p:oleObj name="Equation" r:id="rId19" imgW="888840" imgH="266400" progId="Equation.DSMT4">
                  <p:embed/>
                </p:oleObj>
              </mc:Choice>
              <mc:Fallback>
                <p:oleObj name="Equation" r:id="rId19" imgW="888840" imgH="266400" progId="Equation.DSMT4">
                  <p:embed/>
                  <p:pic>
                    <p:nvPicPr>
                      <p:cNvPr id="0" name=""/>
                      <p:cNvPicPr/>
                      <p:nvPr/>
                    </p:nvPicPr>
                    <p:blipFill>
                      <a:blip r:embed="rId20"/>
                      <a:stretch>
                        <a:fillRect/>
                      </a:stretch>
                    </p:blipFill>
                    <p:spPr>
                      <a:xfrm>
                        <a:off x="2222500" y="6453188"/>
                        <a:ext cx="889000" cy="266700"/>
                      </a:xfrm>
                      <a:prstGeom prst="rect">
                        <a:avLst/>
                      </a:prstGeom>
                    </p:spPr>
                  </p:pic>
                </p:oleObj>
              </mc:Fallback>
            </mc:AlternateContent>
          </a:graphicData>
        </a:graphic>
      </p:graphicFrame>
      <p:graphicFrame>
        <p:nvGraphicFramePr>
          <p:cNvPr id="6" name="5 Objeto"/>
          <p:cNvGraphicFramePr>
            <a:graphicFrameLocks noChangeAspect="1"/>
          </p:cNvGraphicFramePr>
          <p:nvPr>
            <p:extLst>
              <p:ext uri="{D42A27DB-BD31-4B8C-83A1-F6EECF244321}">
                <p14:modId xmlns:p14="http://schemas.microsoft.com/office/powerpoint/2010/main" val="2237864093"/>
              </p:ext>
            </p:extLst>
          </p:nvPr>
        </p:nvGraphicFramePr>
        <p:xfrm>
          <a:off x="4860032" y="6453336"/>
          <a:ext cx="914400" cy="266700"/>
        </p:xfrm>
        <a:graphic>
          <a:graphicData uri="http://schemas.openxmlformats.org/presentationml/2006/ole">
            <mc:AlternateContent xmlns:mc="http://schemas.openxmlformats.org/markup-compatibility/2006">
              <mc:Choice xmlns:v="urn:schemas-microsoft-com:vml" Requires="v">
                <p:oleObj name="Equation" r:id="rId21" imgW="914400" imgH="266400" progId="Equation.DSMT4">
                  <p:embed/>
                </p:oleObj>
              </mc:Choice>
              <mc:Fallback>
                <p:oleObj name="Equation" r:id="rId21" imgW="914400" imgH="266400" progId="Equation.DSMT4">
                  <p:embed/>
                  <p:pic>
                    <p:nvPicPr>
                      <p:cNvPr id="0" name=""/>
                      <p:cNvPicPr/>
                      <p:nvPr/>
                    </p:nvPicPr>
                    <p:blipFill>
                      <a:blip r:embed="rId22"/>
                      <a:stretch>
                        <a:fillRect/>
                      </a:stretch>
                    </p:blipFill>
                    <p:spPr>
                      <a:xfrm>
                        <a:off x="4860032" y="6453336"/>
                        <a:ext cx="914400" cy="266700"/>
                      </a:xfrm>
                      <a:prstGeom prst="rect">
                        <a:avLst/>
                      </a:prstGeom>
                    </p:spPr>
                  </p:pic>
                </p:oleObj>
              </mc:Fallback>
            </mc:AlternateContent>
          </a:graphicData>
        </a:graphic>
      </p:graphicFrame>
      <p:sp>
        <p:nvSpPr>
          <p:cNvPr id="2" name="1 Flecha derecha"/>
          <p:cNvSpPr/>
          <p:nvPr/>
        </p:nvSpPr>
        <p:spPr bwMode="auto">
          <a:xfrm>
            <a:off x="8244408" y="6453336"/>
            <a:ext cx="720080" cy="216024"/>
          </a:xfrm>
          <a:prstGeom prst="rightArrow">
            <a:avLst/>
          </a:pr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s-CL" sz="1800" b="0" i="0" u="none" strike="noStrike" cap="none" normalizeH="0" baseline="0">
              <a:ln>
                <a:noFill/>
              </a:ln>
              <a:solidFill>
                <a:schemeClr val="tx1"/>
              </a:solidFill>
              <a:effectLst/>
              <a:latin typeface="Tahoma" pitchFamily="34" charset="0"/>
            </a:endParaRPr>
          </a:p>
        </p:txBody>
      </p:sp>
      <p:graphicFrame>
        <p:nvGraphicFramePr>
          <p:cNvPr id="7" name="6 Objeto"/>
          <p:cNvGraphicFramePr>
            <a:graphicFrameLocks noChangeAspect="1"/>
          </p:cNvGraphicFramePr>
          <p:nvPr>
            <p:extLst>
              <p:ext uri="{D42A27DB-BD31-4B8C-83A1-F6EECF244321}">
                <p14:modId xmlns:p14="http://schemas.microsoft.com/office/powerpoint/2010/main" val="656995305"/>
              </p:ext>
            </p:extLst>
          </p:nvPr>
        </p:nvGraphicFramePr>
        <p:xfrm>
          <a:off x="4067944" y="1562091"/>
          <a:ext cx="1155700" cy="1117600"/>
        </p:xfrm>
        <a:graphic>
          <a:graphicData uri="http://schemas.openxmlformats.org/presentationml/2006/ole">
            <mc:AlternateContent xmlns:mc="http://schemas.openxmlformats.org/markup-compatibility/2006">
              <mc:Choice xmlns:v="urn:schemas-microsoft-com:vml" Requires="v">
                <p:oleObj name="Equation" r:id="rId23" imgW="1155600" imgH="1117440" progId="Equation.DSMT4">
                  <p:embed/>
                </p:oleObj>
              </mc:Choice>
              <mc:Fallback>
                <p:oleObj name="Equation" r:id="rId23" imgW="1155600" imgH="1117440" progId="Equation.DSMT4">
                  <p:embed/>
                  <p:pic>
                    <p:nvPicPr>
                      <p:cNvPr id="0" name=""/>
                      <p:cNvPicPr/>
                      <p:nvPr/>
                    </p:nvPicPr>
                    <p:blipFill>
                      <a:blip r:embed="rId24"/>
                      <a:stretch>
                        <a:fillRect/>
                      </a:stretch>
                    </p:blipFill>
                    <p:spPr>
                      <a:xfrm>
                        <a:off x="4067944" y="1562091"/>
                        <a:ext cx="1155700" cy="1117600"/>
                      </a:xfrm>
                      <a:prstGeom prst="rect">
                        <a:avLst/>
                      </a:prstGeom>
                    </p:spPr>
                  </p:pic>
                </p:oleObj>
              </mc:Fallback>
            </mc:AlternateContent>
          </a:graphicData>
        </a:graphic>
      </p:graphicFrame>
      <p:graphicFrame>
        <p:nvGraphicFramePr>
          <p:cNvPr id="8" name="7 Objeto"/>
          <p:cNvGraphicFramePr>
            <a:graphicFrameLocks noChangeAspect="1"/>
          </p:cNvGraphicFramePr>
          <p:nvPr>
            <p:extLst>
              <p:ext uri="{D42A27DB-BD31-4B8C-83A1-F6EECF244321}">
                <p14:modId xmlns:p14="http://schemas.microsoft.com/office/powerpoint/2010/main" val="3836647769"/>
              </p:ext>
            </p:extLst>
          </p:nvPr>
        </p:nvGraphicFramePr>
        <p:xfrm>
          <a:off x="1606550" y="4149725"/>
          <a:ext cx="241300" cy="203200"/>
        </p:xfrm>
        <a:graphic>
          <a:graphicData uri="http://schemas.openxmlformats.org/presentationml/2006/ole">
            <mc:AlternateContent xmlns:mc="http://schemas.openxmlformats.org/markup-compatibility/2006">
              <mc:Choice xmlns:v="urn:schemas-microsoft-com:vml" Requires="v">
                <p:oleObj name="Equation" r:id="rId25" imgW="241200" imgH="203040" progId="Equation.DSMT4">
                  <p:embed/>
                </p:oleObj>
              </mc:Choice>
              <mc:Fallback>
                <p:oleObj name="Equation" r:id="rId25" imgW="241200" imgH="203040" progId="Equation.DSMT4">
                  <p:embed/>
                  <p:pic>
                    <p:nvPicPr>
                      <p:cNvPr id="0" name=""/>
                      <p:cNvPicPr/>
                      <p:nvPr/>
                    </p:nvPicPr>
                    <p:blipFill>
                      <a:blip r:embed="rId26"/>
                      <a:stretch>
                        <a:fillRect/>
                      </a:stretch>
                    </p:blipFill>
                    <p:spPr>
                      <a:xfrm>
                        <a:off x="1606550" y="4149725"/>
                        <a:ext cx="241300" cy="203200"/>
                      </a:xfrm>
                      <a:prstGeom prst="rect">
                        <a:avLst/>
                      </a:prstGeom>
                    </p:spPr>
                  </p:pic>
                </p:oleObj>
              </mc:Fallback>
            </mc:AlternateContent>
          </a:graphicData>
        </a:graphic>
      </p:graphicFrame>
      <p:graphicFrame>
        <p:nvGraphicFramePr>
          <p:cNvPr id="9" name="8 Objeto"/>
          <p:cNvGraphicFramePr>
            <a:graphicFrameLocks noChangeAspect="1"/>
          </p:cNvGraphicFramePr>
          <p:nvPr>
            <p:extLst>
              <p:ext uri="{D42A27DB-BD31-4B8C-83A1-F6EECF244321}">
                <p14:modId xmlns:p14="http://schemas.microsoft.com/office/powerpoint/2010/main" val="1172728531"/>
              </p:ext>
            </p:extLst>
          </p:nvPr>
        </p:nvGraphicFramePr>
        <p:xfrm>
          <a:off x="1733550" y="2293973"/>
          <a:ext cx="177800" cy="215900"/>
        </p:xfrm>
        <a:graphic>
          <a:graphicData uri="http://schemas.openxmlformats.org/presentationml/2006/ole">
            <mc:AlternateContent xmlns:mc="http://schemas.openxmlformats.org/markup-compatibility/2006">
              <mc:Choice xmlns:v="urn:schemas-microsoft-com:vml" Requires="v">
                <p:oleObj name="Equation" r:id="rId27" imgW="177480" imgH="215640" progId="Equation.DSMT4">
                  <p:embed/>
                </p:oleObj>
              </mc:Choice>
              <mc:Fallback>
                <p:oleObj name="Equation" r:id="rId27" imgW="177480" imgH="215640" progId="Equation.DSMT4">
                  <p:embed/>
                  <p:pic>
                    <p:nvPicPr>
                      <p:cNvPr id="0" name=""/>
                      <p:cNvPicPr/>
                      <p:nvPr/>
                    </p:nvPicPr>
                    <p:blipFill>
                      <a:blip r:embed="rId28"/>
                      <a:stretch>
                        <a:fillRect/>
                      </a:stretch>
                    </p:blipFill>
                    <p:spPr>
                      <a:xfrm>
                        <a:off x="1733550" y="2293973"/>
                        <a:ext cx="177800" cy="215900"/>
                      </a:xfrm>
                      <a:prstGeom prst="rect">
                        <a:avLst/>
                      </a:prstGeom>
                    </p:spPr>
                  </p:pic>
                </p:oleObj>
              </mc:Fallback>
            </mc:AlternateContent>
          </a:graphicData>
        </a:graphic>
      </p:graphicFrame>
      <p:graphicFrame>
        <p:nvGraphicFramePr>
          <p:cNvPr id="10" name="9 Objeto"/>
          <p:cNvGraphicFramePr>
            <a:graphicFrameLocks noChangeAspect="1"/>
          </p:cNvGraphicFramePr>
          <p:nvPr>
            <p:extLst>
              <p:ext uri="{D42A27DB-BD31-4B8C-83A1-F6EECF244321}">
                <p14:modId xmlns:p14="http://schemas.microsoft.com/office/powerpoint/2010/main" val="1994639353"/>
              </p:ext>
            </p:extLst>
          </p:nvPr>
        </p:nvGraphicFramePr>
        <p:xfrm>
          <a:off x="8583613" y="2235994"/>
          <a:ext cx="165100" cy="203200"/>
        </p:xfrm>
        <a:graphic>
          <a:graphicData uri="http://schemas.openxmlformats.org/presentationml/2006/ole">
            <mc:AlternateContent xmlns:mc="http://schemas.openxmlformats.org/markup-compatibility/2006">
              <mc:Choice xmlns:v="urn:schemas-microsoft-com:vml" Requires="v">
                <p:oleObj name="Equation" r:id="rId29" imgW="164880" imgH="203040" progId="Equation.DSMT4">
                  <p:embed/>
                </p:oleObj>
              </mc:Choice>
              <mc:Fallback>
                <p:oleObj name="Equation" r:id="rId29" imgW="164880" imgH="203040" progId="Equation.DSMT4">
                  <p:embed/>
                  <p:pic>
                    <p:nvPicPr>
                      <p:cNvPr id="0" name=""/>
                      <p:cNvPicPr/>
                      <p:nvPr/>
                    </p:nvPicPr>
                    <p:blipFill>
                      <a:blip r:embed="rId30"/>
                      <a:stretch>
                        <a:fillRect/>
                      </a:stretch>
                    </p:blipFill>
                    <p:spPr>
                      <a:xfrm>
                        <a:off x="8583613" y="2235994"/>
                        <a:ext cx="165100" cy="203200"/>
                      </a:xfrm>
                      <a:prstGeom prst="rect">
                        <a:avLst/>
                      </a:prstGeom>
                    </p:spPr>
                  </p:pic>
                </p:oleObj>
              </mc:Fallback>
            </mc:AlternateContent>
          </a:graphicData>
        </a:graphic>
      </p:graphicFrame>
      <p:cxnSp>
        <p:nvCxnSpPr>
          <p:cNvPr id="45" name="11 Conector recto"/>
          <p:cNvCxnSpPr>
            <a:cxnSpLocks noChangeShapeType="1"/>
          </p:cNvCxnSpPr>
          <p:nvPr/>
        </p:nvCxnSpPr>
        <p:spPr bwMode="auto">
          <a:xfrm flipH="1" flipV="1">
            <a:off x="1551831" y="2401923"/>
            <a:ext cx="309562" cy="979488"/>
          </a:xfrm>
          <a:prstGeom prst="line">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6" name="15 Objeto"/>
          <p:cNvGraphicFramePr>
            <a:graphicFrameLocks noChangeAspect="1"/>
          </p:cNvGraphicFramePr>
          <p:nvPr>
            <p:extLst>
              <p:ext uri="{D42A27DB-BD31-4B8C-83A1-F6EECF244321}">
                <p14:modId xmlns:p14="http://schemas.microsoft.com/office/powerpoint/2010/main" val="1145540701"/>
              </p:ext>
            </p:extLst>
          </p:nvPr>
        </p:nvGraphicFramePr>
        <p:xfrm>
          <a:off x="6637338" y="1908960"/>
          <a:ext cx="177800" cy="215900"/>
        </p:xfrm>
        <a:graphic>
          <a:graphicData uri="http://schemas.openxmlformats.org/presentationml/2006/ole">
            <mc:AlternateContent xmlns:mc="http://schemas.openxmlformats.org/markup-compatibility/2006">
              <mc:Choice xmlns:v="urn:schemas-microsoft-com:vml" Requires="v">
                <p:oleObj name="Equation" r:id="rId27" imgW="177480" imgH="215640" progId="Equation.DSMT4">
                  <p:embed/>
                </p:oleObj>
              </mc:Choice>
              <mc:Fallback>
                <p:oleObj name="Equation" r:id="rId27" imgW="177480" imgH="215640" progId="Equation.DSMT4">
                  <p:embed/>
                  <p:pic>
                    <p:nvPicPr>
                      <p:cNvPr id="0" name="8 Objeto"/>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637338" y="1908960"/>
                        <a:ext cx="1778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8" name="2 Conector recto"/>
          <p:cNvCxnSpPr>
            <a:cxnSpLocks noChangeShapeType="1"/>
          </p:cNvCxnSpPr>
          <p:nvPr/>
        </p:nvCxnSpPr>
        <p:spPr bwMode="auto">
          <a:xfrm>
            <a:off x="382588" y="3400424"/>
            <a:ext cx="12700" cy="1228725"/>
          </a:xfrm>
          <a:prstGeom prst="line">
            <a:avLst/>
          </a:prstGeom>
          <a:noFill/>
          <a:ln w="28575" algn="ctr">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7" name="16 Objeto"/>
          <p:cNvGraphicFramePr>
            <a:graphicFrameLocks noChangeAspect="1"/>
          </p:cNvGraphicFramePr>
          <p:nvPr>
            <p:extLst>
              <p:ext uri="{D42A27DB-BD31-4B8C-83A1-F6EECF244321}">
                <p14:modId xmlns:p14="http://schemas.microsoft.com/office/powerpoint/2010/main" val="3535341962"/>
              </p:ext>
            </p:extLst>
          </p:nvPr>
        </p:nvGraphicFramePr>
        <p:xfrm>
          <a:off x="6571457" y="3811587"/>
          <a:ext cx="241300" cy="203200"/>
        </p:xfrm>
        <a:graphic>
          <a:graphicData uri="http://schemas.openxmlformats.org/presentationml/2006/ole">
            <mc:AlternateContent xmlns:mc="http://schemas.openxmlformats.org/markup-compatibility/2006">
              <mc:Choice xmlns:v="urn:schemas-microsoft-com:vml" Requires="v">
                <p:oleObj name="Equation" r:id="rId25" imgW="241200" imgH="203040" progId="Equation.DSMT4">
                  <p:embed/>
                </p:oleObj>
              </mc:Choice>
              <mc:Fallback>
                <p:oleObj name="Equation" r:id="rId25" imgW="241200" imgH="203040" progId="Equation.DSMT4">
                  <p:embed/>
                  <p:pic>
                    <p:nvPicPr>
                      <p:cNvPr id="0" name="7 Objeto"/>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571457" y="3811587"/>
                        <a:ext cx="2413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0" name="5 Conector recto"/>
          <p:cNvCxnSpPr>
            <a:cxnSpLocks noChangeShapeType="1"/>
          </p:cNvCxnSpPr>
          <p:nvPr/>
        </p:nvCxnSpPr>
        <p:spPr bwMode="auto">
          <a:xfrm flipV="1">
            <a:off x="1850082" y="2755936"/>
            <a:ext cx="1592263" cy="614362"/>
          </a:xfrm>
          <a:prstGeom prst="line">
            <a:avLst/>
          </a:prstGeom>
          <a:noFill/>
          <a:ln w="28575"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51" name="50 Objeto"/>
          <p:cNvGraphicFramePr>
            <a:graphicFrameLocks noChangeAspect="1"/>
          </p:cNvGraphicFramePr>
          <p:nvPr>
            <p:extLst>
              <p:ext uri="{D42A27DB-BD31-4B8C-83A1-F6EECF244321}">
                <p14:modId xmlns:p14="http://schemas.microsoft.com/office/powerpoint/2010/main" val="2122902365"/>
              </p:ext>
            </p:extLst>
          </p:nvPr>
        </p:nvGraphicFramePr>
        <p:xfrm>
          <a:off x="3449638" y="2804354"/>
          <a:ext cx="165100" cy="203200"/>
        </p:xfrm>
        <a:graphic>
          <a:graphicData uri="http://schemas.openxmlformats.org/presentationml/2006/ole">
            <mc:AlternateContent xmlns:mc="http://schemas.openxmlformats.org/markup-compatibility/2006">
              <mc:Choice xmlns:v="urn:schemas-microsoft-com:vml" Requires="v">
                <p:oleObj name="Equation" r:id="rId29" imgW="164880" imgH="203040" progId="Equation.DSMT4">
                  <p:embed/>
                </p:oleObj>
              </mc:Choice>
              <mc:Fallback>
                <p:oleObj name="Equation" r:id="rId29" imgW="164880" imgH="203040" progId="Equation.DSMT4">
                  <p:embed/>
                  <p:pic>
                    <p:nvPicPr>
                      <p:cNvPr id="0" name=""/>
                      <p:cNvPicPr/>
                      <p:nvPr/>
                    </p:nvPicPr>
                    <p:blipFill>
                      <a:blip r:embed="rId30"/>
                      <a:stretch>
                        <a:fillRect/>
                      </a:stretch>
                    </p:blipFill>
                    <p:spPr>
                      <a:xfrm>
                        <a:off x="3449638" y="2804354"/>
                        <a:ext cx="165100" cy="203200"/>
                      </a:xfrm>
                      <a:prstGeom prst="rect">
                        <a:avLst/>
                      </a:prstGeom>
                    </p:spPr>
                  </p:pic>
                </p:oleObj>
              </mc:Fallback>
            </mc:AlternateContent>
          </a:graphicData>
        </a:graphic>
      </p:graphicFrame>
    </p:spTree>
    <p:extLst>
      <p:ext uri="{BB962C8B-B14F-4D97-AF65-F5344CB8AC3E}">
        <p14:creationId xmlns:p14="http://schemas.microsoft.com/office/powerpoint/2010/main" val="2770635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a:spLocks noChangeArrowheads="1"/>
          </p:cNvSpPr>
          <p:nvPr/>
        </p:nvSpPr>
        <p:spPr bwMode="auto">
          <a:xfrm>
            <a:off x="250825" y="981075"/>
            <a:ext cx="83534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MX" altLang="es-CL" sz="1600" dirty="0"/>
              <a:t>6.-  Una masa de 20 kg </a:t>
            </a:r>
            <a:r>
              <a:rPr lang="es-MX" altLang="es-CL" sz="1600" dirty="0">
                <a:solidFill>
                  <a:srgbClr val="FF0000"/>
                </a:solidFill>
              </a:rPr>
              <a:t>reposa</a:t>
            </a:r>
            <a:r>
              <a:rPr lang="es-MX" altLang="es-CL" sz="1600" dirty="0"/>
              <a:t> en una superficie sin rozamiento inclinada 30° con la horizontal unida a un resorte que se alarga 24 cm al sujetarla. ¿Cuál es la constante elástica del resorte? </a:t>
            </a:r>
            <a:endParaRPr lang="es-CL" altLang="es-CL" sz="1600" dirty="0"/>
          </a:p>
        </p:txBody>
      </p:sp>
      <p:pic>
        <p:nvPicPr>
          <p:cNvPr id="6"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hidden">
          <a:xfrm>
            <a:off x="5621338" y="1916113"/>
            <a:ext cx="2962275"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cxnSp>
        <p:nvCxnSpPr>
          <p:cNvPr id="8" name="7 Conector recto de flecha"/>
          <p:cNvCxnSpPr/>
          <p:nvPr/>
        </p:nvCxnSpPr>
        <p:spPr bwMode="auto">
          <a:xfrm>
            <a:off x="6876256" y="2597150"/>
            <a:ext cx="0" cy="1263898"/>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9" name="8 Objeto"/>
          <p:cNvGraphicFramePr>
            <a:graphicFrameLocks noChangeAspect="1"/>
          </p:cNvGraphicFramePr>
          <p:nvPr>
            <p:extLst>
              <p:ext uri="{D42A27DB-BD31-4B8C-83A1-F6EECF244321}">
                <p14:modId xmlns:p14="http://schemas.microsoft.com/office/powerpoint/2010/main" val="4142650692"/>
              </p:ext>
            </p:extLst>
          </p:nvPr>
        </p:nvGraphicFramePr>
        <p:xfrm>
          <a:off x="6610656" y="3429000"/>
          <a:ext cx="241300" cy="203200"/>
        </p:xfrm>
        <a:graphic>
          <a:graphicData uri="http://schemas.openxmlformats.org/presentationml/2006/ole">
            <mc:AlternateContent xmlns:mc="http://schemas.openxmlformats.org/markup-compatibility/2006">
              <mc:Choice xmlns:v="urn:schemas-microsoft-com:vml" Requires="v">
                <p:oleObj name="Equation" r:id="rId3" imgW="241200" imgH="203040" progId="Equation.DSMT4">
                  <p:embed/>
                </p:oleObj>
              </mc:Choice>
              <mc:Fallback>
                <p:oleObj name="Equation" r:id="rId3" imgW="241200" imgH="203040" progId="Equation.DSMT4">
                  <p:embed/>
                  <p:pic>
                    <p:nvPicPr>
                      <p:cNvPr id="0" name=""/>
                      <p:cNvPicPr/>
                      <p:nvPr/>
                    </p:nvPicPr>
                    <p:blipFill>
                      <a:blip r:embed="rId4"/>
                      <a:stretch>
                        <a:fillRect/>
                      </a:stretch>
                    </p:blipFill>
                    <p:spPr>
                      <a:xfrm>
                        <a:off x="6610656" y="3429000"/>
                        <a:ext cx="241300" cy="203200"/>
                      </a:xfrm>
                      <a:prstGeom prst="rect">
                        <a:avLst/>
                      </a:prstGeom>
                    </p:spPr>
                  </p:pic>
                </p:oleObj>
              </mc:Fallback>
            </mc:AlternateContent>
          </a:graphicData>
        </a:graphic>
      </p:graphicFrame>
      <p:cxnSp>
        <p:nvCxnSpPr>
          <p:cNvPr id="11" name="10 Conector recto de flecha"/>
          <p:cNvCxnSpPr/>
          <p:nvPr/>
        </p:nvCxnSpPr>
        <p:spPr bwMode="auto">
          <a:xfrm flipH="1" flipV="1">
            <a:off x="6512118" y="1566407"/>
            <a:ext cx="364138" cy="1030743"/>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2" name="11 Objeto"/>
          <p:cNvGraphicFramePr>
            <a:graphicFrameLocks noChangeAspect="1"/>
          </p:cNvGraphicFramePr>
          <p:nvPr>
            <p:extLst>
              <p:ext uri="{D42A27DB-BD31-4B8C-83A1-F6EECF244321}">
                <p14:modId xmlns:p14="http://schemas.microsoft.com/office/powerpoint/2010/main" val="2706190452"/>
              </p:ext>
            </p:extLst>
          </p:nvPr>
        </p:nvGraphicFramePr>
        <p:xfrm>
          <a:off x="6358172" y="1711410"/>
          <a:ext cx="177800" cy="215900"/>
        </p:xfrm>
        <a:graphic>
          <a:graphicData uri="http://schemas.openxmlformats.org/presentationml/2006/ole">
            <mc:AlternateContent xmlns:mc="http://schemas.openxmlformats.org/markup-compatibility/2006">
              <mc:Choice xmlns:v="urn:schemas-microsoft-com:vml" Requires="v">
                <p:oleObj name="Equation" r:id="rId5" imgW="177480" imgH="215640" progId="Equation.DSMT4">
                  <p:embed/>
                </p:oleObj>
              </mc:Choice>
              <mc:Fallback>
                <p:oleObj name="Equation" r:id="rId5" imgW="177480" imgH="215640" progId="Equation.DSMT4">
                  <p:embed/>
                  <p:pic>
                    <p:nvPicPr>
                      <p:cNvPr id="0" name=""/>
                      <p:cNvPicPr/>
                      <p:nvPr/>
                    </p:nvPicPr>
                    <p:blipFill>
                      <a:blip r:embed="rId6"/>
                      <a:stretch>
                        <a:fillRect/>
                      </a:stretch>
                    </p:blipFill>
                    <p:spPr>
                      <a:xfrm>
                        <a:off x="6358172" y="1711410"/>
                        <a:ext cx="177800" cy="215900"/>
                      </a:xfrm>
                      <a:prstGeom prst="rect">
                        <a:avLst/>
                      </a:prstGeom>
                    </p:spPr>
                  </p:pic>
                </p:oleObj>
              </mc:Fallback>
            </mc:AlternateContent>
          </a:graphicData>
        </a:graphic>
      </p:graphicFrame>
      <p:cxnSp>
        <p:nvCxnSpPr>
          <p:cNvPr id="14" name="13 Conector recto de flecha"/>
          <p:cNvCxnSpPr/>
          <p:nvPr/>
        </p:nvCxnSpPr>
        <p:spPr bwMode="auto">
          <a:xfrm flipV="1">
            <a:off x="1836454" y="3101009"/>
            <a:ext cx="1208896" cy="451623"/>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5" name="14 Objeto"/>
          <p:cNvGraphicFramePr>
            <a:graphicFrameLocks noChangeAspect="1"/>
          </p:cNvGraphicFramePr>
          <p:nvPr>
            <p:extLst>
              <p:ext uri="{D42A27DB-BD31-4B8C-83A1-F6EECF244321}">
                <p14:modId xmlns:p14="http://schemas.microsoft.com/office/powerpoint/2010/main" val="3030603144"/>
              </p:ext>
            </p:extLst>
          </p:nvPr>
        </p:nvGraphicFramePr>
        <p:xfrm>
          <a:off x="2700550" y="2753428"/>
          <a:ext cx="165100" cy="203200"/>
        </p:xfrm>
        <a:graphic>
          <a:graphicData uri="http://schemas.openxmlformats.org/presentationml/2006/ole">
            <mc:AlternateContent xmlns:mc="http://schemas.openxmlformats.org/markup-compatibility/2006">
              <mc:Choice xmlns:v="urn:schemas-microsoft-com:vml" Requires="v">
                <p:oleObj name="Equation" r:id="rId7" imgW="164880" imgH="203040" progId="Equation.DSMT4">
                  <p:embed/>
                </p:oleObj>
              </mc:Choice>
              <mc:Fallback>
                <p:oleObj name="Equation" r:id="rId7" imgW="164880" imgH="203040" progId="Equation.DSMT4">
                  <p:embed/>
                  <p:pic>
                    <p:nvPicPr>
                      <p:cNvPr id="0" name=""/>
                      <p:cNvPicPr/>
                      <p:nvPr/>
                    </p:nvPicPr>
                    <p:blipFill>
                      <a:blip r:embed="rId8"/>
                      <a:stretch>
                        <a:fillRect/>
                      </a:stretch>
                    </p:blipFill>
                    <p:spPr>
                      <a:xfrm>
                        <a:off x="2700550" y="2753428"/>
                        <a:ext cx="165100" cy="203200"/>
                      </a:xfrm>
                      <a:prstGeom prst="rect">
                        <a:avLst/>
                      </a:prstGeom>
                    </p:spPr>
                  </p:pic>
                </p:oleObj>
              </mc:Fallback>
            </mc:AlternateContent>
          </a:graphicData>
        </a:graphic>
      </p:graphicFrame>
      <p:grpSp>
        <p:nvGrpSpPr>
          <p:cNvPr id="23" name="22 Grupo"/>
          <p:cNvGrpSpPr/>
          <p:nvPr/>
        </p:nvGrpSpPr>
        <p:grpSpPr>
          <a:xfrm>
            <a:off x="961152" y="2101517"/>
            <a:ext cx="2729420" cy="2420124"/>
            <a:chOff x="1259632" y="2356098"/>
            <a:chExt cx="2729420" cy="2420124"/>
          </a:xfrm>
        </p:grpSpPr>
        <p:cxnSp>
          <p:nvCxnSpPr>
            <p:cNvPr id="17" name="16 Conector recto"/>
            <p:cNvCxnSpPr/>
            <p:nvPr/>
          </p:nvCxnSpPr>
          <p:spPr bwMode="auto">
            <a:xfrm flipV="1">
              <a:off x="1259632" y="3229099"/>
              <a:ext cx="2430940" cy="899632"/>
            </a:xfrm>
            <a:prstGeom prst="line">
              <a:avLst/>
            </a:prstGeom>
            <a:solidFill>
              <a:schemeClr val="accent1"/>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17 Conector recto"/>
            <p:cNvCxnSpPr/>
            <p:nvPr/>
          </p:nvCxnSpPr>
          <p:spPr bwMode="auto">
            <a:xfrm flipH="1" flipV="1">
              <a:off x="1742883" y="2708920"/>
              <a:ext cx="748312" cy="2067302"/>
            </a:xfrm>
            <a:prstGeom prst="line">
              <a:avLst/>
            </a:prstGeom>
            <a:solidFill>
              <a:schemeClr val="accent1"/>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20 CuadroTexto"/>
            <p:cNvSpPr txBox="1"/>
            <p:nvPr/>
          </p:nvSpPr>
          <p:spPr>
            <a:xfrm>
              <a:off x="3690572" y="3044433"/>
              <a:ext cx="298480" cy="369332"/>
            </a:xfrm>
            <a:prstGeom prst="rect">
              <a:avLst/>
            </a:prstGeom>
            <a:noFill/>
          </p:spPr>
          <p:txBody>
            <a:bodyPr wrap="none" rtlCol="0">
              <a:spAutoFit/>
            </a:bodyPr>
            <a:lstStyle/>
            <a:p>
              <a:r>
                <a:rPr lang="es-CL" dirty="0"/>
                <a:t>x</a:t>
              </a:r>
            </a:p>
          </p:txBody>
        </p:sp>
        <p:sp>
          <p:nvSpPr>
            <p:cNvPr id="22" name="21 CuadroTexto"/>
            <p:cNvSpPr txBox="1"/>
            <p:nvPr/>
          </p:nvSpPr>
          <p:spPr>
            <a:xfrm>
              <a:off x="1593643" y="2356098"/>
              <a:ext cx="298480" cy="369332"/>
            </a:xfrm>
            <a:prstGeom prst="rect">
              <a:avLst/>
            </a:prstGeom>
            <a:noFill/>
          </p:spPr>
          <p:txBody>
            <a:bodyPr wrap="none" rtlCol="0">
              <a:spAutoFit/>
            </a:bodyPr>
            <a:lstStyle/>
            <a:p>
              <a:r>
                <a:rPr lang="es-CL" dirty="0"/>
                <a:t>y</a:t>
              </a:r>
            </a:p>
          </p:txBody>
        </p:sp>
      </p:grpSp>
      <p:cxnSp>
        <p:nvCxnSpPr>
          <p:cNvPr id="24" name="23 Conector recto de flecha"/>
          <p:cNvCxnSpPr/>
          <p:nvPr/>
        </p:nvCxnSpPr>
        <p:spPr bwMode="auto">
          <a:xfrm>
            <a:off x="1836454" y="3520827"/>
            <a:ext cx="0" cy="1263898"/>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5" name="24 Objeto"/>
          <p:cNvGraphicFramePr>
            <a:graphicFrameLocks noChangeAspect="1"/>
          </p:cNvGraphicFramePr>
          <p:nvPr>
            <p:extLst>
              <p:ext uri="{D42A27DB-BD31-4B8C-83A1-F6EECF244321}">
                <p14:modId xmlns:p14="http://schemas.microsoft.com/office/powerpoint/2010/main" val="1682193611"/>
              </p:ext>
            </p:extLst>
          </p:nvPr>
        </p:nvGraphicFramePr>
        <p:xfrm>
          <a:off x="1570854" y="4352677"/>
          <a:ext cx="241300" cy="203200"/>
        </p:xfrm>
        <a:graphic>
          <a:graphicData uri="http://schemas.openxmlformats.org/presentationml/2006/ole">
            <mc:AlternateContent xmlns:mc="http://schemas.openxmlformats.org/markup-compatibility/2006">
              <mc:Choice xmlns:v="urn:schemas-microsoft-com:vml" Requires="v">
                <p:oleObj name="Equation" r:id="rId9" imgW="241200" imgH="203040" progId="Equation.DSMT4">
                  <p:embed/>
                </p:oleObj>
              </mc:Choice>
              <mc:Fallback>
                <p:oleObj name="Equation" r:id="rId9" imgW="241200" imgH="203040" progId="Equation.DSMT4">
                  <p:embed/>
                  <p:pic>
                    <p:nvPicPr>
                      <p:cNvPr id="0" name=""/>
                      <p:cNvPicPr/>
                      <p:nvPr/>
                    </p:nvPicPr>
                    <p:blipFill>
                      <a:blip r:embed="rId10"/>
                      <a:stretch>
                        <a:fillRect/>
                      </a:stretch>
                    </p:blipFill>
                    <p:spPr>
                      <a:xfrm>
                        <a:off x="1570854" y="4352677"/>
                        <a:ext cx="241300" cy="203200"/>
                      </a:xfrm>
                      <a:prstGeom prst="rect">
                        <a:avLst/>
                      </a:prstGeom>
                    </p:spPr>
                  </p:pic>
                </p:oleObj>
              </mc:Fallback>
            </mc:AlternateContent>
          </a:graphicData>
        </a:graphic>
      </p:graphicFrame>
      <p:cxnSp>
        <p:nvCxnSpPr>
          <p:cNvPr id="26" name="25 Conector recto de flecha"/>
          <p:cNvCxnSpPr/>
          <p:nvPr/>
        </p:nvCxnSpPr>
        <p:spPr bwMode="auto">
          <a:xfrm flipH="1" flipV="1">
            <a:off x="1480267" y="2521888"/>
            <a:ext cx="364138" cy="1030743"/>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7" name="26 Objeto"/>
          <p:cNvGraphicFramePr>
            <a:graphicFrameLocks noChangeAspect="1"/>
          </p:cNvGraphicFramePr>
          <p:nvPr>
            <p:extLst>
              <p:ext uri="{D42A27DB-BD31-4B8C-83A1-F6EECF244321}">
                <p14:modId xmlns:p14="http://schemas.microsoft.com/office/powerpoint/2010/main" val="1795660360"/>
              </p:ext>
            </p:extLst>
          </p:nvPr>
        </p:nvGraphicFramePr>
        <p:xfrm>
          <a:off x="1326321" y="2666891"/>
          <a:ext cx="177800" cy="215900"/>
        </p:xfrm>
        <a:graphic>
          <a:graphicData uri="http://schemas.openxmlformats.org/presentationml/2006/ole">
            <mc:AlternateContent xmlns:mc="http://schemas.openxmlformats.org/markup-compatibility/2006">
              <mc:Choice xmlns:v="urn:schemas-microsoft-com:vml" Requires="v">
                <p:oleObj name="Equation" r:id="rId11" imgW="177480" imgH="215640" progId="Equation.DSMT4">
                  <p:embed/>
                </p:oleObj>
              </mc:Choice>
              <mc:Fallback>
                <p:oleObj name="Equation" r:id="rId11" imgW="177480" imgH="215640" progId="Equation.DSMT4">
                  <p:embed/>
                  <p:pic>
                    <p:nvPicPr>
                      <p:cNvPr id="0" name=""/>
                      <p:cNvPicPr/>
                      <p:nvPr/>
                    </p:nvPicPr>
                    <p:blipFill>
                      <a:blip r:embed="rId12"/>
                      <a:stretch>
                        <a:fillRect/>
                      </a:stretch>
                    </p:blipFill>
                    <p:spPr>
                      <a:xfrm>
                        <a:off x="1326321" y="2666891"/>
                        <a:ext cx="177800" cy="215900"/>
                      </a:xfrm>
                      <a:prstGeom prst="rect">
                        <a:avLst/>
                      </a:prstGeom>
                    </p:spPr>
                  </p:pic>
                </p:oleObj>
              </mc:Fallback>
            </mc:AlternateContent>
          </a:graphicData>
        </a:graphic>
      </p:graphicFrame>
      <p:graphicFrame>
        <p:nvGraphicFramePr>
          <p:cNvPr id="29" name="28 Objeto"/>
          <p:cNvGraphicFramePr>
            <a:graphicFrameLocks noChangeAspect="1"/>
          </p:cNvGraphicFramePr>
          <p:nvPr>
            <p:extLst>
              <p:ext uri="{D42A27DB-BD31-4B8C-83A1-F6EECF244321}">
                <p14:modId xmlns:p14="http://schemas.microsoft.com/office/powerpoint/2010/main" val="973136039"/>
              </p:ext>
            </p:extLst>
          </p:nvPr>
        </p:nvGraphicFramePr>
        <p:xfrm>
          <a:off x="1818559" y="3825450"/>
          <a:ext cx="254000" cy="177800"/>
        </p:xfrm>
        <a:graphic>
          <a:graphicData uri="http://schemas.openxmlformats.org/presentationml/2006/ole">
            <mc:AlternateContent xmlns:mc="http://schemas.openxmlformats.org/markup-compatibility/2006">
              <mc:Choice xmlns:v="urn:schemas-microsoft-com:vml" Requires="v">
                <p:oleObj name="Equation" r:id="rId13" imgW="253800" imgH="177480" progId="Equation.DSMT4">
                  <p:embed/>
                </p:oleObj>
              </mc:Choice>
              <mc:Fallback>
                <p:oleObj name="Equation" r:id="rId13" imgW="253800" imgH="177480" progId="Equation.DSMT4">
                  <p:embed/>
                  <p:pic>
                    <p:nvPicPr>
                      <p:cNvPr id="0" name=""/>
                      <p:cNvPicPr/>
                      <p:nvPr/>
                    </p:nvPicPr>
                    <p:blipFill>
                      <a:blip r:embed="rId14"/>
                      <a:stretch>
                        <a:fillRect/>
                      </a:stretch>
                    </p:blipFill>
                    <p:spPr>
                      <a:xfrm>
                        <a:off x="1818559" y="3825450"/>
                        <a:ext cx="254000" cy="177800"/>
                      </a:xfrm>
                      <a:prstGeom prst="rect">
                        <a:avLst/>
                      </a:prstGeom>
                    </p:spPr>
                  </p:pic>
                </p:oleObj>
              </mc:Fallback>
            </mc:AlternateContent>
          </a:graphicData>
        </a:graphic>
      </p:graphicFrame>
      <p:cxnSp>
        <p:nvCxnSpPr>
          <p:cNvPr id="31" name="30 Conector recto de flecha"/>
          <p:cNvCxnSpPr/>
          <p:nvPr/>
        </p:nvCxnSpPr>
        <p:spPr bwMode="auto">
          <a:xfrm>
            <a:off x="1844405" y="3552632"/>
            <a:ext cx="389912" cy="1075027"/>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32 Conector recto de flecha"/>
          <p:cNvCxnSpPr/>
          <p:nvPr/>
        </p:nvCxnSpPr>
        <p:spPr bwMode="auto">
          <a:xfrm flipH="1">
            <a:off x="1818559" y="4627659"/>
            <a:ext cx="415758" cy="157066"/>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4" name="33 Objeto"/>
          <p:cNvGraphicFramePr>
            <a:graphicFrameLocks noChangeAspect="1"/>
          </p:cNvGraphicFramePr>
          <p:nvPr>
            <p:extLst>
              <p:ext uri="{D42A27DB-BD31-4B8C-83A1-F6EECF244321}">
                <p14:modId xmlns:p14="http://schemas.microsoft.com/office/powerpoint/2010/main" val="2352121970"/>
              </p:ext>
            </p:extLst>
          </p:nvPr>
        </p:nvGraphicFramePr>
        <p:xfrm>
          <a:off x="2047759" y="3949576"/>
          <a:ext cx="698500" cy="203200"/>
        </p:xfrm>
        <a:graphic>
          <a:graphicData uri="http://schemas.openxmlformats.org/presentationml/2006/ole">
            <mc:AlternateContent xmlns:mc="http://schemas.openxmlformats.org/markup-compatibility/2006">
              <mc:Choice xmlns:v="urn:schemas-microsoft-com:vml" Requires="v">
                <p:oleObj name="Equation" r:id="rId15" imgW="698400" imgH="203040" progId="Equation.DSMT4">
                  <p:embed/>
                </p:oleObj>
              </mc:Choice>
              <mc:Fallback>
                <p:oleObj name="Equation" r:id="rId15" imgW="698400" imgH="203040" progId="Equation.DSMT4">
                  <p:embed/>
                  <p:pic>
                    <p:nvPicPr>
                      <p:cNvPr id="0" name=""/>
                      <p:cNvPicPr/>
                      <p:nvPr/>
                    </p:nvPicPr>
                    <p:blipFill>
                      <a:blip r:embed="rId16"/>
                      <a:stretch>
                        <a:fillRect/>
                      </a:stretch>
                    </p:blipFill>
                    <p:spPr>
                      <a:xfrm>
                        <a:off x="2047759" y="3949576"/>
                        <a:ext cx="698500" cy="203200"/>
                      </a:xfrm>
                      <a:prstGeom prst="rect">
                        <a:avLst/>
                      </a:prstGeom>
                    </p:spPr>
                  </p:pic>
                </p:oleObj>
              </mc:Fallback>
            </mc:AlternateContent>
          </a:graphicData>
        </a:graphic>
      </p:graphicFrame>
      <p:graphicFrame>
        <p:nvGraphicFramePr>
          <p:cNvPr id="35" name="34 Objeto"/>
          <p:cNvGraphicFramePr>
            <a:graphicFrameLocks noChangeAspect="1"/>
          </p:cNvGraphicFramePr>
          <p:nvPr>
            <p:extLst>
              <p:ext uri="{D42A27DB-BD31-4B8C-83A1-F6EECF244321}">
                <p14:modId xmlns:p14="http://schemas.microsoft.com/office/powerpoint/2010/main" val="879851310"/>
              </p:ext>
            </p:extLst>
          </p:nvPr>
        </p:nvGraphicFramePr>
        <p:xfrm>
          <a:off x="2039361" y="4683125"/>
          <a:ext cx="673100" cy="203200"/>
        </p:xfrm>
        <a:graphic>
          <a:graphicData uri="http://schemas.openxmlformats.org/presentationml/2006/ole">
            <mc:AlternateContent xmlns:mc="http://schemas.openxmlformats.org/markup-compatibility/2006">
              <mc:Choice xmlns:v="urn:schemas-microsoft-com:vml" Requires="v">
                <p:oleObj name="Equation" r:id="rId17" imgW="672840" imgH="203040" progId="Equation.DSMT4">
                  <p:embed/>
                </p:oleObj>
              </mc:Choice>
              <mc:Fallback>
                <p:oleObj name="Equation" r:id="rId17" imgW="672840" imgH="203040" progId="Equation.DSMT4">
                  <p:embed/>
                  <p:pic>
                    <p:nvPicPr>
                      <p:cNvPr id="0" name=""/>
                      <p:cNvPicPr/>
                      <p:nvPr/>
                    </p:nvPicPr>
                    <p:blipFill>
                      <a:blip r:embed="rId18"/>
                      <a:stretch>
                        <a:fillRect/>
                      </a:stretch>
                    </p:blipFill>
                    <p:spPr>
                      <a:xfrm>
                        <a:off x="2039361" y="4683125"/>
                        <a:ext cx="673100" cy="203200"/>
                      </a:xfrm>
                      <a:prstGeom prst="rect">
                        <a:avLst/>
                      </a:prstGeom>
                    </p:spPr>
                  </p:pic>
                </p:oleObj>
              </mc:Fallback>
            </mc:AlternateContent>
          </a:graphicData>
        </a:graphic>
      </p:graphicFrame>
      <p:graphicFrame>
        <p:nvGraphicFramePr>
          <p:cNvPr id="37" name="36 Objeto"/>
          <p:cNvGraphicFramePr>
            <a:graphicFrameLocks noChangeAspect="1"/>
          </p:cNvGraphicFramePr>
          <p:nvPr>
            <p:extLst>
              <p:ext uri="{D42A27DB-BD31-4B8C-83A1-F6EECF244321}">
                <p14:modId xmlns:p14="http://schemas.microsoft.com/office/powerpoint/2010/main" val="395167185"/>
              </p:ext>
            </p:extLst>
          </p:nvPr>
        </p:nvGraphicFramePr>
        <p:xfrm>
          <a:off x="5438775" y="4178741"/>
          <a:ext cx="1663700" cy="685800"/>
        </p:xfrm>
        <a:graphic>
          <a:graphicData uri="http://schemas.openxmlformats.org/presentationml/2006/ole">
            <mc:AlternateContent xmlns:mc="http://schemas.openxmlformats.org/markup-compatibility/2006">
              <mc:Choice xmlns:v="urn:schemas-microsoft-com:vml" Requires="v">
                <p:oleObj name="Equation" r:id="rId19" imgW="1663560" imgH="685800" progId="Equation.DSMT4">
                  <p:embed/>
                </p:oleObj>
              </mc:Choice>
              <mc:Fallback>
                <p:oleObj name="Equation" r:id="rId19" imgW="1663560" imgH="685800" progId="Equation.DSMT4">
                  <p:embed/>
                  <p:pic>
                    <p:nvPicPr>
                      <p:cNvPr id="0" name=""/>
                      <p:cNvPicPr/>
                      <p:nvPr/>
                    </p:nvPicPr>
                    <p:blipFill>
                      <a:blip r:embed="rId20"/>
                      <a:stretch>
                        <a:fillRect/>
                      </a:stretch>
                    </p:blipFill>
                    <p:spPr>
                      <a:xfrm>
                        <a:off x="5438775" y="4178741"/>
                        <a:ext cx="1663700" cy="685800"/>
                      </a:xfrm>
                      <a:prstGeom prst="rect">
                        <a:avLst/>
                      </a:prstGeom>
                    </p:spPr>
                  </p:pic>
                </p:oleObj>
              </mc:Fallback>
            </mc:AlternateContent>
          </a:graphicData>
        </a:graphic>
      </p:graphicFrame>
      <p:graphicFrame>
        <p:nvGraphicFramePr>
          <p:cNvPr id="38" name="37 Objeto"/>
          <p:cNvGraphicFramePr>
            <a:graphicFrameLocks noChangeAspect="1"/>
          </p:cNvGraphicFramePr>
          <p:nvPr>
            <p:extLst>
              <p:ext uri="{D42A27DB-BD31-4B8C-83A1-F6EECF244321}">
                <p14:modId xmlns:p14="http://schemas.microsoft.com/office/powerpoint/2010/main" val="265095292"/>
              </p:ext>
            </p:extLst>
          </p:nvPr>
        </p:nvGraphicFramePr>
        <p:xfrm>
          <a:off x="7452320" y="4261692"/>
          <a:ext cx="812800" cy="889000"/>
        </p:xfrm>
        <a:graphic>
          <a:graphicData uri="http://schemas.openxmlformats.org/presentationml/2006/ole">
            <mc:AlternateContent xmlns:mc="http://schemas.openxmlformats.org/markup-compatibility/2006">
              <mc:Choice xmlns:v="urn:schemas-microsoft-com:vml" Requires="v">
                <p:oleObj name="Equation" r:id="rId21" imgW="812520" imgH="888840" progId="Equation.DSMT4">
                  <p:embed/>
                </p:oleObj>
              </mc:Choice>
              <mc:Fallback>
                <p:oleObj name="Equation" r:id="rId21" imgW="812520" imgH="888840" progId="Equation.DSMT4">
                  <p:embed/>
                  <p:pic>
                    <p:nvPicPr>
                      <p:cNvPr id="0" name=""/>
                      <p:cNvPicPr/>
                      <p:nvPr/>
                    </p:nvPicPr>
                    <p:blipFill>
                      <a:blip r:embed="rId22"/>
                      <a:stretch>
                        <a:fillRect/>
                      </a:stretch>
                    </p:blipFill>
                    <p:spPr>
                      <a:xfrm>
                        <a:off x="7452320" y="4261692"/>
                        <a:ext cx="812800" cy="889000"/>
                      </a:xfrm>
                      <a:prstGeom prst="rect">
                        <a:avLst/>
                      </a:prstGeom>
                    </p:spPr>
                  </p:pic>
                </p:oleObj>
              </mc:Fallback>
            </mc:AlternateContent>
          </a:graphicData>
        </a:graphic>
      </p:graphicFrame>
      <p:graphicFrame>
        <p:nvGraphicFramePr>
          <p:cNvPr id="39" name="38 Objeto"/>
          <p:cNvGraphicFramePr>
            <a:graphicFrameLocks noChangeAspect="1"/>
          </p:cNvGraphicFramePr>
          <p:nvPr>
            <p:extLst>
              <p:ext uri="{D42A27DB-BD31-4B8C-83A1-F6EECF244321}">
                <p14:modId xmlns:p14="http://schemas.microsoft.com/office/powerpoint/2010/main" val="1880879689"/>
              </p:ext>
            </p:extLst>
          </p:nvPr>
        </p:nvGraphicFramePr>
        <p:xfrm>
          <a:off x="3392092" y="5013176"/>
          <a:ext cx="825500" cy="266700"/>
        </p:xfrm>
        <a:graphic>
          <a:graphicData uri="http://schemas.openxmlformats.org/presentationml/2006/ole">
            <mc:AlternateContent xmlns:mc="http://schemas.openxmlformats.org/markup-compatibility/2006">
              <mc:Choice xmlns:v="urn:schemas-microsoft-com:vml" Requires="v">
                <p:oleObj name="Equation" r:id="rId23" imgW="825480" imgH="266400" progId="Equation.DSMT4">
                  <p:embed/>
                </p:oleObj>
              </mc:Choice>
              <mc:Fallback>
                <p:oleObj name="Equation" r:id="rId23" imgW="825480" imgH="266400" progId="Equation.DSMT4">
                  <p:embed/>
                  <p:pic>
                    <p:nvPicPr>
                      <p:cNvPr id="0" name=""/>
                      <p:cNvPicPr/>
                      <p:nvPr/>
                    </p:nvPicPr>
                    <p:blipFill>
                      <a:blip r:embed="rId24"/>
                      <a:stretch>
                        <a:fillRect/>
                      </a:stretch>
                    </p:blipFill>
                    <p:spPr>
                      <a:xfrm>
                        <a:off x="3392092" y="5013176"/>
                        <a:ext cx="825500" cy="266700"/>
                      </a:xfrm>
                      <a:prstGeom prst="rect">
                        <a:avLst/>
                      </a:prstGeom>
                    </p:spPr>
                  </p:pic>
                </p:oleObj>
              </mc:Fallback>
            </mc:AlternateContent>
          </a:graphicData>
        </a:graphic>
      </p:graphicFrame>
      <p:graphicFrame>
        <p:nvGraphicFramePr>
          <p:cNvPr id="40" name="39 Objeto"/>
          <p:cNvGraphicFramePr>
            <a:graphicFrameLocks noChangeAspect="1"/>
          </p:cNvGraphicFramePr>
          <p:nvPr>
            <p:extLst>
              <p:ext uri="{D42A27DB-BD31-4B8C-83A1-F6EECF244321}">
                <p14:modId xmlns:p14="http://schemas.microsoft.com/office/powerpoint/2010/main" val="1419003337"/>
              </p:ext>
            </p:extLst>
          </p:nvPr>
        </p:nvGraphicFramePr>
        <p:xfrm>
          <a:off x="5436096" y="5013176"/>
          <a:ext cx="850900" cy="266700"/>
        </p:xfrm>
        <a:graphic>
          <a:graphicData uri="http://schemas.openxmlformats.org/presentationml/2006/ole">
            <mc:AlternateContent xmlns:mc="http://schemas.openxmlformats.org/markup-compatibility/2006">
              <mc:Choice xmlns:v="urn:schemas-microsoft-com:vml" Requires="v">
                <p:oleObj name="Equation" r:id="rId25" imgW="850680" imgH="266400" progId="Equation.DSMT4">
                  <p:embed/>
                </p:oleObj>
              </mc:Choice>
              <mc:Fallback>
                <p:oleObj name="Equation" r:id="rId25" imgW="850680" imgH="266400" progId="Equation.DSMT4">
                  <p:embed/>
                  <p:pic>
                    <p:nvPicPr>
                      <p:cNvPr id="0" name=""/>
                      <p:cNvPicPr/>
                      <p:nvPr/>
                    </p:nvPicPr>
                    <p:blipFill>
                      <a:blip r:embed="rId26"/>
                      <a:stretch>
                        <a:fillRect/>
                      </a:stretch>
                    </p:blipFill>
                    <p:spPr>
                      <a:xfrm>
                        <a:off x="5436096" y="5013176"/>
                        <a:ext cx="850900" cy="266700"/>
                      </a:xfrm>
                      <a:prstGeom prst="rect">
                        <a:avLst/>
                      </a:prstGeom>
                    </p:spPr>
                  </p:pic>
                </p:oleObj>
              </mc:Fallback>
            </mc:AlternateContent>
          </a:graphicData>
        </a:graphic>
      </p:graphicFrame>
      <p:graphicFrame>
        <p:nvGraphicFramePr>
          <p:cNvPr id="3" name="2 Objeto"/>
          <p:cNvGraphicFramePr>
            <a:graphicFrameLocks noChangeAspect="1"/>
          </p:cNvGraphicFramePr>
          <p:nvPr>
            <p:extLst>
              <p:ext uri="{D42A27DB-BD31-4B8C-83A1-F6EECF244321}">
                <p14:modId xmlns:p14="http://schemas.microsoft.com/office/powerpoint/2010/main" val="4042493198"/>
              </p:ext>
            </p:extLst>
          </p:nvPr>
        </p:nvGraphicFramePr>
        <p:xfrm>
          <a:off x="3392092" y="4221088"/>
          <a:ext cx="1625600" cy="685800"/>
        </p:xfrm>
        <a:graphic>
          <a:graphicData uri="http://schemas.openxmlformats.org/presentationml/2006/ole">
            <mc:AlternateContent xmlns:mc="http://schemas.openxmlformats.org/markup-compatibility/2006">
              <mc:Choice xmlns:v="urn:schemas-microsoft-com:vml" Requires="v">
                <p:oleObj name="Equation" r:id="rId27" imgW="1625400" imgH="685800" progId="Equation.DSMT4">
                  <p:embed/>
                </p:oleObj>
              </mc:Choice>
              <mc:Fallback>
                <p:oleObj name="Equation" r:id="rId27" imgW="1625400" imgH="685800" progId="Equation.DSMT4">
                  <p:embed/>
                  <p:pic>
                    <p:nvPicPr>
                      <p:cNvPr id="0" name=""/>
                      <p:cNvPicPr/>
                      <p:nvPr/>
                    </p:nvPicPr>
                    <p:blipFill>
                      <a:blip r:embed="rId28"/>
                      <a:stretch>
                        <a:fillRect/>
                      </a:stretch>
                    </p:blipFill>
                    <p:spPr>
                      <a:xfrm>
                        <a:off x="3392092" y="4221088"/>
                        <a:ext cx="1625600" cy="685800"/>
                      </a:xfrm>
                      <a:prstGeom prst="rect">
                        <a:avLst/>
                      </a:prstGeom>
                    </p:spPr>
                  </p:pic>
                </p:oleObj>
              </mc:Fallback>
            </mc:AlternateContent>
          </a:graphicData>
        </a:graphic>
      </p:graphicFrame>
    </p:spTree>
    <p:extLst>
      <p:ext uri="{BB962C8B-B14F-4D97-AF65-F5344CB8AC3E}">
        <p14:creationId xmlns:p14="http://schemas.microsoft.com/office/powerpoint/2010/main" val="3269632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Rectángulo"/>
          <p:cNvSpPr>
            <a:spLocks noChangeArrowheads="1"/>
          </p:cNvSpPr>
          <p:nvPr/>
        </p:nvSpPr>
        <p:spPr bwMode="auto">
          <a:xfrm>
            <a:off x="451866" y="889000"/>
            <a:ext cx="81470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MX" altLang="es-CL" sz="1400" dirty="0"/>
              <a:t>4.-  Un objeto de 4kg colgado con dos cuerdas a dos mástiles como se muestra en el dibujo. Calcule la tensión sobre cada cuerda</a:t>
            </a:r>
          </a:p>
        </p:txBody>
      </p:sp>
      <p:sp>
        <p:nvSpPr>
          <p:cNvPr id="26628"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graphicFrame>
        <p:nvGraphicFramePr>
          <p:cNvPr id="26629" name="Object 12"/>
          <p:cNvGraphicFramePr>
            <a:graphicFrameLocks noChangeAspect="1"/>
          </p:cNvGraphicFramePr>
          <p:nvPr/>
        </p:nvGraphicFramePr>
        <p:xfrm>
          <a:off x="6299200" y="185738"/>
          <a:ext cx="1512888" cy="415925"/>
        </p:xfrm>
        <a:graphic>
          <a:graphicData uri="http://schemas.openxmlformats.org/presentationml/2006/ole">
            <mc:AlternateContent xmlns:mc="http://schemas.openxmlformats.org/markup-compatibility/2006">
              <mc:Choice xmlns:v="urn:schemas-microsoft-com:vml" Requires="v">
                <p:oleObj name="Ecuación" r:id="rId2" imgW="888614" imgH="241195" progId="Equation.3">
                  <p:embed/>
                </p:oleObj>
              </mc:Choice>
              <mc:Fallback>
                <p:oleObj name="Ecuación" r:id="rId2" imgW="888614" imgH="241195"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0" y="185738"/>
                        <a:ext cx="15128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6627" name="Picture 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hidden">
          <a:xfrm>
            <a:off x="6057965" y="1537467"/>
            <a:ext cx="2506483" cy="233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cxnSp>
        <p:nvCxnSpPr>
          <p:cNvPr id="26630" name="2 Conector recto de flecha"/>
          <p:cNvCxnSpPr>
            <a:cxnSpLocks noChangeShapeType="1"/>
          </p:cNvCxnSpPr>
          <p:nvPr/>
        </p:nvCxnSpPr>
        <p:spPr bwMode="auto">
          <a:xfrm>
            <a:off x="7165074" y="2973388"/>
            <a:ext cx="0" cy="742162"/>
          </a:xfrm>
          <a:prstGeom prst="straightConnector1">
            <a:avLst/>
          </a:prstGeom>
          <a:noFill/>
          <a:ln w="28575" algn="ctr">
            <a:solidFill>
              <a:srgbClr val="008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32" name="5 Conector recto de flecha"/>
          <p:cNvCxnSpPr>
            <a:cxnSpLocks noChangeShapeType="1"/>
          </p:cNvCxnSpPr>
          <p:nvPr/>
        </p:nvCxnSpPr>
        <p:spPr bwMode="auto">
          <a:xfrm flipV="1">
            <a:off x="7182987" y="1375708"/>
            <a:ext cx="916838" cy="1392497"/>
          </a:xfrm>
          <a:prstGeom prst="straightConnector1">
            <a:avLst/>
          </a:prstGeom>
          <a:noFill/>
          <a:ln w="9525" algn="ctr">
            <a:solidFill>
              <a:srgbClr val="C0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34" name="8 Conector recto de flecha"/>
          <p:cNvCxnSpPr>
            <a:cxnSpLocks noChangeShapeType="1"/>
          </p:cNvCxnSpPr>
          <p:nvPr/>
        </p:nvCxnSpPr>
        <p:spPr bwMode="auto">
          <a:xfrm flipH="1" flipV="1">
            <a:off x="6204107" y="1918469"/>
            <a:ext cx="978880" cy="870468"/>
          </a:xfrm>
          <a:prstGeom prst="straightConnector1">
            <a:avLst/>
          </a:prstGeom>
          <a:noFill/>
          <a:ln w="12700" algn="ctr">
            <a:solidFill>
              <a:srgbClr val="0033CC"/>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36" name="11 Conector recto de flecha"/>
          <p:cNvCxnSpPr>
            <a:cxnSpLocks noChangeShapeType="1"/>
          </p:cNvCxnSpPr>
          <p:nvPr/>
        </p:nvCxnSpPr>
        <p:spPr bwMode="auto">
          <a:xfrm>
            <a:off x="1704559" y="2973388"/>
            <a:ext cx="2663825" cy="0"/>
          </a:xfrm>
          <a:prstGeom prst="straightConnector1">
            <a:avLst/>
          </a:prstGeom>
          <a:noFill/>
          <a:ln w="9525" algn="ctr">
            <a:solidFill>
              <a:schemeClr val="tx1"/>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37" name="13 Conector recto de flecha"/>
          <p:cNvCxnSpPr>
            <a:cxnSpLocks noChangeShapeType="1"/>
          </p:cNvCxnSpPr>
          <p:nvPr/>
        </p:nvCxnSpPr>
        <p:spPr bwMode="auto">
          <a:xfrm flipV="1">
            <a:off x="2857084" y="1458913"/>
            <a:ext cx="0" cy="2879725"/>
          </a:xfrm>
          <a:prstGeom prst="straightConnector1">
            <a:avLst/>
          </a:prstGeom>
          <a:noFill/>
          <a:ln w="9525" algn="ctr">
            <a:solidFill>
              <a:schemeClr val="tx1"/>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38" name="19 Conector recto de flecha"/>
          <p:cNvCxnSpPr>
            <a:cxnSpLocks noChangeShapeType="1"/>
          </p:cNvCxnSpPr>
          <p:nvPr/>
        </p:nvCxnSpPr>
        <p:spPr bwMode="auto">
          <a:xfrm flipH="1" flipV="1">
            <a:off x="1728371" y="1874838"/>
            <a:ext cx="1128713" cy="1098550"/>
          </a:xfrm>
          <a:prstGeom prst="straightConnector1">
            <a:avLst/>
          </a:prstGeom>
          <a:noFill/>
          <a:ln w="19050" algn="ctr">
            <a:solidFill>
              <a:srgbClr val="00206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0" name="21 Conector recto de flecha"/>
          <p:cNvCxnSpPr>
            <a:cxnSpLocks noChangeShapeType="1"/>
          </p:cNvCxnSpPr>
          <p:nvPr/>
        </p:nvCxnSpPr>
        <p:spPr bwMode="auto">
          <a:xfrm flipV="1">
            <a:off x="2848232" y="1260068"/>
            <a:ext cx="1054100" cy="1758950"/>
          </a:xfrm>
          <a:prstGeom prst="straightConnector1">
            <a:avLst/>
          </a:prstGeom>
          <a:noFill/>
          <a:ln w="9525" algn="ctr">
            <a:solidFill>
              <a:srgbClr val="C0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2" name="23 Conector recto de flecha"/>
          <p:cNvCxnSpPr>
            <a:cxnSpLocks noChangeShapeType="1"/>
          </p:cNvCxnSpPr>
          <p:nvPr/>
        </p:nvCxnSpPr>
        <p:spPr bwMode="auto">
          <a:xfrm>
            <a:off x="2857084" y="2973388"/>
            <a:ext cx="0" cy="936625"/>
          </a:xfrm>
          <a:prstGeom prst="straightConnector1">
            <a:avLst/>
          </a:prstGeom>
          <a:noFill/>
          <a:ln w="28575" algn="ctr">
            <a:solidFill>
              <a:srgbClr val="008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43" name="24 CuadroTexto"/>
          <p:cNvSpPr txBox="1">
            <a:spLocks noChangeArrowheads="1"/>
          </p:cNvSpPr>
          <p:nvPr/>
        </p:nvSpPr>
        <p:spPr bwMode="auto">
          <a:xfrm>
            <a:off x="2940548" y="3702652"/>
            <a:ext cx="4347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dirty="0"/>
              <a:t>mg</a:t>
            </a:r>
          </a:p>
        </p:txBody>
      </p:sp>
      <p:sp>
        <p:nvSpPr>
          <p:cNvPr id="26644" name="15 CuadroTexto"/>
          <p:cNvSpPr txBox="1">
            <a:spLocks noChangeArrowheads="1"/>
          </p:cNvSpPr>
          <p:nvPr/>
        </p:nvSpPr>
        <p:spPr bwMode="auto">
          <a:xfrm>
            <a:off x="2464971" y="2378462"/>
            <a:ext cx="42351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35°</a:t>
            </a:r>
          </a:p>
        </p:txBody>
      </p:sp>
      <p:sp>
        <p:nvSpPr>
          <p:cNvPr id="26645" name="26 CuadroTexto"/>
          <p:cNvSpPr txBox="1">
            <a:spLocks noChangeArrowheads="1"/>
          </p:cNvSpPr>
          <p:nvPr/>
        </p:nvSpPr>
        <p:spPr bwMode="auto">
          <a:xfrm>
            <a:off x="2882659" y="2046288"/>
            <a:ext cx="4235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25°</a:t>
            </a:r>
          </a:p>
        </p:txBody>
      </p:sp>
      <p:graphicFrame>
        <p:nvGraphicFramePr>
          <p:cNvPr id="26652" name="30 Objeto"/>
          <p:cNvGraphicFramePr>
            <a:graphicFrameLocks noChangeAspect="1"/>
          </p:cNvGraphicFramePr>
          <p:nvPr>
            <p:extLst>
              <p:ext uri="{D42A27DB-BD31-4B8C-83A1-F6EECF244321}">
                <p14:modId xmlns:p14="http://schemas.microsoft.com/office/powerpoint/2010/main" val="186294502"/>
              </p:ext>
            </p:extLst>
          </p:nvPr>
        </p:nvGraphicFramePr>
        <p:xfrm>
          <a:off x="268075" y="4581128"/>
          <a:ext cx="2032000" cy="265570"/>
        </p:xfrm>
        <a:graphic>
          <a:graphicData uri="http://schemas.openxmlformats.org/presentationml/2006/ole">
            <mc:AlternateContent xmlns:mc="http://schemas.openxmlformats.org/markup-compatibility/2006">
              <mc:Choice xmlns:v="urn:schemas-microsoft-com:vml" Requires="v">
                <p:oleObj name="Equation" r:id="rId5" imgW="1942920" imgH="253800" progId="Equation.DSMT4">
                  <p:embed/>
                </p:oleObj>
              </mc:Choice>
              <mc:Fallback>
                <p:oleObj name="Equation" r:id="rId5" imgW="1942920" imgH="253800" progId="Equation.DSMT4">
                  <p:embed/>
                  <p:pic>
                    <p:nvPicPr>
                      <p:cNvPr id="0" name=""/>
                      <p:cNvPicPr>
                        <a:picLocks noChangeAspect="1" noChangeArrowheads="1"/>
                      </p:cNvPicPr>
                      <p:nvPr/>
                    </p:nvPicPr>
                    <p:blipFill>
                      <a:blip r:embed="rId6"/>
                      <a:srcRect/>
                      <a:stretch>
                        <a:fillRect/>
                      </a:stretch>
                    </p:blipFill>
                    <p:spPr bwMode="auto">
                      <a:xfrm>
                        <a:off x="268075" y="4581128"/>
                        <a:ext cx="2032000" cy="265570"/>
                      </a:xfrm>
                      <a:prstGeom prst="rect">
                        <a:avLst/>
                      </a:prstGeom>
                      <a:noFill/>
                      <a:ln>
                        <a:noFill/>
                      </a:ln>
                    </p:spPr>
                  </p:pic>
                </p:oleObj>
              </mc:Fallback>
            </mc:AlternateContent>
          </a:graphicData>
        </a:graphic>
      </p:graphicFrame>
      <p:graphicFrame>
        <p:nvGraphicFramePr>
          <p:cNvPr id="26653" name="31 Objeto"/>
          <p:cNvGraphicFramePr>
            <a:graphicFrameLocks noChangeAspect="1"/>
          </p:cNvGraphicFramePr>
          <p:nvPr>
            <p:extLst>
              <p:ext uri="{D42A27DB-BD31-4B8C-83A1-F6EECF244321}">
                <p14:modId xmlns:p14="http://schemas.microsoft.com/office/powerpoint/2010/main" val="4071845143"/>
              </p:ext>
            </p:extLst>
          </p:nvPr>
        </p:nvGraphicFramePr>
        <p:xfrm>
          <a:off x="3191054" y="4581128"/>
          <a:ext cx="3085394" cy="332094"/>
        </p:xfrm>
        <a:graphic>
          <a:graphicData uri="http://schemas.openxmlformats.org/presentationml/2006/ole">
            <mc:AlternateContent xmlns:mc="http://schemas.openxmlformats.org/markup-compatibility/2006">
              <mc:Choice xmlns:v="urn:schemas-microsoft-com:vml" Requires="v">
                <p:oleObj name="Equation" r:id="rId7" imgW="2361960" imgH="253800" progId="Equation.DSMT4">
                  <p:embed/>
                </p:oleObj>
              </mc:Choice>
              <mc:Fallback>
                <p:oleObj name="Equation" r:id="rId7" imgW="2361960" imgH="253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91054" y="4581128"/>
                        <a:ext cx="3085394" cy="332094"/>
                      </a:xfrm>
                      <a:prstGeom prst="rect">
                        <a:avLst/>
                      </a:prstGeom>
                      <a:noFill/>
                      <a:ln>
                        <a:noFill/>
                      </a:ln>
                    </p:spPr>
                  </p:pic>
                </p:oleObj>
              </mc:Fallback>
            </mc:AlternateContent>
          </a:graphicData>
        </a:graphic>
      </p:graphicFrame>
      <p:cxnSp>
        <p:nvCxnSpPr>
          <p:cNvPr id="26654" name="34 Conector recto de flecha"/>
          <p:cNvCxnSpPr>
            <a:cxnSpLocks noChangeShapeType="1"/>
          </p:cNvCxnSpPr>
          <p:nvPr/>
        </p:nvCxnSpPr>
        <p:spPr bwMode="auto">
          <a:xfrm flipV="1">
            <a:off x="3912219" y="1260068"/>
            <a:ext cx="0" cy="1724025"/>
          </a:xfrm>
          <a:prstGeom prst="straightConnector1">
            <a:avLst/>
          </a:prstGeom>
          <a:noFill/>
          <a:ln w="9525" algn="ctr">
            <a:solidFill>
              <a:srgbClr val="C0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6655" name="35 Objeto"/>
          <p:cNvGraphicFramePr>
            <a:graphicFrameLocks noChangeAspect="1"/>
          </p:cNvGraphicFramePr>
          <p:nvPr>
            <p:extLst>
              <p:ext uri="{D42A27DB-BD31-4B8C-83A1-F6EECF244321}">
                <p14:modId xmlns:p14="http://schemas.microsoft.com/office/powerpoint/2010/main" val="1336072059"/>
              </p:ext>
            </p:extLst>
          </p:nvPr>
        </p:nvGraphicFramePr>
        <p:xfrm>
          <a:off x="587375" y="5016500"/>
          <a:ext cx="1470025" cy="1508125"/>
        </p:xfrm>
        <a:graphic>
          <a:graphicData uri="http://schemas.openxmlformats.org/presentationml/2006/ole">
            <mc:AlternateContent xmlns:mc="http://schemas.openxmlformats.org/markup-compatibility/2006">
              <mc:Choice xmlns:v="urn:schemas-microsoft-com:vml" Requires="v">
                <p:oleObj name="Equation" r:id="rId9" imgW="1333440" imgH="1371600" progId="Equation.DSMT4">
                  <p:embed/>
                </p:oleObj>
              </mc:Choice>
              <mc:Fallback>
                <p:oleObj name="Equation" r:id="rId9" imgW="1333440" imgH="1371600" progId="Equation.DSMT4">
                  <p:embed/>
                  <p:pic>
                    <p:nvPicPr>
                      <p:cNvPr id="0" name=""/>
                      <p:cNvPicPr>
                        <a:picLocks noChangeAspect="1" noChangeArrowheads="1"/>
                      </p:cNvPicPr>
                      <p:nvPr/>
                    </p:nvPicPr>
                    <p:blipFill>
                      <a:blip r:embed="rId10"/>
                      <a:srcRect/>
                      <a:stretch>
                        <a:fillRect/>
                      </a:stretch>
                    </p:blipFill>
                    <p:spPr bwMode="auto">
                      <a:xfrm>
                        <a:off x="587375" y="5016500"/>
                        <a:ext cx="1470025" cy="1508125"/>
                      </a:xfrm>
                      <a:prstGeom prst="rect">
                        <a:avLst/>
                      </a:prstGeom>
                      <a:noFill/>
                      <a:ln>
                        <a:noFill/>
                      </a:ln>
                    </p:spPr>
                  </p:pic>
                </p:oleObj>
              </mc:Fallback>
            </mc:AlternateContent>
          </a:graphicData>
        </a:graphic>
      </p:graphicFrame>
      <p:graphicFrame>
        <p:nvGraphicFramePr>
          <p:cNvPr id="26656" name="36 Objeto"/>
          <p:cNvGraphicFramePr>
            <a:graphicFrameLocks noChangeAspect="1"/>
          </p:cNvGraphicFramePr>
          <p:nvPr>
            <p:extLst>
              <p:ext uri="{D42A27DB-BD31-4B8C-83A1-F6EECF244321}">
                <p14:modId xmlns:p14="http://schemas.microsoft.com/office/powerpoint/2010/main" val="2466521781"/>
              </p:ext>
            </p:extLst>
          </p:nvPr>
        </p:nvGraphicFramePr>
        <p:xfrm>
          <a:off x="3825875" y="4805363"/>
          <a:ext cx="2266950" cy="1658937"/>
        </p:xfrm>
        <a:graphic>
          <a:graphicData uri="http://schemas.openxmlformats.org/presentationml/2006/ole">
            <mc:AlternateContent xmlns:mc="http://schemas.openxmlformats.org/markup-compatibility/2006">
              <mc:Choice xmlns:v="urn:schemas-microsoft-com:vml" Requires="v">
                <p:oleObj name="Equation" r:id="rId11" imgW="1879560" imgH="1371600" progId="Equation.DSMT4">
                  <p:embed/>
                </p:oleObj>
              </mc:Choice>
              <mc:Fallback>
                <p:oleObj name="Equation" r:id="rId11" imgW="1879560" imgH="1371600" progId="Equation.DSMT4">
                  <p:embed/>
                  <p:pic>
                    <p:nvPicPr>
                      <p:cNvPr id="0" name=""/>
                      <p:cNvPicPr>
                        <a:picLocks noChangeAspect="1" noChangeArrowheads="1"/>
                      </p:cNvPicPr>
                      <p:nvPr/>
                    </p:nvPicPr>
                    <p:blipFill>
                      <a:blip r:embed="rId12"/>
                      <a:srcRect/>
                      <a:stretch>
                        <a:fillRect/>
                      </a:stretch>
                    </p:blipFill>
                    <p:spPr bwMode="auto">
                      <a:xfrm>
                        <a:off x="3825875" y="4805363"/>
                        <a:ext cx="2266950" cy="1658937"/>
                      </a:xfrm>
                      <a:prstGeom prst="rect">
                        <a:avLst/>
                      </a:prstGeom>
                      <a:noFill/>
                      <a:ln>
                        <a:noFill/>
                      </a:ln>
                    </p:spPr>
                  </p:pic>
                </p:oleObj>
              </mc:Fallback>
            </mc:AlternateContent>
          </a:graphicData>
        </a:graphic>
      </p:graphicFrame>
      <p:graphicFrame>
        <p:nvGraphicFramePr>
          <p:cNvPr id="26658" name="38 Objeto"/>
          <p:cNvGraphicFramePr>
            <a:graphicFrameLocks noChangeAspect="1"/>
          </p:cNvGraphicFramePr>
          <p:nvPr>
            <p:extLst>
              <p:ext uri="{D42A27DB-BD31-4B8C-83A1-F6EECF244321}">
                <p14:modId xmlns:p14="http://schemas.microsoft.com/office/powerpoint/2010/main" val="3295796952"/>
              </p:ext>
            </p:extLst>
          </p:nvPr>
        </p:nvGraphicFramePr>
        <p:xfrm>
          <a:off x="6815138" y="4656138"/>
          <a:ext cx="1804987" cy="288925"/>
        </p:xfrm>
        <a:graphic>
          <a:graphicData uri="http://schemas.openxmlformats.org/presentationml/2006/ole">
            <mc:AlternateContent xmlns:mc="http://schemas.openxmlformats.org/markup-compatibility/2006">
              <mc:Choice xmlns:v="urn:schemas-microsoft-com:vml" Requires="v">
                <p:oleObj name="Equation" r:id="rId13" imgW="1587240" imgH="253800" progId="Equation.DSMT4">
                  <p:embed/>
                </p:oleObj>
              </mc:Choice>
              <mc:Fallback>
                <p:oleObj name="Equation" r:id="rId13" imgW="1587240" imgH="253800" progId="Equation.DSMT4">
                  <p:embed/>
                  <p:pic>
                    <p:nvPicPr>
                      <p:cNvPr id="0" name=""/>
                      <p:cNvPicPr>
                        <a:picLocks noChangeAspect="1" noChangeArrowheads="1"/>
                      </p:cNvPicPr>
                      <p:nvPr/>
                    </p:nvPicPr>
                    <p:blipFill>
                      <a:blip r:embed="rId14"/>
                      <a:srcRect/>
                      <a:stretch>
                        <a:fillRect/>
                      </a:stretch>
                    </p:blipFill>
                    <p:spPr bwMode="auto">
                      <a:xfrm>
                        <a:off x="6815138" y="4656138"/>
                        <a:ext cx="1804987" cy="288925"/>
                      </a:xfrm>
                      <a:prstGeom prst="rect">
                        <a:avLst/>
                      </a:prstGeom>
                      <a:noFill/>
                      <a:ln>
                        <a:noFill/>
                      </a:ln>
                    </p:spPr>
                  </p:pic>
                </p:oleObj>
              </mc:Fallback>
            </mc:AlternateContent>
          </a:graphicData>
        </a:graphic>
      </p:graphicFrame>
      <p:graphicFrame>
        <p:nvGraphicFramePr>
          <p:cNvPr id="26659" name="39 Objeto"/>
          <p:cNvGraphicFramePr>
            <a:graphicFrameLocks noChangeAspect="1"/>
          </p:cNvGraphicFramePr>
          <p:nvPr>
            <p:extLst>
              <p:ext uri="{D42A27DB-BD31-4B8C-83A1-F6EECF244321}">
                <p14:modId xmlns:p14="http://schemas.microsoft.com/office/powerpoint/2010/main" val="1957728760"/>
              </p:ext>
            </p:extLst>
          </p:nvPr>
        </p:nvGraphicFramePr>
        <p:xfrm>
          <a:off x="6777038" y="5087938"/>
          <a:ext cx="1677987" cy="273050"/>
        </p:xfrm>
        <a:graphic>
          <a:graphicData uri="http://schemas.openxmlformats.org/presentationml/2006/ole">
            <mc:AlternateContent xmlns:mc="http://schemas.openxmlformats.org/markup-compatibility/2006">
              <mc:Choice xmlns:v="urn:schemas-microsoft-com:vml" Requires="v">
                <p:oleObj name="Equation" r:id="rId15" imgW="1562040" imgH="253800" progId="Equation.DSMT4">
                  <p:embed/>
                </p:oleObj>
              </mc:Choice>
              <mc:Fallback>
                <p:oleObj name="Equation" r:id="rId15" imgW="1562040" imgH="253800" progId="Equation.DSMT4">
                  <p:embed/>
                  <p:pic>
                    <p:nvPicPr>
                      <p:cNvPr id="0" name=""/>
                      <p:cNvPicPr>
                        <a:picLocks noChangeAspect="1" noChangeArrowheads="1"/>
                      </p:cNvPicPr>
                      <p:nvPr/>
                    </p:nvPicPr>
                    <p:blipFill>
                      <a:blip r:embed="rId16"/>
                      <a:srcRect/>
                      <a:stretch>
                        <a:fillRect/>
                      </a:stretch>
                    </p:blipFill>
                    <p:spPr bwMode="auto">
                      <a:xfrm>
                        <a:off x="6777038" y="5087938"/>
                        <a:ext cx="1677987" cy="273050"/>
                      </a:xfrm>
                      <a:prstGeom prst="rect">
                        <a:avLst/>
                      </a:prstGeom>
                      <a:noFill/>
                      <a:ln>
                        <a:noFill/>
                      </a:ln>
                    </p:spPr>
                  </p:pic>
                </p:oleObj>
              </mc:Fallback>
            </mc:AlternateContent>
          </a:graphicData>
        </a:graphic>
      </p:graphicFrame>
      <p:cxnSp>
        <p:nvCxnSpPr>
          <p:cNvPr id="4" name="3 Conector recto de flecha"/>
          <p:cNvCxnSpPr/>
          <p:nvPr/>
        </p:nvCxnSpPr>
        <p:spPr bwMode="auto">
          <a:xfrm flipV="1">
            <a:off x="2857084" y="2954338"/>
            <a:ext cx="1046163" cy="11112"/>
          </a:xfrm>
          <a:prstGeom prst="straightConnector1">
            <a:avLst/>
          </a:prstGeom>
          <a:solidFill>
            <a:schemeClr val="accent1"/>
          </a:solidFill>
          <a:ln w="952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26 CuadroTexto"/>
          <p:cNvSpPr txBox="1">
            <a:spLocks noChangeArrowheads="1"/>
          </p:cNvSpPr>
          <p:nvPr/>
        </p:nvSpPr>
        <p:spPr bwMode="auto">
          <a:xfrm>
            <a:off x="3544918" y="1619705"/>
            <a:ext cx="4235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25°</a:t>
            </a:r>
          </a:p>
        </p:txBody>
      </p:sp>
      <p:graphicFrame>
        <p:nvGraphicFramePr>
          <p:cNvPr id="5" name="4 Objeto"/>
          <p:cNvGraphicFramePr>
            <a:graphicFrameLocks noChangeAspect="1"/>
          </p:cNvGraphicFramePr>
          <p:nvPr>
            <p:extLst>
              <p:ext uri="{D42A27DB-BD31-4B8C-83A1-F6EECF244321}">
                <p14:modId xmlns:p14="http://schemas.microsoft.com/office/powerpoint/2010/main" val="940563017"/>
              </p:ext>
            </p:extLst>
          </p:nvPr>
        </p:nvGraphicFramePr>
        <p:xfrm>
          <a:off x="3999826" y="2157413"/>
          <a:ext cx="635000" cy="228600"/>
        </p:xfrm>
        <a:graphic>
          <a:graphicData uri="http://schemas.openxmlformats.org/presentationml/2006/ole">
            <mc:AlternateContent xmlns:mc="http://schemas.openxmlformats.org/markup-compatibility/2006">
              <mc:Choice xmlns:v="urn:schemas-microsoft-com:vml" Requires="v">
                <p:oleObj name="Equation" r:id="rId17" imgW="634680" imgH="228600" progId="Equation.DSMT4">
                  <p:embed/>
                </p:oleObj>
              </mc:Choice>
              <mc:Fallback>
                <p:oleObj name="Equation" r:id="rId17" imgW="634680" imgH="228600" progId="Equation.DSMT4">
                  <p:embed/>
                  <p:pic>
                    <p:nvPicPr>
                      <p:cNvPr id="0" name=""/>
                      <p:cNvPicPr/>
                      <p:nvPr/>
                    </p:nvPicPr>
                    <p:blipFill>
                      <a:blip r:embed="rId18"/>
                      <a:stretch>
                        <a:fillRect/>
                      </a:stretch>
                    </p:blipFill>
                    <p:spPr>
                      <a:xfrm>
                        <a:off x="3999826" y="2157413"/>
                        <a:ext cx="635000" cy="228600"/>
                      </a:xfrm>
                      <a:prstGeom prst="rect">
                        <a:avLst/>
                      </a:prstGeom>
                    </p:spPr>
                  </p:pic>
                </p:oleObj>
              </mc:Fallback>
            </mc:AlternateContent>
          </a:graphicData>
        </a:graphic>
      </p:graphicFrame>
      <p:graphicFrame>
        <p:nvGraphicFramePr>
          <p:cNvPr id="6" name="5 Objeto"/>
          <p:cNvGraphicFramePr>
            <a:graphicFrameLocks noChangeAspect="1"/>
          </p:cNvGraphicFramePr>
          <p:nvPr>
            <p:extLst>
              <p:ext uri="{D42A27DB-BD31-4B8C-83A1-F6EECF244321}">
                <p14:modId xmlns:p14="http://schemas.microsoft.com/office/powerpoint/2010/main" val="1247186387"/>
              </p:ext>
            </p:extLst>
          </p:nvPr>
        </p:nvGraphicFramePr>
        <p:xfrm>
          <a:off x="3086643" y="3030475"/>
          <a:ext cx="596900" cy="228600"/>
        </p:xfrm>
        <a:graphic>
          <a:graphicData uri="http://schemas.openxmlformats.org/presentationml/2006/ole">
            <mc:AlternateContent xmlns:mc="http://schemas.openxmlformats.org/markup-compatibility/2006">
              <mc:Choice xmlns:v="urn:schemas-microsoft-com:vml" Requires="v">
                <p:oleObj name="Equation" r:id="rId19" imgW="596880" imgH="228600" progId="Equation.DSMT4">
                  <p:embed/>
                </p:oleObj>
              </mc:Choice>
              <mc:Fallback>
                <p:oleObj name="Equation" r:id="rId19" imgW="596880" imgH="228600" progId="Equation.DSMT4">
                  <p:embed/>
                  <p:pic>
                    <p:nvPicPr>
                      <p:cNvPr id="0" name=""/>
                      <p:cNvPicPr/>
                      <p:nvPr/>
                    </p:nvPicPr>
                    <p:blipFill>
                      <a:blip r:embed="rId20"/>
                      <a:stretch>
                        <a:fillRect/>
                      </a:stretch>
                    </p:blipFill>
                    <p:spPr>
                      <a:xfrm>
                        <a:off x="3086643" y="3030475"/>
                        <a:ext cx="596900" cy="228600"/>
                      </a:xfrm>
                      <a:prstGeom prst="rect">
                        <a:avLst/>
                      </a:prstGeom>
                    </p:spPr>
                  </p:pic>
                </p:oleObj>
              </mc:Fallback>
            </mc:AlternateContent>
          </a:graphicData>
        </a:graphic>
      </p:graphicFrame>
      <p:cxnSp>
        <p:nvCxnSpPr>
          <p:cNvPr id="8" name="7 Conector recto de flecha"/>
          <p:cNvCxnSpPr/>
          <p:nvPr/>
        </p:nvCxnSpPr>
        <p:spPr bwMode="auto">
          <a:xfrm flipH="1">
            <a:off x="1720434" y="2973388"/>
            <a:ext cx="1136650" cy="10705"/>
          </a:xfrm>
          <a:prstGeom prst="straightConnector1">
            <a:avLst/>
          </a:prstGeom>
          <a:solidFill>
            <a:schemeClr val="accent1"/>
          </a:solidFill>
          <a:ln w="19050" cap="flat" cmpd="sng" algn="ctr">
            <a:solidFill>
              <a:srgbClr val="0070C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9 Conector recto de flecha"/>
          <p:cNvCxnSpPr/>
          <p:nvPr/>
        </p:nvCxnSpPr>
        <p:spPr bwMode="auto">
          <a:xfrm flipV="1">
            <a:off x="1720434" y="1896704"/>
            <a:ext cx="0" cy="1068746"/>
          </a:xfrm>
          <a:prstGeom prst="straightConnector1">
            <a:avLst/>
          </a:prstGeom>
          <a:solidFill>
            <a:schemeClr val="accent1"/>
          </a:solidFill>
          <a:ln w="19050" cap="flat" cmpd="sng" algn="ctr">
            <a:solidFill>
              <a:srgbClr val="0070C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15 CuadroTexto"/>
          <p:cNvSpPr txBox="1">
            <a:spLocks noChangeArrowheads="1"/>
          </p:cNvSpPr>
          <p:nvPr/>
        </p:nvSpPr>
        <p:spPr bwMode="auto">
          <a:xfrm>
            <a:off x="1704559" y="2101463"/>
            <a:ext cx="42351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35°</a:t>
            </a:r>
          </a:p>
        </p:txBody>
      </p:sp>
      <p:graphicFrame>
        <p:nvGraphicFramePr>
          <p:cNvPr id="11" name="10 Objeto"/>
          <p:cNvGraphicFramePr>
            <a:graphicFrameLocks noChangeAspect="1"/>
          </p:cNvGraphicFramePr>
          <p:nvPr>
            <p:extLst>
              <p:ext uri="{D42A27DB-BD31-4B8C-83A1-F6EECF244321}">
                <p14:modId xmlns:p14="http://schemas.microsoft.com/office/powerpoint/2010/main" val="3616220234"/>
              </p:ext>
            </p:extLst>
          </p:nvPr>
        </p:nvGraphicFramePr>
        <p:xfrm>
          <a:off x="2003009" y="2995154"/>
          <a:ext cx="571500" cy="228600"/>
        </p:xfrm>
        <a:graphic>
          <a:graphicData uri="http://schemas.openxmlformats.org/presentationml/2006/ole">
            <mc:AlternateContent xmlns:mc="http://schemas.openxmlformats.org/markup-compatibility/2006">
              <mc:Choice xmlns:v="urn:schemas-microsoft-com:vml" Requires="v">
                <p:oleObj name="Equation" r:id="rId21" imgW="571320" imgH="228600" progId="Equation.DSMT4">
                  <p:embed/>
                </p:oleObj>
              </mc:Choice>
              <mc:Fallback>
                <p:oleObj name="Equation" r:id="rId21" imgW="571320" imgH="228600" progId="Equation.DSMT4">
                  <p:embed/>
                  <p:pic>
                    <p:nvPicPr>
                      <p:cNvPr id="0" name=""/>
                      <p:cNvPicPr/>
                      <p:nvPr/>
                    </p:nvPicPr>
                    <p:blipFill>
                      <a:blip r:embed="rId22"/>
                      <a:stretch>
                        <a:fillRect/>
                      </a:stretch>
                    </p:blipFill>
                    <p:spPr>
                      <a:xfrm>
                        <a:off x="2003009" y="2995154"/>
                        <a:ext cx="571500" cy="228600"/>
                      </a:xfrm>
                      <a:prstGeom prst="rect">
                        <a:avLst/>
                      </a:prstGeom>
                    </p:spPr>
                  </p:pic>
                </p:oleObj>
              </mc:Fallback>
            </mc:AlternateContent>
          </a:graphicData>
        </a:graphic>
      </p:graphicFrame>
      <p:graphicFrame>
        <p:nvGraphicFramePr>
          <p:cNvPr id="12" name="11 Objeto"/>
          <p:cNvGraphicFramePr>
            <a:graphicFrameLocks noChangeAspect="1"/>
          </p:cNvGraphicFramePr>
          <p:nvPr>
            <p:extLst>
              <p:ext uri="{D42A27DB-BD31-4B8C-83A1-F6EECF244321}">
                <p14:modId xmlns:p14="http://schemas.microsoft.com/office/powerpoint/2010/main" val="4094259880"/>
              </p:ext>
            </p:extLst>
          </p:nvPr>
        </p:nvGraphicFramePr>
        <p:xfrm>
          <a:off x="958850" y="2427288"/>
          <a:ext cx="622300" cy="228600"/>
        </p:xfrm>
        <a:graphic>
          <a:graphicData uri="http://schemas.openxmlformats.org/presentationml/2006/ole">
            <mc:AlternateContent xmlns:mc="http://schemas.openxmlformats.org/markup-compatibility/2006">
              <mc:Choice xmlns:v="urn:schemas-microsoft-com:vml" Requires="v">
                <p:oleObj name="Equation" r:id="rId23" imgW="622080" imgH="228600" progId="Equation.DSMT4">
                  <p:embed/>
                </p:oleObj>
              </mc:Choice>
              <mc:Fallback>
                <p:oleObj name="Equation" r:id="rId23" imgW="622080" imgH="228600" progId="Equation.DSMT4">
                  <p:embed/>
                  <p:pic>
                    <p:nvPicPr>
                      <p:cNvPr id="0" name=""/>
                      <p:cNvPicPr/>
                      <p:nvPr/>
                    </p:nvPicPr>
                    <p:blipFill>
                      <a:blip r:embed="rId24"/>
                      <a:stretch>
                        <a:fillRect/>
                      </a:stretch>
                    </p:blipFill>
                    <p:spPr>
                      <a:xfrm>
                        <a:off x="958850" y="2427288"/>
                        <a:ext cx="622300" cy="228600"/>
                      </a:xfrm>
                      <a:prstGeom prst="rect">
                        <a:avLst/>
                      </a:prstGeom>
                    </p:spPr>
                  </p:pic>
                </p:oleObj>
              </mc:Fallback>
            </mc:AlternateContent>
          </a:graphicData>
        </a:graphic>
      </p:graphicFrame>
      <p:graphicFrame>
        <p:nvGraphicFramePr>
          <p:cNvPr id="2" name="1 Objeto"/>
          <p:cNvGraphicFramePr>
            <a:graphicFrameLocks noChangeAspect="1"/>
          </p:cNvGraphicFramePr>
          <p:nvPr>
            <p:extLst>
              <p:ext uri="{D42A27DB-BD31-4B8C-83A1-F6EECF244321}">
                <p14:modId xmlns:p14="http://schemas.microsoft.com/office/powerpoint/2010/main" val="3912961115"/>
              </p:ext>
            </p:extLst>
          </p:nvPr>
        </p:nvGraphicFramePr>
        <p:xfrm>
          <a:off x="6154938" y="1573815"/>
          <a:ext cx="139700" cy="254000"/>
        </p:xfrm>
        <a:graphic>
          <a:graphicData uri="http://schemas.openxmlformats.org/presentationml/2006/ole">
            <mc:AlternateContent xmlns:mc="http://schemas.openxmlformats.org/markup-compatibility/2006">
              <mc:Choice xmlns:v="urn:schemas-microsoft-com:vml" Requires="v">
                <p:oleObj name="Equation" r:id="rId25" imgW="139680" imgH="253800" progId="Equation.DSMT4">
                  <p:embed/>
                </p:oleObj>
              </mc:Choice>
              <mc:Fallback>
                <p:oleObj name="Equation" r:id="rId25" imgW="139680" imgH="253800" progId="Equation.DSMT4">
                  <p:embed/>
                  <p:pic>
                    <p:nvPicPr>
                      <p:cNvPr id="0" name=""/>
                      <p:cNvPicPr/>
                      <p:nvPr/>
                    </p:nvPicPr>
                    <p:blipFill>
                      <a:blip r:embed="rId26"/>
                      <a:stretch>
                        <a:fillRect/>
                      </a:stretch>
                    </p:blipFill>
                    <p:spPr>
                      <a:xfrm>
                        <a:off x="6154938" y="1573815"/>
                        <a:ext cx="139700" cy="254000"/>
                      </a:xfrm>
                      <a:prstGeom prst="rect">
                        <a:avLst/>
                      </a:prstGeom>
                    </p:spPr>
                  </p:pic>
                </p:oleObj>
              </mc:Fallback>
            </mc:AlternateContent>
          </a:graphicData>
        </a:graphic>
      </p:graphicFrame>
      <p:graphicFrame>
        <p:nvGraphicFramePr>
          <p:cNvPr id="3" name="2 Objeto"/>
          <p:cNvGraphicFramePr>
            <a:graphicFrameLocks noChangeAspect="1"/>
          </p:cNvGraphicFramePr>
          <p:nvPr>
            <p:extLst>
              <p:ext uri="{D42A27DB-BD31-4B8C-83A1-F6EECF244321}">
                <p14:modId xmlns:p14="http://schemas.microsoft.com/office/powerpoint/2010/main" val="2901915022"/>
              </p:ext>
            </p:extLst>
          </p:nvPr>
        </p:nvGraphicFramePr>
        <p:xfrm>
          <a:off x="8244408" y="1273855"/>
          <a:ext cx="165100" cy="254000"/>
        </p:xfrm>
        <a:graphic>
          <a:graphicData uri="http://schemas.openxmlformats.org/presentationml/2006/ole">
            <mc:AlternateContent xmlns:mc="http://schemas.openxmlformats.org/markup-compatibility/2006">
              <mc:Choice xmlns:v="urn:schemas-microsoft-com:vml" Requires="v">
                <p:oleObj name="Equation" r:id="rId27" imgW="164880" imgH="253800" progId="Equation.DSMT4">
                  <p:embed/>
                </p:oleObj>
              </mc:Choice>
              <mc:Fallback>
                <p:oleObj name="Equation" r:id="rId27" imgW="164880" imgH="253800" progId="Equation.DSMT4">
                  <p:embed/>
                  <p:pic>
                    <p:nvPicPr>
                      <p:cNvPr id="0" name=""/>
                      <p:cNvPicPr/>
                      <p:nvPr/>
                    </p:nvPicPr>
                    <p:blipFill>
                      <a:blip r:embed="rId28"/>
                      <a:stretch>
                        <a:fillRect/>
                      </a:stretch>
                    </p:blipFill>
                    <p:spPr>
                      <a:xfrm>
                        <a:off x="8244408" y="1273855"/>
                        <a:ext cx="165100" cy="254000"/>
                      </a:xfrm>
                      <a:prstGeom prst="rect">
                        <a:avLst/>
                      </a:prstGeom>
                    </p:spPr>
                  </p:pic>
                </p:oleObj>
              </mc:Fallback>
            </mc:AlternateContent>
          </a:graphicData>
        </a:graphic>
      </p:graphicFrame>
      <p:graphicFrame>
        <p:nvGraphicFramePr>
          <p:cNvPr id="7" name="6 Objeto"/>
          <p:cNvGraphicFramePr>
            <a:graphicFrameLocks noChangeAspect="1"/>
          </p:cNvGraphicFramePr>
          <p:nvPr>
            <p:extLst>
              <p:ext uri="{D42A27DB-BD31-4B8C-83A1-F6EECF244321}">
                <p14:modId xmlns:p14="http://schemas.microsoft.com/office/powerpoint/2010/main" val="2007546947"/>
              </p:ext>
            </p:extLst>
          </p:nvPr>
        </p:nvGraphicFramePr>
        <p:xfrm>
          <a:off x="7228263" y="3392388"/>
          <a:ext cx="241300" cy="203200"/>
        </p:xfrm>
        <a:graphic>
          <a:graphicData uri="http://schemas.openxmlformats.org/presentationml/2006/ole">
            <mc:AlternateContent xmlns:mc="http://schemas.openxmlformats.org/markup-compatibility/2006">
              <mc:Choice xmlns:v="urn:schemas-microsoft-com:vml" Requires="v">
                <p:oleObj name="Equation" r:id="rId29" imgW="241200" imgH="203040" progId="Equation.DSMT4">
                  <p:embed/>
                </p:oleObj>
              </mc:Choice>
              <mc:Fallback>
                <p:oleObj name="Equation" r:id="rId29" imgW="241200" imgH="203040" progId="Equation.DSMT4">
                  <p:embed/>
                  <p:pic>
                    <p:nvPicPr>
                      <p:cNvPr id="0" name=""/>
                      <p:cNvPicPr/>
                      <p:nvPr/>
                    </p:nvPicPr>
                    <p:blipFill>
                      <a:blip r:embed="rId30"/>
                      <a:stretch>
                        <a:fillRect/>
                      </a:stretch>
                    </p:blipFill>
                    <p:spPr>
                      <a:xfrm>
                        <a:off x="7228263" y="3392388"/>
                        <a:ext cx="241300" cy="203200"/>
                      </a:xfrm>
                      <a:prstGeom prst="rect">
                        <a:avLst/>
                      </a:prstGeom>
                    </p:spPr>
                  </p:pic>
                </p:oleObj>
              </mc:Fallback>
            </mc:AlternateContent>
          </a:graphicData>
        </a:graphic>
      </p:graphicFrame>
      <p:graphicFrame>
        <p:nvGraphicFramePr>
          <p:cNvPr id="9" name="8 Objeto"/>
          <p:cNvGraphicFramePr>
            <a:graphicFrameLocks noChangeAspect="1"/>
          </p:cNvGraphicFramePr>
          <p:nvPr>
            <p:extLst>
              <p:ext uri="{D42A27DB-BD31-4B8C-83A1-F6EECF244321}">
                <p14:modId xmlns:p14="http://schemas.microsoft.com/office/powerpoint/2010/main" val="128767024"/>
              </p:ext>
            </p:extLst>
          </p:nvPr>
        </p:nvGraphicFramePr>
        <p:xfrm>
          <a:off x="4398391" y="2930525"/>
          <a:ext cx="127000" cy="139700"/>
        </p:xfrm>
        <a:graphic>
          <a:graphicData uri="http://schemas.openxmlformats.org/presentationml/2006/ole">
            <mc:AlternateContent xmlns:mc="http://schemas.openxmlformats.org/markup-compatibility/2006">
              <mc:Choice xmlns:v="urn:schemas-microsoft-com:vml" Requires="v">
                <p:oleObj name="Equation" r:id="rId31" imgW="126720" imgH="139680" progId="Equation.DSMT4">
                  <p:embed/>
                </p:oleObj>
              </mc:Choice>
              <mc:Fallback>
                <p:oleObj name="Equation" r:id="rId31" imgW="126720" imgH="139680" progId="Equation.DSMT4">
                  <p:embed/>
                  <p:pic>
                    <p:nvPicPr>
                      <p:cNvPr id="0" name=""/>
                      <p:cNvPicPr/>
                      <p:nvPr/>
                    </p:nvPicPr>
                    <p:blipFill>
                      <a:blip r:embed="rId32"/>
                      <a:stretch>
                        <a:fillRect/>
                      </a:stretch>
                    </p:blipFill>
                    <p:spPr>
                      <a:xfrm>
                        <a:off x="4398391" y="2930525"/>
                        <a:ext cx="127000" cy="139700"/>
                      </a:xfrm>
                      <a:prstGeom prst="rect">
                        <a:avLst/>
                      </a:prstGeom>
                    </p:spPr>
                  </p:pic>
                </p:oleObj>
              </mc:Fallback>
            </mc:AlternateContent>
          </a:graphicData>
        </a:graphic>
      </p:graphicFrame>
      <p:graphicFrame>
        <p:nvGraphicFramePr>
          <p:cNvPr id="14" name="13 Objeto"/>
          <p:cNvGraphicFramePr>
            <a:graphicFrameLocks noChangeAspect="1"/>
          </p:cNvGraphicFramePr>
          <p:nvPr>
            <p:extLst>
              <p:ext uri="{D42A27DB-BD31-4B8C-83A1-F6EECF244321}">
                <p14:modId xmlns:p14="http://schemas.microsoft.com/office/powerpoint/2010/main" val="1228317450"/>
              </p:ext>
            </p:extLst>
          </p:nvPr>
        </p:nvGraphicFramePr>
        <p:xfrm>
          <a:off x="2917631" y="1329670"/>
          <a:ext cx="139700" cy="165100"/>
        </p:xfrm>
        <a:graphic>
          <a:graphicData uri="http://schemas.openxmlformats.org/presentationml/2006/ole">
            <mc:AlternateContent xmlns:mc="http://schemas.openxmlformats.org/markup-compatibility/2006">
              <mc:Choice xmlns:v="urn:schemas-microsoft-com:vml" Requires="v">
                <p:oleObj name="Equation" r:id="rId33" imgW="139680" imgH="164880" progId="Equation.DSMT4">
                  <p:embed/>
                </p:oleObj>
              </mc:Choice>
              <mc:Fallback>
                <p:oleObj name="Equation" r:id="rId33" imgW="139680" imgH="164880" progId="Equation.DSMT4">
                  <p:embed/>
                  <p:pic>
                    <p:nvPicPr>
                      <p:cNvPr id="0" name=""/>
                      <p:cNvPicPr/>
                      <p:nvPr/>
                    </p:nvPicPr>
                    <p:blipFill>
                      <a:blip r:embed="rId34"/>
                      <a:stretch>
                        <a:fillRect/>
                      </a:stretch>
                    </p:blipFill>
                    <p:spPr>
                      <a:xfrm>
                        <a:off x="2917631" y="1329670"/>
                        <a:ext cx="139700" cy="165100"/>
                      </a:xfrm>
                      <a:prstGeom prst="rect">
                        <a:avLst/>
                      </a:prstGeom>
                    </p:spPr>
                  </p:pic>
                </p:oleObj>
              </mc:Fallback>
            </mc:AlternateContent>
          </a:graphicData>
        </a:graphic>
      </p:graphicFrame>
      <p:graphicFrame>
        <p:nvGraphicFramePr>
          <p:cNvPr id="15" name="14 Objeto"/>
          <p:cNvGraphicFramePr>
            <a:graphicFrameLocks noChangeAspect="1"/>
          </p:cNvGraphicFramePr>
          <p:nvPr>
            <p:extLst>
              <p:ext uri="{D42A27DB-BD31-4B8C-83A1-F6EECF244321}">
                <p14:modId xmlns:p14="http://schemas.microsoft.com/office/powerpoint/2010/main" val="1656328486"/>
              </p:ext>
            </p:extLst>
          </p:nvPr>
        </p:nvGraphicFramePr>
        <p:xfrm>
          <a:off x="1988348" y="1750267"/>
          <a:ext cx="139700" cy="254000"/>
        </p:xfrm>
        <a:graphic>
          <a:graphicData uri="http://schemas.openxmlformats.org/presentationml/2006/ole">
            <mc:AlternateContent xmlns:mc="http://schemas.openxmlformats.org/markup-compatibility/2006">
              <mc:Choice xmlns:v="urn:schemas-microsoft-com:vml" Requires="v">
                <p:oleObj name="Equation" r:id="rId25" imgW="139680" imgH="253800" progId="Equation.DSMT4">
                  <p:embed/>
                </p:oleObj>
              </mc:Choice>
              <mc:Fallback>
                <p:oleObj name="Equation" r:id="rId25" imgW="139680" imgH="253800" progId="Equation.DSMT4">
                  <p:embed/>
                  <p:pic>
                    <p:nvPicPr>
                      <p:cNvPr id="0" name="1 Objeto"/>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988348" y="1750267"/>
                        <a:ext cx="1397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15 Objeto"/>
          <p:cNvGraphicFramePr>
            <a:graphicFrameLocks noChangeAspect="1"/>
          </p:cNvGraphicFramePr>
          <p:nvPr>
            <p:extLst>
              <p:ext uri="{D42A27DB-BD31-4B8C-83A1-F6EECF244321}">
                <p14:modId xmlns:p14="http://schemas.microsoft.com/office/powerpoint/2010/main" val="1068102483"/>
              </p:ext>
            </p:extLst>
          </p:nvPr>
        </p:nvGraphicFramePr>
        <p:xfrm>
          <a:off x="3544918" y="1285220"/>
          <a:ext cx="165100" cy="254000"/>
        </p:xfrm>
        <a:graphic>
          <a:graphicData uri="http://schemas.openxmlformats.org/presentationml/2006/ole">
            <mc:AlternateContent xmlns:mc="http://schemas.openxmlformats.org/markup-compatibility/2006">
              <mc:Choice xmlns:v="urn:schemas-microsoft-com:vml" Requires="v">
                <p:oleObj name="Equation" r:id="rId27" imgW="164880" imgH="253800" progId="Equation.DSMT4">
                  <p:embed/>
                </p:oleObj>
              </mc:Choice>
              <mc:Fallback>
                <p:oleObj name="Equation" r:id="rId27" imgW="164880" imgH="253800" progId="Equation.DSMT4">
                  <p:embed/>
                  <p:pic>
                    <p:nvPicPr>
                      <p:cNvPr id="0" name="2 Objeto"/>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544918" y="1285220"/>
                        <a:ext cx="1651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16 Objeto"/>
          <p:cNvGraphicFramePr>
            <a:graphicFrameLocks noChangeAspect="1"/>
          </p:cNvGraphicFramePr>
          <p:nvPr>
            <p:extLst>
              <p:ext uri="{D42A27DB-BD31-4B8C-83A1-F6EECF244321}">
                <p14:modId xmlns:p14="http://schemas.microsoft.com/office/powerpoint/2010/main" val="3429269847"/>
              </p:ext>
            </p:extLst>
          </p:nvPr>
        </p:nvGraphicFramePr>
        <p:xfrm>
          <a:off x="1944271" y="3200400"/>
          <a:ext cx="520700" cy="241300"/>
        </p:xfrm>
        <a:graphic>
          <a:graphicData uri="http://schemas.openxmlformats.org/presentationml/2006/ole">
            <mc:AlternateContent xmlns:mc="http://schemas.openxmlformats.org/markup-compatibility/2006">
              <mc:Choice xmlns:v="urn:schemas-microsoft-com:vml" Requires="v">
                <p:oleObj name="Equation" r:id="rId37" imgW="520560" imgH="241200" progId="Equation.DSMT4">
                  <p:embed/>
                </p:oleObj>
              </mc:Choice>
              <mc:Fallback>
                <p:oleObj name="Equation" r:id="rId37" imgW="520560" imgH="241200" progId="Equation.DSMT4">
                  <p:embed/>
                  <p:pic>
                    <p:nvPicPr>
                      <p:cNvPr id="0" name=""/>
                      <p:cNvPicPr/>
                      <p:nvPr/>
                    </p:nvPicPr>
                    <p:blipFill>
                      <a:blip r:embed="rId38"/>
                      <a:stretch>
                        <a:fillRect/>
                      </a:stretch>
                    </p:blipFill>
                    <p:spPr>
                      <a:xfrm>
                        <a:off x="1944271" y="3200400"/>
                        <a:ext cx="520700" cy="241300"/>
                      </a:xfrm>
                      <a:prstGeom prst="rect">
                        <a:avLst/>
                      </a:prstGeom>
                    </p:spPr>
                  </p:pic>
                </p:oleObj>
              </mc:Fallback>
            </mc:AlternateContent>
          </a:graphicData>
        </a:graphic>
      </p:graphicFrame>
      <p:graphicFrame>
        <p:nvGraphicFramePr>
          <p:cNvPr id="18" name="17 Objeto"/>
          <p:cNvGraphicFramePr>
            <a:graphicFrameLocks noChangeAspect="1"/>
          </p:cNvGraphicFramePr>
          <p:nvPr>
            <p:extLst>
              <p:ext uri="{D42A27DB-BD31-4B8C-83A1-F6EECF244321}">
                <p14:modId xmlns:p14="http://schemas.microsoft.com/office/powerpoint/2010/main" val="1128353689"/>
              </p:ext>
            </p:extLst>
          </p:nvPr>
        </p:nvGraphicFramePr>
        <p:xfrm>
          <a:off x="971600" y="2647555"/>
          <a:ext cx="558800" cy="241300"/>
        </p:xfrm>
        <a:graphic>
          <a:graphicData uri="http://schemas.openxmlformats.org/presentationml/2006/ole">
            <mc:AlternateContent xmlns:mc="http://schemas.openxmlformats.org/markup-compatibility/2006">
              <mc:Choice xmlns:v="urn:schemas-microsoft-com:vml" Requires="v">
                <p:oleObj name="Equation" r:id="rId39" imgW="558720" imgH="241200" progId="Equation.DSMT4">
                  <p:embed/>
                </p:oleObj>
              </mc:Choice>
              <mc:Fallback>
                <p:oleObj name="Equation" r:id="rId39" imgW="558720" imgH="241200" progId="Equation.DSMT4">
                  <p:embed/>
                  <p:pic>
                    <p:nvPicPr>
                      <p:cNvPr id="0" name=""/>
                      <p:cNvPicPr/>
                      <p:nvPr/>
                    </p:nvPicPr>
                    <p:blipFill>
                      <a:blip r:embed="rId40"/>
                      <a:stretch>
                        <a:fillRect/>
                      </a:stretch>
                    </p:blipFill>
                    <p:spPr>
                      <a:xfrm>
                        <a:off x="971600" y="2647555"/>
                        <a:ext cx="558800" cy="241300"/>
                      </a:xfrm>
                      <a:prstGeom prst="rect">
                        <a:avLst/>
                      </a:prstGeom>
                    </p:spPr>
                  </p:pic>
                </p:oleObj>
              </mc:Fallback>
            </mc:AlternateContent>
          </a:graphicData>
        </a:graphic>
      </p:graphicFrame>
      <p:graphicFrame>
        <p:nvGraphicFramePr>
          <p:cNvPr id="19" name="18 Objeto"/>
          <p:cNvGraphicFramePr>
            <a:graphicFrameLocks noChangeAspect="1"/>
          </p:cNvGraphicFramePr>
          <p:nvPr>
            <p:extLst>
              <p:ext uri="{D42A27DB-BD31-4B8C-83A1-F6EECF244321}">
                <p14:modId xmlns:p14="http://schemas.microsoft.com/office/powerpoint/2010/main" val="2050418597"/>
              </p:ext>
            </p:extLst>
          </p:nvPr>
        </p:nvGraphicFramePr>
        <p:xfrm>
          <a:off x="3181350" y="3224213"/>
          <a:ext cx="520700" cy="241300"/>
        </p:xfrm>
        <a:graphic>
          <a:graphicData uri="http://schemas.openxmlformats.org/presentationml/2006/ole">
            <mc:AlternateContent xmlns:mc="http://schemas.openxmlformats.org/markup-compatibility/2006">
              <mc:Choice xmlns:v="urn:schemas-microsoft-com:vml" Requires="v">
                <p:oleObj name="Equation" r:id="rId41" imgW="520560" imgH="241200" progId="Equation.DSMT4">
                  <p:embed/>
                </p:oleObj>
              </mc:Choice>
              <mc:Fallback>
                <p:oleObj name="Equation" r:id="rId41" imgW="520560" imgH="241200" progId="Equation.DSMT4">
                  <p:embed/>
                  <p:pic>
                    <p:nvPicPr>
                      <p:cNvPr id="0" name=""/>
                      <p:cNvPicPr/>
                      <p:nvPr/>
                    </p:nvPicPr>
                    <p:blipFill>
                      <a:blip r:embed="rId42"/>
                      <a:stretch>
                        <a:fillRect/>
                      </a:stretch>
                    </p:blipFill>
                    <p:spPr>
                      <a:xfrm>
                        <a:off x="3181350" y="3224213"/>
                        <a:ext cx="520700" cy="241300"/>
                      </a:xfrm>
                      <a:prstGeom prst="rect">
                        <a:avLst/>
                      </a:prstGeom>
                    </p:spPr>
                  </p:pic>
                </p:oleObj>
              </mc:Fallback>
            </mc:AlternateContent>
          </a:graphicData>
        </a:graphic>
      </p:graphicFrame>
      <p:graphicFrame>
        <p:nvGraphicFramePr>
          <p:cNvPr id="20" name="19 Objeto"/>
          <p:cNvGraphicFramePr>
            <a:graphicFrameLocks noChangeAspect="1"/>
          </p:cNvGraphicFramePr>
          <p:nvPr>
            <p:extLst>
              <p:ext uri="{D42A27DB-BD31-4B8C-83A1-F6EECF244321}">
                <p14:modId xmlns:p14="http://schemas.microsoft.com/office/powerpoint/2010/main" val="1519202662"/>
              </p:ext>
            </p:extLst>
          </p:nvPr>
        </p:nvGraphicFramePr>
        <p:xfrm>
          <a:off x="4088984" y="2428289"/>
          <a:ext cx="558800" cy="241300"/>
        </p:xfrm>
        <a:graphic>
          <a:graphicData uri="http://schemas.openxmlformats.org/presentationml/2006/ole">
            <mc:AlternateContent xmlns:mc="http://schemas.openxmlformats.org/markup-compatibility/2006">
              <mc:Choice xmlns:v="urn:schemas-microsoft-com:vml" Requires="v">
                <p:oleObj name="Equation" r:id="rId43" imgW="558720" imgH="241200" progId="Equation.DSMT4">
                  <p:embed/>
                </p:oleObj>
              </mc:Choice>
              <mc:Fallback>
                <p:oleObj name="Equation" r:id="rId43" imgW="558720" imgH="241200" progId="Equation.DSMT4">
                  <p:embed/>
                  <p:pic>
                    <p:nvPicPr>
                      <p:cNvPr id="0" name=""/>
                      <p:cNvPicPr/>
                      <p:nvPr/>
                    </p:nvPicPr>
                    <p:blipFill>
                      <a:blip r:embed="rId44"/>
                      <a:stretch>
                        <a:fillRect/>
                      </a:stretch>
                    </p:blipFill>
                    <p:spPr>
                      <a:xfrm>
                        <a:off x="4088984" y="2428289"/>
                        <a:ext cx="558800" cy="241300"/>
                      </a:xfrm>
                      <a:prstGeom prst="rect">
                        <a:avLst/>
                      </a:prstGeom>
                    </p:spPr>
                  </p:pic>
                </p:oleObj>
              </mc:Fallback>
            </mc:AlternateContent>
          </a:graphicData>
        </a:graphic>
      </p:graphicFrame>
    </p:spTree>
    <p:extLst>
      <p:ext uri="{BB962C8B-B14F-4D97-AF65-F5344CB8AC3E}">
        <p14:creationId xmlns:p14="http://schemas.microsoft.com/office/powerpoint/2010/main" val="148964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sp>
        <p:nvSpPr>
          <p:cNvPr id="22531" name="Text Box 5"/>
          <p:cNvSpPr txBox="1">
            <a:spLocks noChangeArrowheads="1"/>
          </p:cNvSpPr>
          <p:nvPr/>
        </p:nvSpPr>
        <p:spPr bwMode="hidden">
          <a:xfrm>
            <a:off x="755650" y="908050"/>
            <a:ext cx="79930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None/>
            </a:pPr>
            <a:r>
              <a:rPr lang="es-ES" altLang="es-CL" sz="1600" dirty="0">
                <a:latin typeface="Arial" charset="0"/>
              </a:rPr>
              <a:t> 3.- Determinar la aceleración y la fuerza de tensión con que se mueven los bloques de la figura. Si la masa del bloque A es 8kg, la del bloque B es 5Kg y el coeficiente de roce es 0.2</a:t>
            </a:r>
            <a:endParaRPr lang="es-ES" altLang="es-CL" sz="1600" dirty="0">
              <a:latin typeface="Symbol" pitchFamily="18" charset="2"/>
            </a:endParaRPr>
          </a:p>
        </p:txBody>
      </p:sp>
      <p:graphicFrame>
        <p:nvGraphicFramePr>
          <p:cNvPr id="22532" name="Object 12"/>
          <p:cNvGraphicFramePr>
            <a:graphicFrameLocks noChangeAspect="1"/>
          </p:cNvGraphicFramePr>
          <p:nvPr/>
        </p:nvGraphicFramePr>
        <p:xfrm>
          <a:off x="6299200" y="185738"/>
          <a:ext cx="1512888" cy="415925"/>
        </p:xfrm>
        <a:graphic>
          <a:graphicData uri="http://schemas.openxmlformats.org/presentationml/2006/ole">
            <mc:AlternateContent xmlns:mc="http://schemas.openxmlformats.org/markup-compatibility/2006">
              <mc:Choice xmlns:v="urn:schemas-microsoft-com:vml" Requires="v">
                <p:oleObj name="Ecuación" r:id="rId2" imgW="888614" imgH="241195" progId="Equation.3">
                  <p:embed/>
                </p:oleObj>
              </mc:Choice>
              <mc:Fallback>
                <p:oleObj name="Ecuación" r:id="rId2" imgW="888614" imgH="241195"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0" y="185738"/>
                        <a:ext cx="15128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68" name="AutoShape 129" descr="Confeti grande"/>
          <p:cNvSpPr>
            <a:spLocks noChangeArrowheads="1"/>
          </p:cNvSpPr>
          <p:nvPr/>
        </p:nvSpPr>
        <p:spPr bwMode="hidden">
          <a:xfrm rot="13859125">
            <a:off x="2359888" y="2709643"/>
            <a:ext cx="113871" cy="224733"/>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pattFill prst="lgConfetti">
            <a:fgClr>
              <a:srgbClr val="008080"/>
            </a:fgClr>
            <a:bgClr>
              <a:schemeClr val="bg1"/>
            </a:bgClr>
          </a:pattFill>
          <a:ln w="0" algn="ctr">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2569" name="Rectangle 116" descr="10%"/>
          <p:cNvSpPr>
            <a:spLocks noChangeArrowheads="1"/>
          </p:cNvSpPr>
          <p:nvPr/>
        </p:nvSpPr>
        <p:spPr bwMode="hidden">
          <a:xfrm>
            <a:off x="1190723" y="2536080"/>
            <a:ext cx="337721" cy="284051"/>
          </a:xfrm>
          <a:prstGeom prst="rect">
            <a:avLst/>
          </a:prstGeom>
          <a:pattFill prst="pct10">
            <a:fgClr>
              <a:srgbClr val="008000"/>
            </a:fgClr>
            <a:bgClr>
              <a:schemeClr val="bg1"/>
            </a:bgClr>
          </a:pattFill>
          <a:ln w="9525"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a:t>A</a:t>
            </a:r>
          </a:p>
        </p:txBody>
      </p:sp>
      <p:grpSp>
        <p:nvGrpSpPr>
          <p:cNvPr id="22570" name="Group 126"/>
          <p:cNvGrpSpPr>
            <a:grpSpLocks/>
          </p:cNvGrpSpPr>
          <p:nvPr/>
        </p:nvGrpSpPr>
        <p:grpSpPr bwMode="auto">
          <a:xfrm rot="5400000">
            <a:off x="941947" y="4183903"/>
            <a:ext cx="2836765" cy="114229"/>
            <a:chOff x="249" y="2478"/>
            <a:chExt cx="2268" cy="92"/>
          </a:xfrm>
        </p:grpSpPr>
        <p:sp>
          <p:nvSpPr>
            <p:cNvPr id="22590" name="Rectangle 127" descr="Confeti grande"/>
            <p:cNvSpPr>
              <a:spLocks noChangeArrowheads="1"/>
            </p:cNvSpPr>
            <p:nvPr/>
          </p:nvSpPr>
          <p:spPr bwMode="hidden">
            <a:xfrm>
              <a:off x="250" y="2480"/>
              <a:ext cx="2267" cy="90"/>
            </a:xfrm>
            <a:prstGeom prst="rect">
              <a:avLst/>
            </a:prstGeom>
            <a:pattFill prst="lgConfetti">
              <a:fgClr>
                <a:srgbClr val="008080"/>
              </a:fgClr>
              <a:bgClr>
                <a:srgbClr val="FFFF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22591" name="Line 128"/>
            <p:cNvSpPr>
              <a:spLocks noChangeShapeType="1"/>
            </p:cNvSpPr>
            <p:nvPr/>
          </p:nvSpPr>
          <p:spPr bwMode="auto">
            <a:xfrm flipH="1" flipV="1">
              <a:off x="249" y="2478"/>
              <a:ext cx="2267" cy="2"/>
            </a:xfrm>
            <a:prstGeom prst="line">
              <a:avLst/>
            </a:prstGeom>
            <a:noFill/>
            <a:ln w="0">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grpSp>
      <p:grpSp>
        <p:nvGrpSpPr>
          <p:cNvPr id="22571" name="Group 130"/>
          <p:cNvGrpSpPr>
            <a:grpSpLocks/>
          </p:cNvGrpSpPr>
          <p:nvPr/>
        </p:nvGrpSpPr>
        <p:grpSpPr bwMode="auto">
          <a:xfrm>
            <a:off x="446993" y="2822635"/>
            <a:ext cx="1970451" cy="115122"/>
            <a:chOff x="295" y="1480"/>
            <a:chExt cx="1587" cy="92"/>
          </a:xfrm>
        </p:grpSpPr>
        <p:sp>
          <p:nvSpPr>
            <p:cNvPr id="22588" name="Rectangle 123" descr="Confeti grande"/>
            <p:cNvSpPr>
              <a:spLocks noChangeArrowheads="1"/>
            </p:cNvSpPr>
            <p:nvPr/>
          </p:nvSpPr>
          <p:spPr bwMode="hidden">
            <a:xfrm>
              <a:off x="296" y="1482"/>
              <a:ext cx="1586" cy="90"/>
            </a:xfrm>
            <a:prstGeom prst="rect">
              <a:avLst/>
            </a:prstGeom>
            <a:pattFill prst="lgConfetti">
              <a:fgClr>
                <a:srgbClr val="008080"/>
              </a:fgClr>
              <a:bgClr>
                <a:srgbClr val="FFFF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22589" name="Line 124"/>
            <p:cNvSpPr>
              <a:spLocks noChangeShapeType="1"/>
            </p:cNvSpPr>
            <p:nvPr/>
          </p:nvSpPr>
          <p:spPr bwMode="auto">
            <a:xfrm flipH="1" flipV="1">
              <a:off x="295" y="1480"/>
              <a:ext cx="1586" cy="2"/>
            </a:xfrm>
            <a:prstGeom prst="line">
              <a:avLst/>
            </a:prstGeom>
            <a:noFill/>
            <a:ln w="0">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grpSp>
      <p:sp>
        <p:nvSpPr>
          <p:cNvPr id="22572" name="AutoShape 132" descr="10%"/>
          <p:cNvSpPr>
            <a:spLocks noChangeArrowheads="1"/>
          </p:cNvSpPr>
          <p:nvPr/>
        </p:nvSpPr>
        <p:spPr bwMode="hidden">
          <a:xfrm rot="10800000">
            <a:off x="2460901" y="3886265"/>
            <a:ext cx="225975" cy="170181"/>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pattFill prst="pct10">
            <a:fgClr>
              <a:srgbClr val="800000"/>
            </a:fgClr>
            <a:bgClr>
              <a:schemeClr val="bg1"/>
            </a:bgClr>
          </a:pattFill>
          <a:ln w="9525" algn="ctr">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t>B</a:t>
            </a:r>
          </a:p>
        </p:txBody>
      </p:sp>
      <p:sp>
        <p:nvSpPr>
          <p:cNvPr id="22573" name="Line 137"/>
          <p:cNvSpPr>
            <a:spLocks noChangeShapeType="1"/>
          </p:cNvSpPr>
          <p:nvPr/>
        </p:nvSpPr>
        <p:spPr bwMode="hidden">
          <a:xfrm flipH="1">
            <a:off x="1535894" y="2669972"/>
            <a:ext cx="9572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74" name="Line 138"/>
          <p:cNvSpPr>
            <a:spLocks noChangeShapeType="1"/>
          </p:cNvSpPr>
          <p:nvPr/>
        </p:nvSpPr>
        <p:spPr bwMode="hidden">
          <a:xfrm>
            <a:off x="2576372" y="2745052"/>
            <a:ext cx="0" cy="11362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75" name="AutoShape 131"/>
          <p:cNvSpPr>
            <a:spLocks noChangeArrowheads="1"/>
          </p:cNvSpPr>
          <p:nvPr/>
        </p:nvSpPr>
        <p:spPr bwMode="hidden">
          <a:xfrm>
            <a:off x="2409995" y="2667470"/>
            <a:ext cx="168860" cy="170181"/>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8735" y="10800"/>
                </a:moveTo>
                <a:cubicBezTo>
                  <a:pt x="8735" y="11940"/>
                  <a:pt x="9660" y="12865"/>
                  <a:pt x="10800" y="12865"/>
                </a:cubicBezTo>
                <a:cubicBezTo>
                  <a:pt x="11940" y="12865"/>
                  <a:pt x="12865" y="11940"/>
                  <a:pt x="12865" y="10800"/>
                </a:cubicBezTo>
                <a:cubicBezTo>
                  <a:pt x="12865" y="9660"/>
                  <a:pt x="11940" y="8735"/>
                  <a:pt x="10800" y="8735"/>
                </a:cubicBezTo>
                <a:cubicBezTo>
                  <a:pt x="9660" y="8735"/>
                  <a:pt x="8735" y="9660"/>
                  <a:pt x="8735" y="10800"/>
                </a:cubicBezTo>
                <a:close/>
              </a:path>
            </a:pathLst>
          </a:custGeom>
          <a:solidFill>
            <a:schemeClr val="accent1"/>
          </a:solidFill>
          <a:ln w="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2576" name="Line 159"/>
          <p:cNvSpPr>
            <a:spLocks noChangeShapeType="1"/>
          </p:cNvSpPr>
          <p:nvPr/>
        </p:nvSpPr>
        <p:spPr bwMode="hidden">
          <a:xfrm flipV="1">
            <a:off x="1365792" y="2114382"/>
            <a:ext cx="0" cy="56184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77" name="Line 160"/>
          <p:cNvSpPr>
            <a:spLocks noChangeShapeType="1"/>
          </p:cNvSpPr>
          <p:nvPr/>
        </p:nvSpPr>
        <p:spPr bwMode="hidden">
          <a:xfrm flipV="1">
            <a:off x="1362067" y="2652454"/>
            <a:ext cx="0" cy="561848"/>
          </a:xfrm>
          <a:prstGeom prst="line">
            <a:avLst/>
          </a:prstGeom>
          <a:noFill/>
          <a:ln w="28575">
            <a:solidFill>
              <a:srgbClr val="008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78" name="Line 161"/>
          <p:cNvSpPr>
            <a:spLocks noChangeShapeType="1"/>
          </p:cNvSpPr>
          <p:nvPr/>
        </p:nvSpPr>
        <p:spPr bwMode="hidden">
          <a:xfrm flipH="1" flipV="1">
            <a:off x="821298" y="2818879"/>
            <a:ext cx="422151" cy="2503"/>
          </a:xfrm>
          <a:prstGeom prst="line">
            <a:avLst/>
          </a:prstGeom>
          <a:noFill/>
          <a:ln w="28575">
            <a:solidFill>
              <a:srgbClr val="008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79" name="Line 162"/>
          <p:cNvSpPr>
            <a:spLocks noChangeShapeType="1"/>
          </p:cNvSpPr>
          <p:nvPr/>
        </p:nvSpPr>
        <p:spPr bwMode="hidden">
          <a:xfrm flipH="1" flipV="1">
            <a:off x="1535894" y="2671224"/>
            <a:ext cx="703998" cy="0"/>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80" name="Line 163"/>
          <p:cNvSpPr>
            <a:spLocks noChangeShapeType="1"/>
          </p:cNvSpPr>
          <p:nvPr/>
        </p:nvSpPr>
        <p:spPr bwMode="hidden">
          <a:xfrm rot="16200000" flipH="1" flipV="1">
            <a:off x="2233533" y="3518989"/>
            <a:ext cx="709504" cy="0"/>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81" name="Line 164"/>
          <p:cNvSpPr>
            <a:spLocks noChangeShapeType="1"/>
          </p:cNvSpPr>
          <p:nvPr/>
        </p:nvSpPr>
        <p:spPr bwMode="hidden">
          <a:xfrm rot="16200000" flipH="1" flipV="1">
            <a:off x="2219137" y="4304835"/>
            <a:ext cx="709504"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22582" name="Object 165"/>
          <p:cNvGraphicFramePr>
            <a:graphicFrameLocks noChangeAspect="1"/>
          </p:cNvGraphicFramePr>
          <p:nvPr/>
        </p:nvGraphicFramePr>
        <p:xfrm>
          <a:off x="1460155" y="2084350"/>
          <a:ext cx="129129" cy="170181"/>
        </p:xfrm>
        <a:graphic>
          <a:graphicData uri="http://schemas.openxmlformats.org/presentationml/2006/ole">
            <mc:AlternateContent xmlns:mc="http://schemas.openxmlformats.org/markup-compatibility/2006">
              <mc:Choice xmlns:v="urn:schemas-microsoft-com:vml" Requires="v">
                <p:oleObj name="Equation" r:id="rId4" imgW="164885" imgH="215619" progId="Equation.DSMT4">
                  <p:embed/>
                </p:oleObj>
              </mc:Choice>
              <mc:Fallback>
                <p:oleObj name="Equation" r:id="rId4" imgW="164885" imgH="21561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0155" y="2084350"/>
                        <a:ext cx="129129" cy="170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83" name="Object 166"/>
          <p:cNvGraphicFramePr>
            <a:graphicFrameLocks noChangeAspect="1"/>
          </p:cNvGraphicFramePr>
          <p:nvPr/>
        </p:nvGraphicFramePr>
        <p:xfrm>
          <a:off x="1235422" y="3276868"/>
          <a:ext cx="258257" cy="180192"/>
        </p:xfrm>
        <a:graphic>
          <a:graphicData uri="http://schemas.openxmlformats.org/presentationml/2006/ole">
            <mc:AlternateContent xmlns:mc="http://schemas.openxmlformats.org/markup-compatibility/2006">
              <mc:Choice xmlns:v="urn:schemas-microsoft-com:vml" Requires="v">
                <p:oleObj name="Equation" r:id="rId6" imgW="330200" imgH="228600" progId="Equation.DSMT4">
                  <p:embed/>
                </p:oleObj>
              </mc:Choice>
              <mc:Fallback>
                <p:oleObj name="Equation" r:id="rId6" imgW="3302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5422" y="3276868"/>
                        <a:ext cx="258257" cy="180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84" name="Object 167"/>
          <p:cNvGraphicFramePr>
            <a:graphicFrameLocks noChangeAspect="1"/>
          </p:cNvGraphicFramePr>
          <p:nvPr/>
        </p:nvGraphicFramePr>
        <p:xfrm>
          <a:off x="1854991" y="2424712"/>
          <a:ext cx="109263" cy="160170"/>
        </p:xfrm>
        <a:graphic>
          <a:graphicData uri="http://schemas.openxmlformats.org/presentationml/2006/ole">
            <mc:AlternateContent xmlns:mc="http://schemas.openxmlformats.org/markup-compatibility/2006">
              <mc:Choice xmlns:v="urn:schemas-microsoft-com:vml" Requires="v">
                <p:oleObj name="Equation" r:id="rId8" imgW="139639" imgH="203112" progId="Equation.DSMT4">
                  <p:embed/>
                </p:oleObj>
              </mc:Choice>
              <mc:Fallback>
                <p:oleObj name="Equation" r:id="rId8" imgW="139639" imgH="203112"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54991" y="2424712"/>
                        <a:ext cx="109263" cy="160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85" name="Object 168"/>
          <p:cNvGraphicFramePr>
            <a:graphicFrameLocks noChangeAspect="1"/>
          </p:cNvGraphicFramePr>
          <p:nvPr/>
        </p:nvGraphicFramePr>
        <p:xfrm>
          <a:off x="2699292" y="3400749"/>
          <a:ext cx="109263" cy="160170"/>
        </p:xfrm>
        <a:graphic>
          <a:graphicData uri="http://schemas.openxmlformats.org/presentationml/2006/ole">
            <mc:AlternateContent xmlns:mc="http://schemas.openxmlformats.org/markup-compatibility/2006">
              <mc:Choice xmlns:v="urn:schemas-microsoft-com:vml" Requires="v">
                <p:oleObj name="Equation" r:id="rId10" imgW="139639" imgH="203112" progId="Equation.DSMT4">
                  <p:embed/>
                </p:oleObj>
              </mc:Choice>
              <mc:Fallback>
                <p:oleObj name="Equation" r:id="rId10" imgW="139639" imgH="203112"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99292" y="3400749"/>
                        <a:ext cx="109263" cy="160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86" name="Object 169"/>
          <p:cNvGraphicFramePr>
            <a:graphicFrameLocks noChangeAspect="1"/>
          </p:cNvGraphicFramePr>
          <p:nvPr>
            <p:extLst>
              <p:ext uri="{D42A27DB-BD31-4B8C-83A1-F6EECF244321}">
                <p14:modId xmlns:p14="http://schemas.microsoft.com/office/powerpoint/2010/main" val="4084017831"/>
              </p:ext>
            </p:extLst>
          </p:nvPr>
        </p:nvGraphicFramePr>
        <p:xfrm>
          <a:off x="2594718" y="4306990"/>
          <a:ext cx="248324" cy="180192"/>
        </p:xfrm>
        <a:graphic>
          <a:graphicData uri="http://schemas.openxmlformats.org/presentationml/2006/ole">
            <mc:AlternateContent xmlns:mc="http://schemas.openxmlformats.org/markup-compatibility/2006">
              <mc:Choice xmlns:v="urn:schemas-microsoft-com:vml" Requires="v">
                <p:oleObj name="Equation" r:id="rId11" imgW="317362" imgH="228501" progId="Equation.DSMT4">
                  <p:embed/>
                </p:oleObj>
              </mc:Choice>
              <mc:Fallback>
                <p:oleObj name="Equation" r:id="rId11" imgW="317362" imgH="228501"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94718" y="4306990"/>
                        <a:ext cx="248324" cy="180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87" name="Object 170"/>
          <p:cNvGraphicFramePr>
            <a:graphicFrameLocks noChangeAspect="1"/>
          </p:cNvGraphicFramePr>
          <p:nvPr/>
        </p:nvGraphicFramePr>
        <p:xfrm>
          <a:off x="896460" y="2424712"/>
          <a:ext cx="89397" cy="160170"/>
        </p:xfrm>
        <a:graphic>
          <a:graphicData uri="http://schemas.openxmlformats.org/presentationml/2006/ole">
            <mc:AlternateContent xmlns:mc="http://schemas.openxmlformats.org/markup-compatibility/2006">
              <mc:Choice xmlns:v="urn:schemas-microsoft-com:vml" Requires="v">
                <p:oleObj name="Equation" r:id="rId13" imgW="114201" imgH="203024" progId="Equation.DSMT4">
                  <p:embed/>
                </p:oleObj>
              </mc:Choice>
              <mc:Fallback>
                <p:oleObj name="Equation" r:id="rId13" imgW="114201" imgH="203024"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96460" y="2424712"/>
                        <a:ext cx="89397" cy="160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20701" name="Group 189"/>
          <p:cNvGrpSpPr>
            <a:grpSpLocks/>
          </p:cNvGrpSpPr>
          <p:nvPr/>
        </p:nvGrpSpPr>
        <p:grpSpPr bwMode="auto">
          <a:xfrm>
            <a:off x="3131840" y="4675072"/>
            <a:ext cx="3549650" cy="254000"/>
            <a:chOff x="2245" y="3504"/>
            <a:chExt cx="2236" cy="160"/>
          </a:xfrm>
        </p:grpSpPr>
        <p:graphicFrame>
          <p:nvGraphicFramePr>
            <p:cNvPr id="22566" name="Object 184"/>
            <p:cNvGraphicFramePr>
              <a:graphicFrameLocks noChangeAspect="1"/>
            </p:cNvGraphicFramePr>
            <p:nvPr/>
          </p:nvGraphicFramePr>
          <p:xfrm>
            <a:off x="2245" y="3504"/>
            <a:ext cx="376" cy="160"/>
          </p:xfrm>
          <a:graphic>
            <a:graphicData uri="http://schemas.openxmlformats.org/presentationml/2006/ole">
              <mc:AlternateContent xmlns:mc="http://schemas.openxmlformats.org/markup-compatibility/2006">
                <mc:Choice xmlns:v="urn:schemas-microsoft-com:vml" Requires="v">
                  <p:oleObj name="Equation" r:id="rId15" imgW="596641" imgH="253890" progId="Equation.DSMT4">
                    <p:embed/>
                  </p:oleObj>
                </mc:Choice>
                <mc:Fallback>
                  <p:oleObj name="Equation" r:id="rId15" imgW="596641" imgH="25389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45" y="3504"/>
                          <a:ext cx="376"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67" name="Object 185"/>
            <p:cNvGraphicFramePr>
              <a:graphicFrameLocks noChangeAspect="1"/>
            </p:cNvGraphicFramePr>
            <p:nvPr/>
          </p:nvGraphicFramePr>
          <p:xfrm>
            <a:off x="4105" y="3504"/>
            <a:ext cx="376" cy="160"/>
          </p:xfrm>
          <a:graphic>
            <a:graphicData uri="http://schemas.openxmlformats.org/presentationml/2006/ole">
              <mc:AlternateContent xmlns:mc="http://schemas.openxmlformats.org/markup-compatibility/2006">
                <mc:Choice xmlns:v="urn:schemas-microsoft-com:vml" Requires="v">
                  <p:oleObj name="Equation" r:id="rId17" imgW="596641" imgH="253890" progId="Equation.DSMT4">
                    <p:embed/>
                  </p:oleObj>
                </mc:Choice>
                <mc:Fallback>
                  <p:oleObj name="Equation" r:id="rId17" imgW="596641" imgH="25389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05" y="3504"/>
                          <a:ext cx="376"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20698" name="Object 186"/>
          <p:cNvGraphicFramePr>
            <a:graphicFrameLocks noChangeAspect="1"/>
          </p:cNvGraphicFramePr>
          <p:nvPr>
            <p:extLst>
              <p:ext uri="{D42A27DB-BD31-4B8C-83A1-F6EECF244321}">
                <p14:modId xmlns:p14="http://schemas.microsoft.com/office/powerpoint/2010/main" val="3949003584"/>
              </p:ext>
            </p:extLst>
          </p:nvPr>
        </p:nvGraphicFramePr>
        <p:xfrm>
          <a:off x="7451389" y="4950667"/>
          <a:ext cx="723900" cy="635000"/>
        </p:xfrm>
        <a:graphic>
          <a:graphicData uri="http://schemas.openxmlformats.org/presentationml/2006/ole">
            <mc:AlternateContent xmlns:mc="http://schemas.openxmlformats.org/markup-compatibility/2006">
              <mc:Choice xmlns:v="urn:schemas-microsoft-com:vml" Requires="v">
                <p:oleObj name="Equation" r:id="rId19" imgW="723600" imgH="634680" progId="Equation.DSMT4">
                  <p:embed/>
                </p:oleObj>
              </mc:Choice>
              <mc:Fallback>
                <p:oleObj name="Equation" r:id="rId19" imgW="723600" imgH="634680" progId="Equation.DSMT4">
                  <p:embed/>
                  <p:pic>
                    <p:nvPicPr>
                      <p:cNvPr id="0" name=""/>
                      <p:cNvPicPr>
                        <a:picLocks noChangeAspect="1" noChangeArrowheads="1"/>
                      </p:cNvPicPr>
                      <p:nvPr/>
                    </p:nvPicPr>
                    <p:blipFill>
                      <a:blip r:embed="rId20"/>
                      <a:srcRect/>
                      <a:stretch>
                        <a:fillRect/>
                      </a:stretch>
                    </p:blipFill>
                    <p:spPr bwMode="auto">
                      <a:xfrm>
                        <a:off x="7451389" y="4950667"/>
                        <a:ext cx="72390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0699" name="Object 187"/>
          <p:cNvGraphicFramePr>
            <a:graphicFrameLocks noChangeAspect="1"/>
          </p:cNvGraphicFramePr>
          <p:nvPr>
            <p:extLst>
              <p:ext uri="{D42A27DB-BD31-4B8C-83A1-F6EECF244321}">
                <p14:modId xmlns:p14="http://schemas.microsoft.com/office/powerpoint/2010/main" val="2347208647"/>
              </p:ext>
            </p:extLst>
          </p:nvPr>
        </p:nvGraphicFramePr>
        <p:xfrm>
          <a:off x="2915816" y="5053751"/>
          <a:ext cx="2438400" cy="711200"/>
        </p:xfrm>
        <a:graphic>
          <a:graphicData uri="http://schemas.openxmlformats.org/presentationml/2006/ole">
            <mc:AlternateContent xmlns:mc="http://schemas.openxmlformats.org/markup-compatibility/2006">
              <mc:Choice xmlns:v="urn:schemas-microsoft-com:vml" Requires="v">
                <p:oleObj name="Equation" r:id="rId21" imgW="2438280" imgH="711000" progId="Equation.DSMT4">
                  <p:embed/>
                </p:oleObj>
              </mc:Choice>
              <mc:Fallback>
                <p:oleObj name="Equation" r:id="rId21" imgW="2438280" imgH="711000" progId="Equation.DSMT4">
                  <p:embed/>
                  <p:pic>
                    <p:nvPicPr>
                      <p:cNvPr id="0" name=""/>
                      <p:cNvPicPr>
                        <a:picLocks noChangeAspect="1" noChangeArrowheads="1"/>
                      </p:cNvPicPr>
                      <p:nvPr/>
                    </p:nvPicPr>
                    <p:blipFill>
                      <a:blip r:embed="rId22"/>
                      <a:srcRect/>
                      <a:stretch>
                        <a:fillRect/>
                      </a:stretch>
                    </p:blipFill>
                    <p:spPr bwMode="auto">
                      <a:xfrm>
                        <a:off x="2915816" y="5053751"/>
                        <a:ext cx="243840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0700" name="Object 188"/>
          <p:cNvGraphicFramePr>
            <a:graphicFrameLocks noChangeAspect="1"/>
          </p:cNvGraphicFramePr>
          <p:nvPr>
            <p:extLst>
              <p:ext uri="{D42A27DB-BD31-4B8C-83A1-F6EECF244321}">
                <p14:modId xmlns:p14="http://schemas.microsoft.com/office/powerpoint/2010/main" val="517920244"/>
              </p:ext>
            </p:extLst>
          </p:nvPr>
        </p:nvGraphicFramePr>
        <p:xfrm>
          <a:off x="5756026" y="5003531"/>
          <a:ext cx="1295400" cy="685800"/>
        </p:xfrm>
        <a:graphic>
          <a:graphicData uri="http://schemas.openxmlformats.org/presentationml/2006/ole">
            <mc:AlternateContent xmlns:mc="http://schemas.openxmlformats.org/markup-compatibility/2006">
              <mc:Choice xmlns:v="urn:schemas-microsoft-com:vml" Requires="v">
                <p:oleObj name="Equation" r:id="rId23" imgW="1295280" imgH="685800" progId="Equation.DSMT4">
                  <p:embed/>
                </p:oleObj>
              </mc:Choice>
              <mc:Fallback>
                <p:oleObj name="Equation" r:id="rId23" imgW="1295280" imgH="685800" progId="Equation.DSMT4">
                  <p:embed/>
                  <p:pic>
                    <p:nvPicPr>
                      <p:cNvPr id="0" name=""/>
                      <p:cNvPicPr>
                        <a:picLocks noChangeAspect="1" noChangeArrowheads="1"/>
                      </p:cNvPicPr>
                      <p:nvPr/>
                    </p:nvPicPr>
                    <p:blipFill>
                      <a:blip r:embed="rId24"/>
                      <a:srcRect/>
                      <a:stretch>
                        <a:fillRect/>
                      </a:stretch>
                    </p:blipFill>
                    <p:spPr bwMode="auto">
                      <a:xfrm>
                        <a:off x="5756026" y="5003531"/>
                        <a:ext cx="1295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0702" name="Object 190"/>
          <p:cNvGraphicFramePr>
            <a:graphicFrameLocks noChangeAspect="1"/>
          </p:cNvGraphicFramePr>
          <p:nvPr>
            <p:extLst>
              <p:ext uri="{D42A27DB-BD31-4B8C-83A1-F6EECF244321}">
                <p14:modId xmlns:p14="http://schemas.microsoft.com/office/powerpoint/2010/main" val="1335616395"/>
              </p:ext>
            </p:extLst>
          </p:nvPr>
        </p:nvGraphicFramePr>
        <p:xfrm>
          <a:off x="338100" y="4797152"/>
          <a:ext cx="1524000" cy="685800"/>
        </p:xfrm>
        <a:graphic>
          <a:graphicData uri="http://schemas.openxmlformats.org/presentationml/2006/ole">
            <mc:AlternateContent xmlns:mc="http://schemas.openxmlformats.org/markup-compatibility/2006">
              <mc:Choice xmlns:v="urn:schemas-microsoft-com:vml" Requires="v">
                <p:oleObj name="Equation" r:id="rId25" imgW="1523880" imgH="685800" progId="Equation.DSMT4">
                  <p:embed/>
                </p:oleObj>
              </mc:Choice>
              <mc:Fallback>
                <p:oleObj name="Equation" r:id="rId25" imgW="1523880" imgH="685800" progId="Equation.DSMT4">
                  <p:embed/>
                  <p:pic>
                    <p:nvPicPr>
                      <p:cNvPr id="0" name=""/>
                      <p:cNvPicPr>
                        <a:picLocks noChangeAspect="1" noChangeArrowheads="1"/>
                      </p:cNvPicPr>
                      <p:nvPr/>
                    </p:nvPicPr>
                    <p:blipFill>
                      <a:blip r:embed="rId26"/>
                      <a:srcRect/>
                      <a:stretch>
                        <a:fillRect/>
                      </a:stretch>
                    </p:blipFill>
                    <p:spPr bwMode="auto">
                      <a:xfrm>
                        <a:off x="338100" y="4797152"/>
                        <a:ext cx="15240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2539" name="2 Grupo"/>
          <p:cNvGrpSpPr>
            <a:grpSpLocks/>
          </p:cNvGrpSpPr>
          <p:nvPr/>
        </p:nvGrpSpPr>
        <p:grpSpPr bwMode="auto">
          <a:xfrm>
            <a:off x="4505325" y="1628775"/>
            <a:ext cx="3316288" cy="2663825"/>
            <a:chOff x="3851275" y="1628775"/>
            <a:chExt cx="3924300" cy="3189625"/>
          </a:xfrm>
        </p:grpSpPr>
        <p:sp>
          <p:nvSpPr>
            <p:cNvPr id="22548" name="Text Box 143"/>
            <p:cNvSpPr txBox="1">
              <a:spLocks noChangeArrowheads="1"/>
            </p:cNvSpPr>
            <p:nvPr/>
          </p:nvSpPr>
          <p:spPr bwMode="hidden">
            <a:xfrm>
              <a:off x="6556036" y="4602956"/>
              <a:ext cx="10419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t>X</a:t>
              </a:r>
            </a:p>
          </p:txBody>
        </p:sp>
        <p:sp>
          <p:nvSpPr>
            <p:cNvPr id="22549" name="Line 145"/>
            <p:cNvSpPr>
              <a:spLocks noChangeShapeType="1"/>
            </p:cNvSpPr>
            <p:nvPr/>
          </p:nvSpPr>
          <p:spPr bwMode="hidden">
            <a:xfrm>
              <a:off x="6743700" y="2708275"/>
              <a:ext cx="0" cy="2025650"/>
            </a:xfrm>
            <a:prstGeom prst="line">
              <a:avLst/>
            </a:prstGeom>
            <a:noFill/>
            <a:ln w="952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50" name="Line 146"/>
            <p:cNvSpPr>
              <a:spLocks noChangeShapeType="1"/>
            </p:cNvSpPr>
            <p:nvPr/>
          </p:nvSpPr>
          <p:spPr bwMode="hidden">
            <a:xfrm rot="-5400000">
              <a:off x="6821488" y="2670175"/>
              <a:ext cx="0" cy="1908175"/>
            </a:xfrm>
            <a:prstGeom prst="line">
              <a:avLst/>
            </a:prstGeom>
            <a:noFill/>
            <a:ln w="952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51" name="Text Box 142"/>
            <p:cNvSpPr txBox="1">
              <a:spLocks noChangeArrowheads="1"/>
            </p:cNvSpPr>
            <p:nvPr/>
          </p:nvSpPr>
          <p:spPr bwMode="hidden">
            <a:xfrm>
              <a:off x="4452433" y="1628775"/>
              <a:ext cx="10419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t>Y</a:t>
              </a:r>
            </a:p>
          </p:txBody>
        </p:sp>
        <p:sp>
          <p:nvSpPr>
            <p:cNvPr id="22552" name="Line 140"/>
            <p:cNvSpPr>
              <a:spLocks noChangeShapeType="1"/>
            </p:cNvSpPr>
            <p:nvPr/>
          </p:nvSpPr>
          <p:spPr bwMode="hidden">
            <a:xfrm>
              <a:off x="4664075" y="1677988"/>
              <a:ext cx="0" cy="2025650"/>
            </a:xfrm>
            <a:prstGeom prst="line">
              <a:avLst/>
            </a:prstGeom>
            <a:noFill/>
            <a:ln w="9525">
              <a:solidFill>
                <a:schemeClr val="tx1"/>
              </a:solidFill>
              <a:prstDash val="dash"/>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53" name="Line 149"/>
            <p:cNvSpPr>
              <a:spLocks noChangeShapeType="1"/>
            </p:cNvSpPr>
            <p:nvPr/>
          </p:nvSpPr>
          <p:spPr bwMode="hidden">
            <a:xfrm rot="-5400000">
              <a:off x="5297488" y="1257300"/>
              <a:ext cx="0" cy="28924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22554" name="Object 175"/>
            <p:cNvGraphicFramePr>
              <a:graphicFrameLocks noChangeAspect="1"/>
            </p:cNvGraphicFramePr>
            <p:nvPr/>
          </p:nvGraphicFramePr>
          <p:xfrm>
            <a:off x="4791075" y="1989138"/>
            <a:ext cx="165100" cy="177800"/>
          </p:xfrm>
          <a:graphic>
            <a:graphicData uri="http://schemas.openxmlformats.org/presentationml/2006/ole">
              <mc:AlternateContent xmlns:mc="http://schemas.openxmlformats.org/markup-compatibility/2006">
                <mc:Choice xmlns:v="urn:schemas-microsoft-com:vml" Requires="v">
                  <p:oleObj name="Equation" r:id="rId27" imgW="164814" imgH="177492" progId="Equation.DSMT4">
                    <p:embed/>
                  </p:oleObj>
                </mc:Choice>
                <mc:Fallback>
                  <p:oleObj name="Equation" r:id="rId27" imgW="164814" imgH="177492" progId="Equation.DSMT4">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791075" y="1989138"/>
                          <a:ext cx="1651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5" name="Object 176"/>
            <p:cNvGraphicFramePr>
              <a:graphicFrameLocks noChangeAspect="1"/>
            </p:cNvGraphicFramePr>
            <p:nvPr/>
          </p:nvGraphicFramePr>
          <p:xfrm>
            <a:off x="4746625" y="3109913"/>
            <a:ext cx="330200" cy="228600"/>
          </p:xfrm>
          <a:graphic>
            <a:graphicData uri="http://schemas.openxmlformats.org/presentationml/2006/ole">
              <mc:AlternateContent xmlns:mc="http://schemas.openxmlformats.org/markup-compatibility/2006">
                <mc:Choice xmlns:v="urn:schemas-microsoft-com:vml" Requires="v">
                  <p:oleObj name="Equation" r:id="rId29" imgW="330200" imgH="228600" progId="Equation.DSMT4">
                    <p:embed/>
                  </p:oleObj>
                </mc:Choice>
                <mc:Fallback>
                  <p:oleObj name="Equation" r:id="rId29" imgW="330200" imgH="228600" progId="Equation.DSMT4">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746625" y="3109913"/>
                          <a:ext cx="330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6" name="Object 177"/>
            <p:cNvGraphicFramePr>
              <a:graphicFrameLocks noChangeAspect="1"/>
            </p:cNvGraphicFramePr>
            <p:nvPr/>
          </p:nvGraphicFramePr>
          <p:xfrm>
            <a:off x="4067175" y="2492375"/>
            <a:ext cx="114300" cy="165100"/>
          </p:xfrm>
          <a:graphic>
            <a:graphicData uri="http://schemas.openxmlformats.org/presentationml/2006/ole">
              <mc:AlternateContent xmlns:mc="http://schemas.openxmlformats.org/markup-compatibility/2006">
                <mc:Choice xmlns:v="urn:schemas-microsoft-com:vml" Requires="v">
                  <p:oleObj name="Equation" r:id="rId31" imgW="114151" imgH="164885" progId="Equation.DSMT4">
                    <p:embed/>
                  </p:oleObj>
                </mc:Choice>
                <mc:Fallback>
                  <p:oleObj name="Equation" r:id="rId31" imgW="114151" imgH="164885" progId="Equation.DSMT4">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067175" y="2492375"/>
                          <a:ext cx="114300" cy="16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7" name="Object 178"/>
            <p:cNvGraphicFramePr>
              <a:graphicFrameLocks noChangeAspect="1"/>
            </p:cNvGraphicFramePr>
            <p:nvPr/>
          </p:nvGraphicFramePr>
          <p:xfrm>
            <a:off x="5295900" y="2492375"/>
            <a:ext cx="139700" cy="165100"/>
          </p:xfrm>
          <a:graphic>
            <a:graphicData uri="http://schemas.openxmlformats.org/presentationml/2006/ole">
              <mc:AlternateContent xmlns:mc="http://schemas.openxmlformats.org/markup-compatibility/2006">
                <mc:Choice xmlns:v="urn:schemas-microsoft-com:vml" Requires="v">
                  <p:oleObj name="Equation" r:id="rId33" imgW="139579" imgH="164957" progId="Equation.DSMT4">
                    <p:embed/>
                  </p:oleObj>
                </mc:Choice>
                <mc:Fallback>
                  <p:oleObj name="Equation" r:id="rId33" imgW="139579" imgH="164957" progId="Equation.DSMT4">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295900" y="2492375"/>
                          <a:ext cx="139700" cy="16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8" name="Object 179"/>
            <p:cNvGraphicFramePr>
              <a:graphicFrameLocks noChangeAspect="1"/>
            </p:cNvGraphicFramePr>
            <p:nvPr/>
          </p:nvGraphicFramePr>
          <p:xfrm>
            <a:off x="6804025" y="3048000"/>
            <a:ext cx="139700" cy="165100"/>
          </p:xfrm>
          <a:graphic>
            <a:graphicData uri="http://schemas.openxmlformats.org/presentationml/2006/ole">
              <mc:AlternateContent xmlns:mc="http://schemas.openxmlformats.org/markup-compatibility/2006">
                <mc:Choice xmlns:v="urn:schemas-microsoft-com:vml" Requires="v">
                  <p:oleObj name="Equation" r:id="rId35" imgW="139579" imgH="164957" progId="Equation.DSMT4">
                    <p:embed/>
                  </p:oleObj>
                </mc:Choice>
                <mc:Fallback>
                  <p:oleObj name="Equation" r:id="rId35" imgW="139579" imgH="164957" progId="Equation.DSMT4">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804025" y="3048000"/>
                          <a:ext cx="139700" cy="16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9" name="Object 180"/>
            <p:cNvGraphicFramePr>
              <a:graphicFrameLocks noChangeAspect="1"/>
            </p:cNvGraphicFramePr>
            <p:nvPr/>
          </p:nvGraphicFramePr>
          <p:xfrm>
            <a:off x="6804025" y="3933825"/>
            <a:ext cx="317500" cy="228600"/>
          </p:xfrm>
          <a:graphic>
            <a:graphicData uri="http://schemas.openxmlformats.org/presentationml/2006/ole">
              <mc:AlternateContent xmlns:mc="http://schemas.openxmlformats.org/markup-compatibility/2006">
                <mc:Choice xmlns:v="urn:schemas-microsoft-com:vml" Requires="v">
                  <p:oleObj name="Equation" r:id="rId36" imgW="317362" imgH="228501" progId="Equation.DSMT4">
                    <p:embed/>
                  </p:oleObj>
                </mc:Choice>
                <mc:Fallback>
                  <p:oleObj name="Equation" r:id="rId36" imgW="317362" imgH="228501" progId="Equation.DSMT4">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804025" y="3933825"/>
                          <a:ext cx="3175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60" name="Line 159"/>
            <p:cNvSpPr>
              <a:spLocks noChangeShapeType="1"/>
            </p:cNvSpPr>
            <p:nvPr/>
          </p:nvSpPr>
          <p:spPr bwMode="hidden">
            <a:xfrm flipV="1">
              <a:off x="4657725" y="1993450"/>
              <a:ext cx="0" cy="7127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61" name="Line 160"/>
            <p:cNvSpPr>
              <a:spLocks noChangeShapeType="1"/>
            </p:cNvSpPr>
            <p:nvPr/>
          </p:nvSpPr>
          <p:spPr bwMode="hidden">
            <a:xfrm flipV="1">
              <a:off x="4660839" y="2664453"/>
              <a:ext cx="0" cy="712788"/>
            </a:xfrm>
            <a:prstGeom prst="line">
              <a:avLst/>
            </a:prstGeom>
            <a:noFill/>
            <a:ln w="28575">
              <a:solidFill>
                <a:srgbClr val="008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62" name="Line 161"/>
            <p:cNvSpPr>
              <a:spLocks noChangeShapeType="1"/>
            </p:cNvSpPr>
            <p:nvPr/>
          </p:nvSpPr>
          <p:spPr bwMode="hidden">
            <a:xfrm flipH="1" flipV="1">
              <a:off x="4100512" y="2696713"/>
              <a:ext cx="539750" cy="3175"/>
            </a:xfrm>
            <a:prstGeom prst="line">
              <a:avLst/>
            </a:prstGeom>
            <a:noFill/>
            <a:ln w="28575">
              <a:solidFill>
                <a:srgbClr val="008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63" name="Line 162"/>
            <p:cNvSpPr>
              <a:spLocks noChangeShapeType="1"/>
            </p:cNvSpPr>
            <p:nvPr/>
          </p:nvSpPr>
          <p:spPr bwMode="hidden">
            <a:xfrm flipH="1" flipV="1">
              <a:off x="4664075" y="2699888"/>
              <a:ext cx="900112" cy="0"/>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64" name="Line 163"/>
            <p:cNvSpPr>
              <a:spLocks noChangeShapeType="1"/>
            </p:cNvSpPr>
            <p:nvPr/>
          </p:nvSpPr>
          <p:spPr bwMode="hidden">
            <a:xfrm rot="-5400000" flipH="1" flipV="1">
              <a:off x="6293644" y="3167856"/>
              <a:ext cx="900112" cy="0"/>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22565" name="Line 164"/>
            <p:cNvSpPr>
              <a:spLocks noChangeShapeType="1"/>
            </p:cNvSpPr>
            <p:nvPr/>
          </p:nvSpPr>
          <p:spPr bwMode="hidden">
            <a:xfrm rot="-5400000" flipH="1" flipV="1">
              <a:off x="6293644" y="4069556"/>
              <a:ext cx="900112"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pSp>
      <p:sp>
        <p:nvSpPr>
          <p:cNvPr id="22540" name="1 CuadroTexto"/>
          <p:cNvSpPr txBox="1">
            <a:spLocks noChangeArrowheads="1"/>
          </p:cNvSpPr>
          <p:nvPr/>
        </p:nvSpPr>
        <p:spPr bwMode="auto">
          <a:xfrm>
            <a:off x="6344846" y="1628775"/>
            <a:ext cx="22574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200" dirty="0"/>
              <a:t>Diagrama de cuerpo libre (dcl)</a:t>
            </a:r>
          </a:p>
        </p:txBody>
      </p:sp>
      <p:sp>
        <p:nvSpPr>
          <p:cNvPr id="7" name="6 CuadroTexto"/>
          <p:cNvSpPr txBox="1">
            <a:spLocks noRot="1" noChangeAspect="1" noMove="1" noResize="1" noEditPoints="1" noAdjustHandles="1" noChangeArrowheads="1" noChangeShapeType="1" noTextEdit="1"/>
          </p:cNvSpPr>
          <p:nvPr/>
        </p:nvSpPr>
        <p:spPr>
          <a:xfrm>
            <a:off x="644793" y="5646926"/>
            <a:ext cx="1024575" cy="299441"/>
          </a:xfrm>
          <a:prstGeom prst="rect">
            <a:avLst/>
          </a:prstGeom>
          <a:blipFill rotWithShape="1">
            <a:blip r:embed="rId38"/>
            <a:stretch>
              <a:fillRect/>
            </a:stretch>
          </a:blipFill>
        </p:spPr>
        <p:txBody>
          <a:bodyPr/>
          <a:lstStyle/>
          <a:p>
            <a:pPr>
              <a:defRPr/>
            </a:pPr>
            <a:r>
              <a:rPr lang="es-CL">
                <a:noFill/>
              </a:rPr>
              <a:t> </a:t>
            </a:r>
          </a:p>
        </p:txBody>
      </p:sp>
      <p:sp>
        <p:nvSpPr>
          <p:cNvPr id="8" name="7 CuadroTexto"/>
          <p:cNvSpPr txBox="1">
            <a:spLocks noRot="1" noChangeAspect="1" noMove="1" noResize="1" noEditPoints="1" noAdjustHandles="1" noChangeArrowheads="1" noChangeShapeType="1" noTextEdit="1"/>
          </p:cNvSpPr>
          <p:nvPr/>
        </p:nvSpPr>
        <p:spPr>
          <a:xfrm>
            <a:off x="635635" y="5980864"/>
            <a:ext cx="1152815" cy="299441"/>
          </a:xfrm>
          <a:prstGeom prst="rect">
            <a:avLst/>
          </a:prstGeom>
          <a:blipFill rotWithShape="1">
            <a:blip r:embed="rId39"/>
            <a:stretch>
              <a:fillRect/>
            </a:stretch>
          </a:blipFill>
        </p:spPr>
        <p:txBody>
          <a:bodyPr/>
          <a:lstStyle/>
          <a:p>
            <a:pPr>
              <a:defRPr/>
            </a:pPr>
            <a:r>
              <a:rPr lang="es-CL">
                <a:noFill/>
              </a:rPr>
              <a:t> </a:t>
            </a:r>
          </a:p>
        </p:txBody>
      </p:sp>
      <p:sp>
        <p:nvSpPr>
          <p:cNvPr id="9" name="8 Arco"/>
          <p:cNvSpPr/>
          <p:nvPr/>
        </p:nvSpPr>
        <p:spPr bwMode="auto">
          <a:xfrm>
            <a:off x="2245560" y="2526345"/>
            <a:ext cx="473320" cy="451913"/>
          </a:xfrm>
          <a:prstGeom prst="arc">
            <a:avLst/>
          </a:prstGeom>
          <a:noFill/>
          <a:ln w="9525" cap="flat" cmpd="sng" algn="ctr">
            <a:solidFill>
              <a:schemeClr val="tx1"/>
            </a:solidFill>
            <a:prstDash val="solid"/>
            <a:round/>
            <a:headEnd type="none" w="med" len="med"/>
            <a:tailEnd type="arrow" w="med" len="med"/>
          </a:ln>
          <a:effectLst/>
        </p:spPr>
        <p:txBody>
          <a:bodyPr rtlCol="0" anchor="ctr"/>
          <a:lstStyle/>
          <a:p>
            <a:pPr algn="ctr"/>
            <a:endParaRPr lang="es-CL"/>
          </a:p>
        </p:txBody>
      </p:sp>
      <p:graphicFrame>
        <p:nvGraphicFramePr>
          <p:cNvPr id="10" name="9 Objeto"/>
          <p:cNvGraphicFramePr>
            <a:graphicFrameLocks noChangeAspect="1"/>
          </p:cNvGraphicFramePr>
          <p:nvPr>
            <p:extLst>
              <p:ext uri="{D42A27DB-BD31-4B8C-83A1-F6EECF244321}">
                <p14:modId xmlns:p14="http://schemas.microsoft.com/office/powerpoint/2010/main" val="4290504179"/>
              </p:ext>
            </p:extLst>
          </p:nvPr>
        </p:nvGraphicFramePr>
        <p:xfrm>
          <a:off x="3661846" y="5860214"/>
          <a:ext cx="1054100" cy="241300"/>
        </p:xfrm>
        <a:graphic>
          <a:graphicData uri="http://schemas.openxmlformats.org/presentationml/2006/ole">
            <mc:AlternateContent xmlns:mc="http://schemas.openxmlformats.org/markup-compatibility/2006">
              <mc:Choice xmlns:v="urn:schemas-microsoft-com:vml" Requires="v">
                <p:oleObj name="Equation" r:id="rId40" imgW="1054080" imgH="241200" progId="Equation.DSMT4">
                  <p:embed/>
                </p:oleObj>
              </mc:Choice>
              <mc:Fallback>
                <p:oleObj name="Equation" r:id="rId40" imgW="1054080" imgH="241200" progId="Equation.DSMT4">
                  <p:embed/>
                  <p:pic>
                    <p:nvPicPr>
                      <p:cNvPr id="0" name=""/>
                      <p:cNvPicPr/>
                      <p:nvPr/>
                    </p:nvPicPr>
                    <p:blipFill>
                      <a:blip r:embed="rId41"/>
                      <a:stretch>
                        <a:fillRect/>
                      </a:stretch>
                    </p:blipFill>
                    <p:spPr>
                      <a:xfrm>
                        <a:off x="3661846" y="5860214"/>
                        <a:ext cx="1054100" cy="241300"/>
                      </a:xfrm>
                      <a:prstGeom prst="rect">
                        <a:avLst/>
                      </a:prstGeom>
                    </p:spPr>
                  </p:pic>
                </p:oleObj>
              </mc:Fallback>
            </mc:AlternateContent>
          </a:graphicData>
        </a:graphic>
      </p:graphicFrame>
      <p:graphicFrame>
        <p:nvGraphicFramePr>
          <p:cNvPr id="11" name="10 Objeto"/>
          <p:cNvGraphicFramePr>
            <a:graphicFrameLocks noChangeAspect="1"/>
          </p:cNvGraphicFramePr>
          <p:nvPr>
            <p:extLst>
              <p:ext uri="{D42A27DB-BD31-4B8C-83A1-F6EECF244321}">
                <p14:modId xmlns:p14="http://schemas.microsoft.com/office/powerpoint/2010/main" val="1283679256"/>
              </p:ext>
            </p:extLst>
          </p:nvPr>
        </p:nvGraphicFramePr>
        <p:xfrm>
          <a:off x="7408864" y="5825717"/>
          <a:ext cx="825500" cy="241300"/>
        </p:xfrm>
        <a:graphic>
          <a:graphicData uri="http://schemas.openxmlformats.org/presentationml/2006/ole">
            <mc:AlternateContent xmlns:mc="http://schemas.openxmlformats.org/markup-compatibility/2006">
              <mc:Choice xmlns:v="urn:schemas-microsoft-com:vml" Requires="v">
                <p:oleObj name="Equation" r:id="rId42" imgW="825480" imgH="241200" progId="Equation.DSMT4">
                  <p:embed/>
                </p:oleObj>
              </mc:Choice>
              <mc:Fallback>
                <p:oleObj name="Equation" r:id="rId42" imgW="825480" imgH="241200" progId="Equation.DSMT4">
                  <p:embed/>
                  <p:pic>
                    <p:nvPicPr>
                      <p:cNvPr id="0" name=""/>
                      <p:cNvPicPr/>
                      <p:nvPr/>
                    </p:nvPicPr>
                    <p:blipFill>
                      <a:blip r:embed="rId43"/>
                      <a:stretch>
                        <a:fillRect/>
                      </a:stretch>
                    </p:blipFill>
                    <p:spPr>
                      <a:xfrm>
                        <a:off x="7408864" y="5825717"/>
                        <a:ext cx="825500" cy="241300"/>
                      </a:xfrm>
                      <a:prstGeom prst="rect">
                        <a:avLst/>
                      </a:prstGeom>
                    </p:spPr>
                  </p:pic>
                </p:oleObj>
              </mc:Fallback>
            </mc:AlternateContent>
          </a:graphicData>
        </a:graphic>
      </p:graphicFrame>
      <p:graphicFrame>
        <p:nvGraphicFramePr>
          <p:cNvPr id="12" name="11 Objeto"/>
          <p:cNvGraphicFramePr>
            <a:graphicFrameLocks noChangeAspect="1"/>
          </p:cNvGraphicFramePr>
          <p:nvPr>
            <p:extLst>
              <p:ext uri="{D42A27DB-BD31-4B8C-83A1-F6EECF244321}">
                <p14:modId xmlns:p14="http://schemas.microsoft.com/office/powerpoint/2010/main" val="246366761"/>
              </p:ext>
            </p:extLst>
          </p:nvPr>
        </p:nvGraphicFramePr>
        <p:xfrm>
          <a:off x="5727469" y="5860214"/>
          <a:ext cx="774700" cy="241300"/>
        </p:xfrm>
        <a:graphic>
          <a:graphicData uri="http://schemas.openxmlformats.org/presentationml/2006/ole">
            <mc:AlternateContent xmlns:mc="http://schemas.openxmlformats.org/markup-compatibility/2006">
              <mc:Choice xmlns:v="urn:schemas-microsoft-com:vml" Requires="v">
                <p:oleObj name="Equation" r:id="rId44" imgW="774360" imgH="241200" progId="Equation.DSMT4">
                  <p:embed/>
                </p:oleObj>
              </mc:Choice>
              <mc:Fallback>
                <p:oleObj name="Equation" r:id="rId44" imgW="774360" imgH="241200" progId="Equation.DSMT4">
                  <p:embed/>
                  <p:pic>
                    <p:nvPicPr>
                      <p:cNvPr id="0" name=""/>
                      <p:cNvPicPr/>
                      <p:nvPr/>
                    </p:nvPicPr>
                    <p:blipFill>
                      <a:blip r:embed="rId45"/>
                      <a:stretch>
                        <a:fillRect/>
                      </a:stretch>
                    </p:blipFill>
                    <p:spPr>
                      <a:xfrm>
                        <a:off x="5727469" y="5860214"/>
                        <a:ext cx="774700" cy="241300"/>
                      </a:xfrm>
                      <a:prstGeom prst="rect">
                        <a:avLst/>
                      </a:prstGeom>
                    </p:spPr>
                  </p:pic>
                </p:oleObj>
              </mc:Fallback>
            </mc:AlternateContent>
          </a:graphicData>
        </a:graphic>
      </p:graphicFrame>
    </p:spTree>
    <p:extLst>
      <p:ext uri="{BB962C8B-B14F-4D97-AF65-F5344CB8AC3E}">
        <p14:creationId xmlns:p14="http://schemas.microsoft.com/office/powerpoint/2010/main" val="2807020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07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2069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2070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2069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20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hidden">
          <a:xfrm>
            <a:off x="755650" y="908050"/>
            <a:ext cx="79930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None/>
            </a:pPr>
            <a:r>
              <a:rPr lang="es-ES" altLang="es-CL" sz="1600">
                <a:latin typeface="Arial" charset="0"/>
              </a:rPr>
              <a:t> 3.- Determinar la aceleración y la fuerza de tensión con que se mueven los bloques de la figura. Si la masa del bloque A es 8kg, la del bloque B es 5Kg y el coeficiente de roce es 0.2</a:t>
            </a:r>
            <a:endParaRPr lang="es-ES" altLang="es-CL" sz="1600">
              <a:latin typeface="Symbol" pitchFamily="18" charset="2"/>
            </a:endParaRPr>
          </a:p>
        </p:txBody>
      </p:sp>
      <p:grpSp>
        <p:nvGrpSpPr>
          <p:cNvPr id="3" name="8 Grupo"/>
          <p:cNvGrpSpPr>
            <a:grpSpLocks/>
          </p:cNvGrpSpPr>
          <p:nvPr/>
        </p:nvGrpSpPr>
        <p:grpSpPr bwMode="auto">
          <a:xfrm>
            <a:off x="468313" y="2060575"/>
            <a:ext cx="2444750" cy="3575050"/>
            <a:chOff x="468313" y="2060575"/>
            <a:chExt cx="3125787" cy="4535488"/>
          </a:xfrm>
        </p:grpSpPr>
        <p:sp>
          <p:nvSpPr>
            <p:cNvPr id="4" name="AutoShape 129" descr="Confeti grande"/>
            <p:cNvSpPr>
              <a:spLocks noChangeArrowheads="1"/>
            </p:cNvSpPr>
            <p:nvPr/>
          </p:nvSpPr>
          <p:spPr bwMode="hidden">
            <a:xfrm rot="-7740875">
              <a:off x="2914650" y="2852738"/>
              <a:ext cx="144463" cy="28733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pattFill prst="lgConfetti">
              <a:fgClr>
                <a:srgbClr val="008080"/>
              </a:fgClr>
              <a:bgClr>
                <a:schemeClr val="bg1"/>
              </a:bgClr>
            </a:pattFill>
            <a:ln w="0" algn="ctr">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5" name="Rectangle 116" descr="10%"/>
            <p:cNvSpPr>
              <a:spLocks noChangeArrowheads="1"/>
            </p:cNvSpPr>
            <p:nvPr/>
          </p:nvSpPr>
          <p:spPr bwMode="hidden">
            <a:xfrm>
              <a:off x="1419225" y="2633663"/>
              <a:ext cx="431800" cy="360362"/>
            </a:xfrm>
            <a:prstGeom prst="rect">
              <a:avLst/>
            </a:prstGeom>
            <a:pattFill prst="pct10">
              <a:fgClr>
                <a:srgbClr val="008000"/>
              </a:fgClr>
              <a:bgClr>
                <a:schemeClr val="bg1"/>
              </a:bgClr>
            </a:pattFill>
            <a:ln w="9525"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a:t>A</a:t>
              </a:r>
            </a:p>
          </p:txBody>
        </p:sp>
        <p:grpSp>
          <p:nvGrpSpPr>
            <p:cNvPr id="6" name="Group 126"/>
            <p:cNvGrpSpPr>
              <a:grpSpLocks/>
            </p:cNvGrpSpPr>
            <p:nvPr/>
          </p:nvGrpSpPr>
          <p:grpSpPr bwMode="auto">
            <a:xfrm rot="5400000">
              <a:off x="1115218" y="4723607"/>
              <a:ext cx="3598863" cy="146050"/>
              <a:chOff x="249" y="2478"/>
              <a:chExt cx="2268" cy="92"/>
            </a:xfrm>
          </p:grpSpPr>
          <p:sp>
            <p:nvSpPr>
              <p:cNvPr id="26" name="Rectangle 127" descr="Confeti grande"/>
              <p:cNvSpPr>
                <a:spLocks noChangeArrowheads="1"/>
              </p:cNvSpPr>
              <p:nvPr/>
            </p:nvSpPr>
            <p:spPr bwMode="hidden">
              <a:xfrm>
                <a:off x="250" y="2480"/>
                <a:ext cx="2267" cy="90"/>
              </a:xfrm>
              <a:prstGeom prst="rect">
                <a:avLst/>
              </a:prstGeom>
              <a:pattFill prst="lgConfetti">
                <a:fgClr>
                  <a:srgbClr val="008080"/>
                </a:fgClr>
                <a:bgClr>
                  <a:srgbClr val="FFFF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27" name="Line 128"/>
              <p:cNvSpPr>
                <a:spLocks noChangeShapeType="1"/>
              </p:cNvSpPr>
              <p:nvPr/>
            </p:nvSpPr>
            <p:spPr bwMode="auto">
              <a:xfrm flipH="1" flipV="1">
                <a:off x="249" y="2478"/>
                <a:ext cx="2267" cy="2"/>
              </a:xfrm>
              <a:prstGeom prst="line">
                <a:avLst/>
              </a:prstGeom>
              <a:noFill/>
              <a:ln w="0">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grpSp>
        <p:grpSp>
          <p:nvGrpSpPr>
            <p:cNvPr id="7" name="Group 130"/>
            <p:cNvGrpSpPr>
              <a:grpSpLocks/>
            </p:cNvGrpSpPr>
            <p:nvPr/>
          </p:nvGrpSpPr>
          <p:grpSpPr bwMode="auto">
            <a:xfrm>
              <a:off x="468313" y="2997200"/>
              <a:ext cx="2519362" cy="146050"/>
              <a:chOff x="295" y="1480"/>
              <a:chExt cx="1587" cy="92"/>
            </a:xfrm>
          </p:grpSpPr>
          <p:sp>
            <p:nvSpPr>
              <p:cNvPr id="24" name="Rectangle 123" descr="Confeti grande"/>
              <p:cNvSpPr>
                <a:spLocks noChangeArrowheads="1"/>
              </p:cNvSpPr>
              <p:nvPr/>
            </p:nvSpPr>
            <p:spPr bwMode="hidden">
              <a:xfrm>
                <a:off x="296" y="1482"/>
                <a:ext cx="1586" cy="90"/>
              </a:xfrm>
              <a:prstGeom prst="rect">
                <a:avLst/>
              </a:prstGeom>
              <a:pattFill prst="lgConfetti">
                <a:fgClr>
                  <a:srgbClr val="008080"/>
                </a:fgClr>
                <a:bgClr>
                  <a:srgbClr val="FFFF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endParaRPr lang="es-CL" altLang="es-CL"/>
              </a:p>
            </p:txBody>
          </p:sp>
          <p:sp>
            <p:nvSpPr>
              <p:cNvPr id="25" name="Line 124"/>
              <p:cNvSpPr>
                <a:spLocks noChangeShapeType="1"/>
              </p:cNvSpPr>
              <p:nvPr/>
            </p:nvSpPr>
            <p:spPr bwMode="auto">
              <a:xfrm flipH="1" flipV="1">
                <a:off x="295" y="1480"/>
                <a:ext cx="1586" cy="2"/>
              </a:xfrm>
              <a:prstGeom prst="line">
                <a:avLst/>
              </a:prstGeom>
              <a:noFill/>
              <a:ln w="0">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grpSp>
        <p:sp>
          <p:nvSpPr>
            <p:cNvPr id="8" name="AutoShape 132" descr="10%"/>
            <p:cNvSpPr>
              <a:spLocks noChangeArrowheads="1"/>
            </p:cNvSpPr>
            <p:nvPr/>
          </p:nvSpPr>
          <p:spPr bwMode="hidden">
            <a:xfrm rot="10800000">
              <a:off x="3043238" y="4346575"/>
              <a:ext cx="288925" cy="2159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pattFill prst="pct10">
              <a:fgClr>
                <a:srgbClr val="800000"/>
              </a:fgClr>
              <a:bgClr>
                <a:schemeClr val="bg1"/>
              </a:bgClr>
            </a:pattFill>
            <a:ln w="9525" algn="ctr">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t>B</a:t>
              </a:r>
            </a:p>
          </p:txBody>
        </p:sp>
        <p:sp>
          <p:nvSpPr>
            <p:cNvPr id="9" name="Line 137"/>
            <p:cNvSpPr>
              <a:spLocks noChangeShapeType="1"/>
            </p:cNvSpPr>
            <p:nvPr/>
          </p:nvSpPr>
          <p:spPr bwMode="hidden">
            <a:xfrm flipH="1">
              <a:off x="1860550" y="2803525"/>
              <a:ext cx="12239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0" name="Line 138"/>
            <p:cNvSpPr>
              <a:spLocks noChangeShapeType="1"/>
            </p:cNvSpPr>
            <p:nvPr/>
          </p:nvSpPr>
          <p:spPr bwMode="hidden">
            <a:xfrm>
              <a:off x="3190875" y="2898775"/>
              <a:ext cx="0" cy="1441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1" name="AutoShape 131"/>
            <p:cNvSpPr>
              <a:spLocks noChangeArrowheads="1"/>
            </p:cNvSpPr>
            <p:nvPr/>
          </p:nvSpPr>
          <p:spPr bwMode="hidden">
            <a:xfrm>
              <a:off x="2978150" y="2800350"/>
              <a:ext cx="215900" cy="2159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8735" y="10800"/>
                  </a:moveTo>
                  <a:cubicBezTo>
                    <a:pt x="8735" y="11940"/>
                    <a:pt x="9660" y="12865"/>
                    <a:pt x="10800" y="12865"/>
                  </a:cubicBezTo>
                  <a:cubicBezTo>
                    <a:pt x="11940" y="12865"/>
                    <a:pt x="12865" y="11940"/>
                    <a:pt x="12865" y="10800"/>
                  </a:cubicBezTo>
                  <a:cubicBezTo>
                    <a:pt x="12865" y="9660"/>
                    <a:pt x="11940" y="8735"/>
                    <a:pt x="10800" y="8735"/>
                  </a:cubicBezTo>
                  <a:cubicBezTo>
                    <a:pt x="9660" y="8735"/>
                    <a:pt x="8735" y="9660"/>
                    <a:pt x="8735" y="10800"/>
                  </a:cubicBezTo>
                  <a:close/>
                </a:path>
              </a:pathLst>
            </a:custGeom>
            <a:solidFill>
              <a:schemeClr val="accent1"/>
            </a:solidFill>
            <a:ln w="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12" name="Line 159"/>
            <p:cNvSpPr>
              <a:spLocks noChangeShapeType="1"/>
            </p:cNvSpPr>
            <p:nvPr/>
          </p:nvSpPr>
          <p:spPr bwMode="hidden">
            <a:xfrm flipV="1">
              <a:off x="1643063" y="2098675"/>
              <a:ext cx="0" cy="7127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3" name="Line 160"/>
            <p:cNvSpPr>
              <a:spLocks noChangeShapeType="1"/>
            </p:cNvSpPr>
            <p:nvPr/>
          </p:nvSpPr>
          <p:spPr bwMode="hidden">
            <a:xfrm flipV="1">
              <a:off x="1638300" y="2781300"/>
              <a:ext cx="0" cy="712788"/>
            </a:xfrm>
            <a:prstGeom prst="line">
              <a:avLst/>
            </a:prstGeom>
            <a:noFill/>
            <a:ln w="28575">
              <a:solidFill>
                <a:srgbClr val="008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4" name="Line 161"/>
            <p:cNvSpPr>
              <a:spLocks noChangeShapeType="1"/>
            </p:cNvSpPr>
            <p:nvPr/>
          </p:nvSpPr>
          <p:spPr bwMode="hidden">
            <a:xfrm flipH="1" flipV="1">
              <a:off x="1085850" y="2801938"/>
              <a:ext cx="539750" cy="3175"/>
            </a:xfrm>
            <a:prstGeom prst="line">
              <a:avLst/>
            </a:prstGeom>
            <a:noFill/>
            <a:ln w="28575">
              <a:solidFill>
                <a:srgbClr val="008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5" name="Line 162"/>
            <p:cNvSpPr>
              <a:spLocks noChangeShapeType="1"/>
            </p:cNvSpPr>
            <p:nvPr/>
          </p:nvSpPr>
          <p:spPr bwMode="hidden">
            <a:xfrm flipH="1" flipV="1">
              <a:off x="1649413" y="2805113"/>
              <a:ext cx="900112" cy="0"/>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6" name="Line 163"/>
            <p:cNvSpPr>
              <a:spLocks noChangeShapeType="1"/>
            </p:cNvSpPr>
            <p:nvPr/>
          </p:nvSpPr>
          <p:spPr bwMode="hidden">
            <a:xfrm rot="-5400000" flipH="1" flipV="1">
              <a:off x="2728920" y="4004469"/>
              <a:ext cx="900112" cy="0"/>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7" name="Line 164"/>
            <p:cNvSpPr>
              <a:spLocks noChangeShapeType="1"/>
            </p:cNvSpPr>
            <p:nvPr/>
          </p:nvSpPr>
          <p:spPr bwMode="hidden">
            <a:xfrm rot="-5400000" flipH="1" flipV="1">
              <a:off x="2737644" y="4877594"/>
              <a:ext cx="900112"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18" name="Object 165"/>
            <p:cNvGraphicFramePr>
              <a:graphicFrameLocks noChangeAspect="1"/>
            </p:cNvGraphicFramePr>
            <p:nvPr>
              <p:extLst>
                <p:ext uri="{D42A27DB-BD31-4B8C-83A1-F6EECF244321}">
                  <p14:modId xmlns:p14="http://schemas.microsoft.com/office/powerpoint/2010/main" val="1849264638"/>
                </p:ext>
              </p:extLst>
            </p:nvPr>
          </p:nvGraphicFramePr>
          <p:xfrm>
            <a:off x="1763713" y="2060575"/>
            <a:ext cx="165100" cy="215900"/>
          </p:xfrm>
          <a:graphic>
            <a:graphicData uri="http://schemas.openxmlformats.org/presentationml/2006/ole">
              <mc:AlternateContent xmlns:mc="http://schemas.openxmlformats.org/markup-compatibility/2006">
                <mc:Choice xmlns:v="urn:schemas-microsoft-com:vml" Requires="v">
                  <p:oleObj name="Equation" r:id="rId2" imgW="164885" imgH="215619" progId="Equation.DSMT4">
                    <p:embed/>
                  </p:oleObj>
                </mc:Choice>
                <mc:Fallback>
                  <p:oleObj name="Equation" r:id="rId2" imgW="164885" imgH="215619"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2060575"/>
                          <a:ext cx="1651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66"/>
            <p:cNvGraphicFramePr>
              <a:graphicFrameLocks noChangeAspect="1"/>
            </p:cNvGraphicFramePr>
            <p:nvPr>
              <p:extLst>
                <p:ext uri="{D42A27DB-BD31-4B8C-83A1-F6EECF244321}">
                  <p14:modId xmlns:p14="http://schemas.microsoft.com/office/powerpoint/2010/main" val="844009835"/>
                </p:ext>
              </p:extLst>
            </p:nvPr>
          </p:nvGraphicFramePr>
          <p:xfrm>
            <a:off x="1476375" y="3573463"/>
            <a:ext cx="330200" cy="228600"/>
          </p:xfrm>
          <a:graphic>
            <a:graphicData uri="http://schemas.openxmlformats.org/presentationml/2006/ole">
              <mc:AlternateContent xmlns:mc="http://schemas.openxmlformats.org/markup-compatibility/2006">
                <mc:Choice xmlns:v="urn:schemas-microsoft-com:vml" Requires="v">
                  <p:oleObj name="Equation" r:id="rId4" imgW="330200" imgH="228600" progId="Equation.DSMT4">
                    <p:embed/>
                  </p:oleObj>
                </mc:Choice>
                <mc:Fallback>
                  <p:oleObj name="Equation" r:id="rId4" imgW="3302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3573463"/>
                          <a:ext cx="330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67"/>
            <p:cNvGraphicFramePr>
              <a:graphicFrameLocks noChangeAspect="1"/>
            </p:cNvGraphicFramePr>
            <p:nvPr>
              <p:extLst>
                <p:ext uri="{D42A27DB-BD31-4B8C-83A1-F6EECF244321}">
                  <p14:modId xmlns:p14="http://schemas.microsoft.com/office/powerpoint/2010/main" val="1787680673"/>
                </p:ext>
              </p:extLst>
            </p:nvPr>
          </p:nvGraphicFramePr>
          <p:xfrm>
            <a:off x="2268538" y="2492375"/>
            <a:ext cx="139700" cy="203200"/>
          </p:xfrm>
          <a:graphic>
            <a:graphicData uri="http://schemas.openxmlformats.org/presentationml/2006/ole">
              <mc:AlternateContent xmlns:mc="http://schemas.openxmlformats.org/markup-compatibility/2006">
                <mc:Choice xmlns:v="urn:schemas-microsoft-com:vml" Requires="v">
                  <p:oleObj name="Equation" r:id="rId6" imgW="139639" imgH="203112" progId="Equation.DSMT4">
                    <p:embed/>
                  </p:oleObj>
                </mc:Choice>
                <mc:Fallback>
                  <p:oleObj name="Equation" r:id="rId6" imgW="139639" imgH="20311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2492375"/>
                          <a:ext cx="1397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68"/>
            <p:cNvGraphicFramePr>
              <a:graphicFrameLocks noChangeAspect="1"/>
            </p:cNvGraphicFramePr>
            <p:nvPr>
              <p:extLst>
                <p:ext uri="{D42A27DB-BD31-4B8C-83A1-F6EECF244321}">
                  <p14:modId xmlns:p14="http://schemas.microsoft.com/office/powerpoint/2010/main" val="666624783"/>
                </p:ext>
              </p:extLst>
            </p:nvPr>
          </p:nvGraphicFramePr>
          <p:xfrm>
            <a:off x="3348038" y="3730625"/>
            <a:ext cx="139700" cy="203200"/>
          </p:xfrm>
          <a:graphic>
            <a:graphicData uri="http://schemas.openxmlformats.org/presentationml/2006/ole">
              <mc:AlternateContent xmlns:mc="http://schemas.openxmlformats.org/markup-compatibility/2006">
                <mc:Choice xmlns:v="urn:schemas-microsoft-com:vml" Requires="v">
                  <p:oleObj name="Equation" r:id="rId8" imgW="139639" imgH="203112" progId="Equation.DSMT4">
                    <p:embed/>
                  </p:oleObj>
                </mc:Choice>
                <mc:Fallback>
                  <p:oleObj name="Equation" r:id="rId8" imgW="139639" imgH="20311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8038" y="3730625"/>
                          <a:ext cx="1397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169"/>
            <p:cNvGraphicFramePr>
              <a:graphicFrameLocks noChangeAspect="1"/>
            </p:cNvGraphicFramePr>
            <p:nvPr>
              <p:extLst>
                <p:ext uri="{D42A27DB-BD31-4B8C-83A1-F6EECF244321}">
                  <p14:modId xmlns:p14="http://schemas.microsoft.com/office/powerpoint/2010/main" val="4020108775"/>
                </p:ext>
              </p:extLst>
            </p:nvPr>
          </p:nvGraphicFramePr>
          <p:xfrm>
            <a:off x="3276600" y="4724400"/>
            <a:ext cx="317500" cy="228600"/>
          </p:xfrm>
          <a:graphic>
            <a:graphicData uri="http://schemas.openxmlformats.org/presentationml/2006/ole">
              <mc:AlternateContent xmlns:mc="http://schemas.openxmlformats.org/markup-compatibility/2006">
                <mc:Choice xmlns:v="urn:schemas-microsoft-com:vml" Requires="v">
                  <p:oleObj name="Equation" r:id="rId9" imgW="317362" imgH="228501" progId="Equation.DSMT4">
                    <p:embed/>
                  </p:oleObj>
                </mc:Choice>
                <mc:Fallback>
                  <p:oleObj name="Equation" r:id="rId9" imgW="317362" imgH="228501"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6600" y="4724400"/>
                          <a:ext cx="3175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70"/>
            <p:cNvGraphicFramePr>
              <a:graphicFrameLocks noChangeAspect="1"/>
            </p:cNvGraphicFramePr>
            <p:nvPr>
              <p:extLst>
                <p:ext uri="{D42A27DB-BD31-4B8C-83A1-F6EECF244321}">
                  <p14:modId xmlns:p14="http://schemas.microsoft.com/office/powerpoint/2010/main" val="2319629488"/>
                </p:ext>
              </p:extLst>
            </p:nvPr>
          </p:nvGraphicFramePr>
          <p:xfrm>
            <a:off x="1042988" y="2492375"/>
            <a:ext cx="114300" cy="203200"/>
          </p:xfrm>
          <a:graphic>
            <a:graphicData uri="http://schemas.openxmlformats.org/presentationml/2006/ole">
              <mc:AlternateContent xmlns:mc="http://schemas.openxmlformats.org/markup-compatibility/2006">
                <mc:Choice xmlns:v="urn:schemas-microsoft-com:vml" Requires="v">
                  <p:oleObj name="Equation" r:id="rId11" imgW="114201" imgH="203024" progId="Equation.DSMT4">
                    <p:embed/>
                  </p:oleObj>
                </mc:Choice>
                <mc:Fallback>
                  <p:oleObj name="Equation" r:id="rId11" imgW="114201" imgH="203024"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2988" y="2492375"/>
                          <a:ext cx="1143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9" name="Text Box 143"/>
          <p:cNvSpPr txBox="1">
            <a:spLocks noChangeArrowheads="1"/>
          </p:cNvSpPr>
          <p:nvPr/>
        </p:nvSpPr>
        <p:spPr bwMode="hidden">
          <a:xfrm>
            <a:off x="6791023" y="4112671"/>
            <a:ext cx="88052" cy="179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a:t>X</a:t>
            </a:r>
          </a:p>
        </p:txBody>
      </p:sp>
      <p:grpSp>
        <p:nvGrpSpPr>
          <p:cNvPr id="48" name="47 Grupo"/>
          <p:cNvGrpSpPr/>
          <p:nvPr/>
        </p:nvGrpSpPr>
        <p:grpSpPr>
          <a:xfrm>
            <a:off x="4505325" y="1628775"/>
            <a:ext cx="3316289" cy="2593276"/>
            <a:chOff x="4505325" y="1628775"/>
            <a:chExt cx="3316289" cy="2593276"/>
          </a:xfrm>
        </p:grpSpPr>
        <p:sp>
          <p:nvSpPr>
            <p:cNvPr id="30" name="Line 145"/>
            <p:cNvSpPr>
              <a:spLocks noChangeShapeType="1"/>
            </p:cNvSpPr>
            <p:nvPr/>
          </p:nvSpPr>
          <p:spPr bwMode="hidden">
            <a:xfrm>
              <a:off x="6949612" y="2530323"/>
              <a:ext cx="0" cy="1691728"/>
            </a:xfrm>
            <a:prstGeom prst="line">
              <a:avLst/>
            </a:prstGeom>
            <a:noFill/>
            <a:ln w="952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31" name="Line 146"/>
            <p:cNvSpPr>
              <a:spLocks noChangeShapeType="1"/>
            </p:cNvSpPr>
            <p:nvPr/>
          </p:nvSpPr>
          <p:spPr bwMode="hidden">
            <a:xfrm rot="16200000">
              <a:off x="7015348" y="2489047"/>
              <a:ext cx="0" cy="1612532"/>
            </a:xfrm>
            <a:prstGeom prst="line">
              <a:avLst/>
            </a:prstGeom>
            <a:noFill/>
            <a:ln w="952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32" name="Text Box 142"/>
            <p:cNvSpPr txBox="1">
              <a:spLocks noChangeArrowheads="1"/>
            </p:cNvSpPr>
            <p:nvPr/>
          </p:nvSpPr>
          <p:spPr bwMode="hidden">
            <a:xfrm>
              <a:off x="5013342" y="1628775"/>
              <a:ext cx="88052" cy="179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ES" altLang="es-CL" sz="1400" dirty="0"/>
                <a:t>Y</a:t>
              </a:r>
            </a:p>
          </p:txBody>
        </p:sp>
        <p:sp>
          <p:nvSpPr>
            <p:cNvPr id="33" name="Line 140"/>
            <p:cNvSpPr>
              <a:spLocks noChangeShapeType="1"/>
            </p:cNvSpPr>
            <p:nvPr/>
          </p:nvSpPr>
          <p:spPr bwMode="hidden">
            <a:xfrm>
              <a:off x="5192194" y="1669875"/>
              <a:ext cx="0" cy="1691728"/>
            </a:xfrm>
            <a:prstGeom prst="line">
              <a:avLst/>
            </a:prstGeom>
            <a:noFill/>
            <a:ln w="9525">
              <a:solidFill>
                <a:schemeClr val="tx1"/>
              </a:solidFill>
              <a:prstDash val="dash"/>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34" name="Line 149"/>
            <p:cNvSpPr>
              <a:spLocks noChangeShapeType="1"/>
            </p:cNvSpPr>
            <p:nvPr/>
          </p:nvSpPr>
          <p:spPr bwMode="hidden">
            <a:xfrm rot="16200000">
              <a:off x="5727469" y="1304202"/>
              <a:ext cx="0" cy="24442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pSp>
      <p:sp>
        <p:nvSpPr>
          <p:cNvPr id="47" name="46 CuadroTexto"/>
          <p:cNvSpPr txBox="1"/>
          <p:nvPr/>
        </p:nvSpPr>
        <p:spPr>
          <a:xfrm>
            <a:off x="4505325" y="3588404"/>
            <a:ext cx="1762021" cy="261610"/>
          </a:xfrm>
          <a:prstGeom prst="rect">
            <a:avLst/>
          </a:prstGeom>
          <a:noFill/>
        </p:spPr>
        <p:txBody>
          <a:bodyPr wrap="none" rtlCol="0">
            <a:spAutoFit/>
          </a:bodyPr>
          <a:lstStyle/>
          <a:p>
            <a:r>
              <a:rPr lang="es-CL" sz="1100" dirty="0"/>
              <a:t>Diagrama de cuerpo libre</a:t>
            </a:r>
          </a:p>
        </p:txBody>
      </p:sp>
      <p:sp>
        <p:nvSpPr>
          <p:cNvPr id="49" name="Line 160"/>
          <p:cNvSpPr>
            <a:spLocks noChangeShapeType="1"/>
          </p:cNvSpPr>
          <p:nvPr/>
        </p:nvSpPr>
        <p:spPr bwMode="hidden">
          <a:xfrm flipV="1">
            <a:off x="5201338" y="2510735"/>
            <a:ext cx="0" cy="561848"/>
          </a:xfrm>
          <a:prstGeom prst="line">
            <a:avLst/>
          </a:prstGeom>
          <a:noFill/>
          <a:ln w="28575">
            <a:solidFill>
              <a:srgbClr val="008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50" name="Object 166"/>
          <p:cNvGraphicFramePr>
            <a:graphicFrameLocks noChangeAspect="1"/>
          </p:cNvGraphicFramePr>
          <p:nvPr>
            <p:extLst>
              <p:ext uri="{D42A27DB-BD31-4B8C-83A1-F6EECF244321}">
                <p14:modId xmlns:p14="http://schemas.microsoft.com/office/powerpoint/2010/main" val="4136322627"/>
              </p:ext>
            </p:extLst>
          </p:nvPr>
        </p:nvGraphicFramePr>
        <p:xfrm>
          <a:off x="5074693" y="3135149"/>
          <a:ext cx="258257" cy="180192"/>
        </p:xfrm>
        <a:graphic>
          <a:graphicData uri="http://schemas.openxmlformats.org/presentationml/2006/ole">
            <mc:AlternateContent xmlns:mc="http://schemas.openxmlformats.org/markup-compatibility/2006">
              <mc:Choice xmlns:v="urn:schemas-microsoft-com:vml" Requires="v">
                <p:oleObj name="Equation" r:id="rId4" imgW="330200" imgH="228600" progId="Equation.DSMT4">
                  <p:embed/>
                </p:oleObj>
              </mc:Choice>
              <mc:Fallback>
                <p:oleObj name="Equation" r:id="rId4" imgW="3302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4693" y="3135149"/>
                        <a:ext cx="258257" cy="180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 name="Line 159"/>
          <p:cNvSpPr>
            <a:spLocks noChangeShapeType="1"/>
          </p:cNvSpPr>
          <p:nvPr/>
        </p:nvSpPr>
        <p:spPr bwMode="hidden">
          <a:xfrm flipV="1">
            <a:off x="5201338" y="1996289"/>
            <a:ext cx="0" cy="56184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52" name="Object 165"/>
          <p:cNvGraphicFramePr>
            <a:graphicFrameLocks noChangeAspect="1"/>
          </p:cNvGraphicFramePr>
          <p:nvPr>
            <p:extLst>
              <p:ext uri="{D42A27DB-BD31-4B8C-83A1-F6EECF244321}">
                <p14:modId xmlns:p14="http://schemas.microsoft.com/office/powerpoint/2010/main" val="3318672075"/>
              </p:ext>
            </p:extLst>
          </p:nvPr>
        </p:nvGraphicFramePr>
        <p:xfrm>
          <a:off x="5295701" y="1966257"/>
          <a:ext cx="129129" cy="170181"/>
        </p:xfrm>
        <a:graphic>
          <a:graphicData uri="http://schemas.openxmlformats.org/presentationml/2006/ole">
            <mc:AlternateContent xmlns:mc="http://schemas.openxmlformats.org/markup-compatibility/2006">
              <mc:Choice xmlns:v="urn:schemas-microsoft-com:vml" Requires="v">
                <p:oleObj name="Equation" r:id="rId2" imgW="164885" imgH="215619" progId="Equation.DSMT4">
                  <p:embed/>
                </p:oleObj>
              </mc:Choice>
              <mc:Fallback>
                <p:oleObj name="Equation" r:id="rId2" imgW="164885" imgH="215619"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5701" y="1966257"/>
                        <a:ext cx="129129" cy="170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 name="Line 161"/>
          <p:cNvSpPr>
            <a:spLocks noChangeShapeType="1"/>
          </p:cNvSpPr>
          <p:nvPr/>
        </p:nvSpPr>
        <p:spPr bwMode="hidden">
          <a:xfrm flipH="1" flipV="1">
            <a:off x="4793109" y="2527002"/>
            <a:ext cx="422151" cy="2503"/>
          </a:xfrm>
          <a:prstGeom prst="line">
            <a:avLst/>
          </a:prstGeom>
          <a:noFill/>
          <a:ln w="28575">
            <a:solidFill>
              <a:srgbClr val="008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54" name="Object 170"/>
          <p:cNvGraphicFramePr>
            <a:graphicFrameLocks noChangeAspect="1"/>
          </p:cNvGraphicFramePr>
          <p:nvPr>
            <p:extLst>
              <p:ext uri="{D42A27DB-BD31-4B8C-83A1-F6EECF244321}">
                <p14:modId xmlns:p14="http://schemas.microsoft.com/office/powerpoint/2010/main" val="3239744393"/>
              </p:ext>
            </p:extLst>
          </p:nvPr>
        </p:nvGraphicFramePr>
        <p:xfrm>
          <a:off x="4759586" y="2282993"/>
          <a:ext cx="89397" cy="160170"/>
        </p:xfrm>
        <a:graphic>
          <a:graphicData uri="http://schemas.openxmlformats.org/presentationml/2006/ole">
            <mc:AlternateContent xmlns:mc="http://schemas.openxmlformats.org/markup-compatibility/2006">
              <mc:Choice xmlns:v="urn:schemas-microsoft-com:vml" Requires="v">
                <p:oleObj name="Equation" r:id="rId11" imgW="114201" imgH="203024" progId="Equation.DSMT4">
                  <p:embed/>
                </p:oleObj>
              </mc:Choice>
              <mc:Fallback>
                <p:oleObj name="Equation" r:id="rId11" imgW="114201" imgH="203024"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59586" y="2282993"/>
                        <a:ext cx="89397" cy="160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 name="Line 162"/>
          <p:cNvSpPr>
            <a:spLocks noChangeShapeType="1"/>
          </p:cNvSpPr>
          <p:nvPr/>
        </p:nvSpPr>
        <p:spPr bwMode="hidden">
          <a:xfrm flipH="1" flipV="1">
            <a:off x="5215260" y="2518278"/>
            <a:ext cx="703998" cy="0"/>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56" name="Object 167"/>
          <p:cNvGraphicFramePr>
            <a:graphicFrameLocks noChangeAspect="1"/>
          </p:cNvGraphicFramePr>
          <p:nvPr>
            <p:extLst>
              <p:ext uri="{D42A27DB-BD31-4B8C-83A1-F6EECF244321}">
                <p14:modId xmlns:p14="http://schemas.microsoft.com/office/powerpoint/2010/main" val="2241278054"/>
              </p:ext>
            </p:extLst>
          </p:nvPr>
        </p:nvGraphicFramePr>
        <p:xfrm>
          <a:off x="5699491" y="2271766"/>
          <a:ext cx="109263" cy="160170"/>
        </p:xfrm>
        <a:graphic>
          <a:graphicData uri="http://schemas.openxmlformats.org/presentationml/2006/ole">
            <mc:AlternateContent xmlns:mc="http://schemas.openxmlformats.org/markup-compatibility/2006">
              <mc:Choice xmlns:v="urn:schemas-microsoft-com:vml" Requires="v">
                <p:oleObj name="Equation" r:id="rId6" imgW="139639" imgH="203112" progId="Equation.DSMT4">
                  <p:embed/>
                </p:oleObj>
              </mc:Choice>
              <mc:Fallback>
                <p:oleObj name="Equation" r:id="rId6" imgW="139639" imgH="20311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9491" y="2271766"/>
                        <a:ext cx="109263" cy="160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Line 163"/>
          <p:cNvSpPr>
            <a:spLocks noChangeShapeType="1"/>
          </p:cNvSpPr>
          <p:nvPr/>
        </p:nvSpPr>
        <p:spPr bwMode="hidden">
          <a:xfrm rot="16200000" flipH="1" flipV="1">
            <a:off x="6592273" y="2934196"/>
            <a:ext cx="709504" cy="0"/>
          </a:xfrm>
          <a:prstGeom prst="line">
            <a:avLst/>
          </a:prstGeom>
          <a:noFill/>
          <a:ln w="2857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58" name="Line 164"/>
          <p:cNvSpPr>
            <a:spLocks noChangeShapeType="1"/>
          </p:cNvSpPr>
          <p:nvPr/>
        </p:nvSpPr>
        <p:spPr bwMode="hidden">
          <a:xfrm rot="16200000" flipH="1" flipV="1">
            <a:off x="6599096" y="3622427"/>
            <a:ext cx="709504" cy="0"/>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aphicFrame>
        <p:nvGraphicFramePr>
          <p:cNvPr id="59" name="Object 168"/>
          <p:cNvGraphicFramePr>
            <a:graphicFrameLocks noChangeAspect="1"/>
          </p:cNvGraphicFramePr>
          <p:nvPr>
            <p:extLst>
              <p:ext uri="{D42A27DB-BD31-4B8C-83A1-F6EECF244321}">
                <p14:modId xmlns:p14="http://schemas.microsoft.com/office/powerpoint/2010/main" val="1347420711"/>
              </p:ext>
            </p:extLst>
          </p:nvPr>
        </p:nvGraphicFramePr>
        <p:xfrm>
          <a:off x="7079252" y="2718341"/>
          <a:ext cx="109263" cy="160170"/>
        </p:xfrm>
        <a:graphic>
          <a:graphicData uri="http://schemas.openxmlformats.org/presentationml/2006/ole">
            <mc:AlternateContent xmlns:mc="http://schemas.openxmlformats.org/markup-compatibility/2006">
              <mc:Choice xmlns:v="urn:schemas-microsoft-com:vml" Requires="v">
                <p:oleObj name="Equation" r:id="rId8" imgW="139639" imgH="203112" progId="Equation.DSMT4">
                  <p:embed/>
                </p:oleObj>
              </mc:Choice>
              <mc:Fallback>
                <p:oleObj name="Equation" r:id="rId8" imgW="139639" imgH="20311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9252" y="2718341"/>
                        <a:ext cx="109263" cy="160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 name="Object 169"/>
          <p:cNvGraphicFramePr>
            <a:graphicFrameLocks noChangeAspect="1"/>
          </p:cNvGraphicFramePr>
          <p:nvPr>
            <p:extLst>
              <p:ext uri="{D42A27DB-BD31-4B8C-83A1-F6EECF244321}">
                <p14:modId xmlns:p14="http://schemas.microsoft.com/office/powerpoint/2010/main" val="3994872280"/>
              </p:ext>
            </p:extLst>
          </p:nvPr>
        </p:nvGraphicFramePr>
        <p:xfrm>
          <a:off x="7023379" y="3501674"/>
          <a:ext cx="248324" cy="180192"/>
        </p:xfrm>
        <a:graphic>
          <a:graphicData uri="http://schemas.openxmlformats.org/presentationml/2006/ole">
            <mc:AlternateContent xmlns:mc="http://schemas.openxmlformats.org/markup-compatibility/2006">
              <mc:Choice xmlns:v="urn:schemas-microsoft-com:vml" Requires="v">
                <p:oleObj name="Equation" r:id="rId9" imgW="317362" imgH="228501" progId="Equation.DSMT4">
                  <p:embed/>
                </p:oleObj>
              </mc:Choice>
              <mc:Fallback>
                <p:oleObj name="Equation" r:id="rId9" imgW="317362" imgH="228501"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3379" y="3501674"/>
                        <a:ext cx="248324" cy="180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 name="60 Objeto"/>
          <p:cNvGraphicFramePr>
            <a:graphicFrameLocks noChangeAspect="1"/>
          </p:cNvGraphicFramePr>
          <p:nvPr>
            <p:extLst>
              <p:ext uri="{D42A27DB-BD31-4B8C-83A1-F6EECF244321}">
                <p14:modId xmlns:p14="http://schemas.microsoft.com/office/powerpoint/2010/main" val="1736228049"/>
              </p:ext>
            </p:extLst>
          </p:nvPr>
        </p:nvGraphicFramePr>
        <p:xfrm>
          <a:off x="476267" y="4489023"/>
          <a:ext cx="533400" cy="203200"/>
        </p:xfrm>
        <a:graphic>
          <a:graphicData uri="http://schemas.openxmlformats.org/presentationml/2006/ole">
            <mc:AlternateContent xmlns:mc="http://schemas.openxmlformats.org/markup-compatibility/2006">
              <mc:Choice xmlns:v="urn:schemas-microsoft-com:vml" Requires="v">
                <p:oleObj name="Equation" r:id="rId13" imgW="533160" imgH="203040" progId="Equation.DSMT4">
                  <p:embed/>
                </p:oleObj>
              </mc:Choice>
              <mc:Fallback>
                <p:oleObj name="Equation" r:id="rId13" imgW="533160" imgH="203040" progId="Equation.DSMT4">
                  <p:embed/>
                  <p:pic>
                    <p:nvPicPr>
                      <p:cNvPr id="0" name=""/>
                      <p:cNvPicPr/>
                      <p:nvPr/>
                    </p:nvPicPr>
                    <p:blipFill>
                      <a:blip r:embed="rId14"/>
                      <a:stretch>
                        <a:fillRect/>
                      </a:stretch>
                    </p:blipFill>
                    <p:spPr>
                      <a:xfrm>
                        <a:off x="476267" y="4489023"/>
                        <a:ext cx="533400" cy="203200"/>
                      </a:xfrm>
                      <a:prstGeom prst="rect">
                        <a:avLst/>
                      </a:prstGeom>
                    </p:spPr>
                  </p:pic>
                </p:oleObj>
              </mc:Fallback>
            </mc:AlternateContent>
          </a:graphicData>
        </a:graphic>
      </p:graphicFrame>
      <p:sp>
        <p:nvSpPr>
          <p:cNvPr id="62" name="61 CuadroTexto"/>
          <p:cNvSpPr txBox="1"/>
          <p:nvPr/>
        </p:nvSpPr>
        <p:spPr>
          <a:xfrm>
            <a:off x="493755" y="4863694"/>
            <a:ext cx="1212190" cy="261610"/>
          </a:xfrm>
          <a:prstGeom prst="rect">
            <a:avLst/>
          </a:prstGeom>
          <a:noFill/>
        </p:spPr>
        <p:txBody>
          <a:bodyPr wrap="none" rtlCol="0">
            <a:spAutoFit/>
          </a:bodyPr>
          <a:lstStyle/>
          <a:p>
            <a:r>
              <a:rPr lang="es-CL" sz="1100" dirty="0"/>
              <a:t>Para el cuerpo A</a:t>
            </a:r>
          </a:p>
        </p:txBody>
      </p:sp>
      <p:graphicFrame>
        <p:nvGraphicFramePr>
          <p:cNvPr id="63" name="62 Objeto"/>
          <p:cNvGraphicFramePr>
            <a:graphicFrameLocks noChangeAspect="1"/>
          </p:cNvGraphicFramePr>
          <p:nvPr>
            <p:extLst>
              <p:ext uri="{D42A27DB-BD31-4B8C-83A1-F6EECF244321}">
                <p14:modId xmlns:p14="http://schemas.microsoft.com/office/powerpoint/2010/main" val="4290459942"/>
              </p:ext>
            </p:extLst>
          </p:nvPr>
        </p:nvGraphicFramePr>
        <p:xfrm>
          <a:off x="433711" y="5163183"/>
          <a:ext cx="1320800" cy="254000"/>
        </p:xfrm>
        <a:graphic>
          <a:graphicData uri="http://schemas.openxmlformats.org/presentationml/2006/ole">
            <mc:AlternateContent xmlns:mc="http://schemas.openxmlformats.org/markup-compatibility/2006">
              <mc:Choice xmlns:v="urn:schemas-microsoft-com:vml" Requires="v">
                <p:oleObj name="Equation" r:id="rId15" imgW="1320480" imgH="253800" progId="Equation.DSMT4">
                  <p:embed/>
                </p:oleObj>
              </mc:Choice>
              <mc:Fallback>
                <p:oleObj name="Equation" r:id="rId15" imgW="1320480" imgH="253800" progId="Equation.DSMT4">
                  <p:embed/>
                  <p:pic>
                    <p:nvPicPr>
                      <p:cNvPr id="0" name=""/>
                      <p:cNvPicPr/>
                      <p:nvPr/>
                    </p:nvPicPr>
                    <p:blipFill>
                      <a:blip r:embed="rId16"/>
                      <a:stretch>
                        <a:fillRect/>
                      </a:stretch>
                    </p:blipFill>
                    <p:spPr>
                      <a:xfrm>
                        <a:off x="433711" y="5163183"/>
                        <a:ext cx="1320800" cy="254000"/>
                      </a:xfrm>
                      <a:prstGeom prst="rect">
                        <a:avLst/>
                      </a:prstGeom>
                    </p:spPr>
                  </p:pic>
                </p:oleObj>
              </mc:Fallback>
            </mc:AlternateContent>
          </a:graphicData>
        </a:graphic>
      </p:graphicFrame>
      <p:graphicFrame>
        <p:nvGraphicFramePr>
          <p:cNvPr id="64" name="63 Objeto"/>
          <p:cNvGraphicFramePr>
            <a:graphicFrameLocks noChangeAspect="1"/>
          </p:cNvGraphicFramePr>
          <p:nvPr>
            <p:extLst>
              <p:ext uri="{D42A27DB-BD31-4B8C-83A1-F6EECF244321}">
                <p14:modId xmlns:p14="http://schemas.microsoft.com/office/powerpoint/2010/main" val="2553646224"/>
              </p:ext>
            </p:extLst>
          </p:nvPr>
        </p:nvGraphicFramePr>
        <p:xfrm>
          <a:off x="433100" y="5525764"/>
          <a:ext cx="1333500" cy="254000"/>
        </p:xfrm>
        <a:graphic>
          <a:graphicData uri="http://schemas.openxmlformats.org/presentationml/2006/ole">
            <mc:AlternateContent xmlns:mc="http://schemas.openxmlformats.org/markup-compatibility/2006">
              <mc:Choice xmlns:v="urn:schemas-microsoft-com:vml" Requires="v">
                <p:oleObj name="Equation" r:id="rId17" imgW="1333440" imgH="253800" progId="Equation.DSMT4">
                  <p:embed/>
                </p:oleObj>
              </mc:Choice>
              <mc:Fallback>
                <p:oleObj name="Equation" r:id="rId17" imgW="1333440" imgH="253800" progId="Equation.DSMT4">
                  <p:embed/>
                  <p:pic>
                    <p:nvPicPr>
                      <p:cNvPr id="0" name=""/>
                      <p:cNvPicPr/>
                      <p:nvPr/>
                    </p:nvPicPr>
                    <p:blipFill>
                      <a:blip r:embed="rId18"/>
                      <a:stretch>
                        <a:fillRect/>
                      </a:stretch>
                    </p:blipFill>
                    <p:spPr>
                      <a:xfrm>
                        <a:off x="433100" y="5525764"/>
                        <a:ext cx="1333500" cy="254000"/>
                      </a:xfrm>
                      <a:prstGeom prst="rect">
                        <a:avLst/>
                      </a:prstGeom>
                    </p:spPr>
                  </p:pic>
                </p:oleObj>
              </mc:Fallback>
            </mc:AlternateContent>
          </a:graphicData>
        </a:graphic>
      </p:graphicFrame>
      <p:sp>
        <p:nvSpPr>
          <p:cNvPr id="65" name="64 CuadroTexto"/>
          <p:cNvSpPr txBox="1"/>
          <p:nvPr/>
        </p:nvSpPr>
        <p:spPr>
          <a:xfrm>
            <a:off x="551664" y="5872141"/>
            <a:ext cx="1210589" cy="261610"/>
          </a:xfrm>
          <a:prstGeom prst="rect">
            <a:avLst/>
          </a:prstGeom>
          <a:noFill/>
        </p:spPr>
        <p:txBody>
          <a:bodyPr wrap="none" rtlCol="0">
            <a:spAutoFit/>
          </a:bodyPr>
          <a:lstStyle/>
          <a:p>
            <a:r>
              <a:rPr lang="es-CL" sz="1100" dirty="0"/>
              <a:t>Para el cuerpo B</a:t>
            </a:r>
          </a:p>
        </p:txBody>
      </p:sp>
      <p:graphicFrame>
        <p:nvGraphicFramePr>
          <p:cNvPr id="66" name="65 Objeto"/>
          <p:cNvGraphicFramePr>
            <a:graphicFrameLocks noChangeAspect="1"/>
          </p:cNvGraphicFramePr>
          <p:nvPr>
            <p:extLst>
              <p:ext uri="{D42A27DB-BD31-4B8C-83A1-F6EECF244321}">
                <p14:modId xmlns:p14="http://schemas.microsoft.com/office/powerpoint/2010/main" val="2459608788"/>
              </p:ext>
            </p:extLst>
          </p:nvPr>
        </p:nvGraphicFramePr>
        <p:xfrm>
          <a:off x="433916" y="6133751"/>
          <a:ext cx="1485900" cy="254000"/>
        </p:xfrm>
        <a:graphic>
          <a:graphicData uri="http://schemas.openxmlformats.org/presentationml/2006/ole">
            <mc:AlternateContent xmlns:mc="http://schemas.openxmlformats.org/markup-compatibility/2006">
              <mc:Choice xmlns:v="urn:schemas-microsoft-com:vml" Requires="v">
                <p:oleObj name="Equation" r:id="rId19" imgW="1485720" imgH="253800" progId="Equation.DSMT4">
                  <p:embed/>
                </p:oleObj>
              </mc:Choice>
              <mc:Fallback>
                <p:oleObj name="Equation" r:id="rId19" imgW="1485720" imgH="253800" progId="Equation.DSMT4">
                  <p:embed/>
                  <p:pic>
                    <p:nvPicPr>
                      <p:cNvPr id="0" name=""/>
                      <p:cNvPicPr/>
                      <p:nvPr/>
                    </p:nvPicPr>
                    <p:blipFill>
                      <a:blip r:embed="rId20"/>
                      <a:stretch>
                        <a:fillRect/>
                      </a:stretch>
                    </p:blipFill>
                    <p:spPr>
                      <a:xfrm>
                        <a:off x="433916" y="6133751"/>
                        <a:ext cx="1485900" cy="254000"/>
                      </a:xfrm>
                      <a:prstGeom prst="rect">
                        <a:avLst/>
                      </a:prstGeom>
                    </p:spPr>
                  </p:pic>
                </p:oleObj>
              </mc:Fallback>
            </mc:AlternateContent>
          </a:graphicData>
        </a:graphic>
      </p:graphicFrame>
      <p:sp>
        <p:nvSpPr>
          <p:cNvPr id="67" name="66 Arco"/>
          <p:cNvSpPr/>
          <p:nvPr/>
        </p:nvSpPr>
        <p:spPr bwMode="auto">
          <a:xfrm>
            <a:off x="2245560" y="2526345"/>
            <a:ext cx="473320" cy="451913"/>
          </a:xfrm>
          <a:prstGeom prst="arc">
            <a:avLst/>
          </a:prstGeom>
          <a:noFill/>
          <a:ln w="9525" cap="flat" cmpd="sng" algn="ctr">
            <a:solidFill>
              <a:schemeClr val="tx1"/>
            </a:solidFill>
            <a:prstDash val="solid"/>
            <a:round/>
            <a:headEnd type="none" w="med" len="med"/>
            <a:tailEnd type="arrow" w="med" len="med"/>
          </a:ln>
          <a:effectLst/>
        </p:spPr>
        <p:txBody>
          <a:bodyPr rtlCol="0" anchor="ctr"/>
          <a:lstStyle/>
          <a:p>
            <a:pPr algn="ctr"/>
            <a:endParaRPr lang="es-CL"/>
          </a:p>
        </p:txBody>
      </p:sp>
      <p:graphicFrame>
        <p:nvGraphicFramePr>
          <p:cNvPr id="68" name="67 Objeto"/>
          <p:cNvGraphicFramePr>
            <a:graphicFrameLocks noChangeAspect="1"/>
          </p:cNvGraphicFramePr>
          <p:nvPr>
            <p:extLst>
              <p:ext uri="{D42A27DB-BD31-4B8C-83A1-F6EECF244321}">
                <p14:modId xmlns:p14="http://schemas.microsoft.com/office/powerpoint/2010/main" val="718990410"/>
              </p:ext>
            </p:extLst>
          </p:nvPr>
        </p:nvGraphicFramePr>
        <p:xfrm>
          <a:off x="7880350" y="1563688"/>
          <a:ext cx="762000" cy="1143000"/>
        </p:xfrm>
        <a:graphic>
          <a:graphicData uri="http://schemas.openxmlformats.org/presentationml/2006/ole">
            <mc:AlternateContent xmlns:mc="http://schemas.openxmlformats.org/markup-compatibility/2006">
              <mc:Choice xmlns:v="urn:schemas-microsoft-com:vml" Requires="v">
                <p:oleObj name="Equation" r:id="rId21" imgW="761760" imgH="1143000" progId="Equation.DSMT4">
                  <p:embed/>
                </p:oleObj>
              </mc:Choice>
              <mc:Fallback>
                <p:oleObj name="Equation" r:id="rId21" imgW="761760" imgH="1143000" progId="Equation.DSMT4">
                  <p:embed/>
                  <p:pic>
                    <p:nvPicPr>
                      <p:cNvPr id="0" name=""/>
                      <p:cNvPicPr/>
                      <p:nvPr/>
                    </p:nvPicPr>
                    <p:blipFill>
                      <a:blip r:embed="rId22"/>
                      <a:stretch>
                        <a:fillRect/>
                      </a:stretch>
                    </p:blipFill>
                    <p:spPr>
                      <a:xfrm>
                        <a:off x="7880350" y="1563688"/>
                        <a:ext cx="762000" cy="1143000"/>
                      </a:xfrm>
                      <a:prstGeom prst="rect">
                        <a:avLst/>
                      </a:prstGeom>
                    </p:spPr>
                  </p:pic>
                </p:oleObj>
              </mc:Fallback>
            </mc:AlternateContent>
          </a:graphicData>
        </a:graphic>
      </p:graphicFrame>
      <p:sp>
        <p:nvSpPr>
          <p:cNvPr id="69"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graphicFrame>
        <p:nvGraphicFramePr>
          <p:cNvPr id="70" name="Object 12"/>
          <p:cNvGraphicFramePr>
            <a:graphicFrameLocks noChangeAspect="1"/>
          </p:cNvGraphicFramePr>
          <p:nvPr>
            <p:extLst>
              <p:ext uri="{D42A27DB-BD31-4B8C-83A1-F6EECF244321}">
                <p14:modId xmlns:p14="http://schemas.microsoft.com/office/powerpoint/2010/main" val="3509263158"/>
              </p:ext>
            </p:extLst>
          </p:nvPr>
        </p:nvGraphicFramePr>
        <p:xfrm>
          <a:off x="6190581" y="230225"/>
          <a:ext cx="1333747" cy="366675"/>
        </p:xfrm>
        <a:graphic>
          <a:graphicData uri="http://schemas.openxmlformats.org/presentationml/2006/ole">
            <mc:AlternateContent xmlns:mc="http://schemas.openxmlformats.org/markup-compatibility/2006">
              <mc:Choice xmlns:v="urn:schemas-microsoft-com:vml" Requires="v">
                <p:oleObj name="Ecuación" r:id="rId23" imgW="888614" imgH="241195" progId="Equation.3">
                  <p:embed/>
                </p:oleObj>
              </mc:Choice>
              <mc:Fallback>
                <p:oleObj name="Ecuación" r:id="rId23" imgW="888614" imgH="241195"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190581" y="230225"/>
                        <a:ext cx="1333747" cy="366675"/>
                      </a:xfrm>
                      <a:prstGeom prst="rect">
                        <a:avLst/>
                      </a:prstGeom>
                      <a:noFill/>
                      <a:ln>
                        <a:noFill/>
                      </a:ln>
                    </p:spPr>
                  </p:pic>
                </p:oleObj>
              </mc:Fallback>
            </mc:AlternateContent>
          </a:graphicData>
        </a:graphic>
      </p:graphicFrame>
      <p:graphicFrame>
        <p:nvGraphicFramePr>
          <p:cNvPr id="71" name="70 Objeto"/>
          <p:cNvGraphicFramePr>
            <a:graphicFrameLocks noChangeAspect="1"/>
          </p:cNvGraphicFramePr>
          <p:nvPr>
            <p:extLst>
              <p:ext uri="{D42A27DB-BD31-4B8C-83A1-F6EECF244321}">
                <p14:modId xmlns:p14="http://schemas.microsoft.com/office/powerpoint/2010/main" val="913999714"/>
              </p:ext>
            </p:extLst>
          </p:nvPr>
        </p:nvGraphicFramePr>
        <p:xfrm>
          <a:off x="2843808" y="5175001"/>
          <a:ext cx="635000" cy="203200"/>
        </p:xfrm>
        <a:graphic>
          <a:graphicData uri="http://schemas.openxmlformats.org/presentationml/2006/ole">
            <mc:AlternateContent xmlns:mc="http://schemas.openxmlformats.org/markup-compatibility/2006">
              <mc:Choice xmlns:v="urn:schemas-microsoft-com:vml" Requires="v">
                <p:oleObj name="Equation" r:id="rId25" imgW="634680" imgH="203040" progId="Equation.DSMT4">
                  <p:embed/>
                </p:oleObj>
              </mc:Choice>
              <mc:Fallback>
                <p:oleObj name="Equation" r:id="rId25" imgW="634680" imgH="203040" progId="Equation.DSMT4">
                  <p:embed/>
                  <p:pic>
                    <p:nvPicPr>
                      <p:cNvPr id="0" name=""/>
                      <p:cNvPicPr/>
                      <p:nvPr/>
                    </p:nvPicPr>
                    <p:blipFill>
                      <a:blip r:embed="rId26"/>
                      <a:stretch>
                        <a:fillRect/>
                      </a:stretch>
                    </p:blipFill>
                    <p:spPr>
                      <a:xfrm>
                        <a:off x="2843808" y="5175001"/>
                        <a:ext cx="635000" cy="203200"/>
                      </a:xfrm>
                      <a:prstGeom prst="rect">
                        <a:avLst/>
                      </a:prstGeom>
                    </p:spPr>
                  </p:pic>
                </p:oleObj>
              </mc:Fallback>
            </mc:AlternateContent>
          </a:graphicData>
        </a:graphic>
      </p:graphicFrame>
      <p:graphicFrame>
        <p:nvGraphicFramePr>
          <p:cNvPr id="73" name="72 Objeto"/>
          <p:cNvGraphicFramePr>
            <a:graphicFrameLocks noChangeAspect="1"/>
          </p:cNvGraphicFramePr>
          <p:nvPr>
            <p:extLst>
              <p:ext uri="{D42A27DB-BD31-4B8C-83A1-F6EECF244321}">
                <p14:modId xmlns:p14="http://schemas.microsoft.com/office/powerpoint/2010/main" val="2516371632"/>
              </p:ext>
            </p:extLst>
          </p:nvPr>
        </p:nvGraphicFramePr>
        <p:xfrm>
          <a:off x="2843808" y="5431532"/>
          <a:ext cx="685800" cy="203200"/>
        </p:xfrm>
        <a:graphic>
          <a:graphicData uri="http://schemas.openxmlformats.org/presentationml/2006/ole">
            <mc:AlternateContent xmlns:mc="http://schemas.openxmlformats.org/markup-compatibility/2006">
              <mc:Choice xmlns:v="urn:schemas-microsoft-com:vml" Requires="v">
                <p:oleObj name="Equation" r:id="rId27" imgW="685800" imgH="203040" progId="Equation.DSMT4">
                  <p:embed/>
                </p:oleObj>
              </mc:Choice>
              <mc:Fallback>
                <p:oleObj name="Equation" r:id="rId27" imgW="685800" imgH="203040" progId="Equation.DSMT4">
                  <p:embed/>
                  <p:pic>
                    <p:nvPicPr>
                      <p:cNvPr id="0" name=""/>
                      <p:cNvPicPr/>
                      <p:nvPr/>
                    </p:nvPicPr>
                    <p:blipFill>
                      <a:blip r:embed="rId28"/>
                      <a:stretch>
                        <a:fillRect/>
                      </a:stretch>
                    </p:blipFill>
                    <p:spPr>
                      <a:xfrm>
                        <a:off x="2843808" y="5431532"/>
                        <a:ext cx="685800" cy="203200"/>
                      </a:xfrm>
                      <a:prstGeom prst="rect">
                        <a:avLst/>
                      </a:prstGeom>
                    </p:spPr>
                  </p:pic>
                </p:oleObj>
              </mc:Fallback>
            </mc:AlternateContent>
          </a:graphicData>
        </a:graphic>
      </p:graphicFrame>
      <p:graphicFrame>
        <p:nvGraphicFramePr>
          <p:cNvPr id="74" name="73 Objeto"/>
          <p:cNvGraphicFramePr>
            <a:graphicFrameLocks noChangeAspect="1"/>
          </p:cNvGraphicFramePr>
          <p:nvPr>
            <p:extLst>
              <p:ext uri="{D42A27DB-BD31-4B8C-83A1-F6EECF244321}">
                <p14:modId xmlns:p14="http://schemas.microsoft.com/office/powerpoint/2010/main" val="2307368370"/>
              </p:ext>
            </p:extLst>
          </p:nvPr>
        </p:nvGraphicFramePr>
        <p:xfrm>
          <a:off x="2843808" y="5666233"/>
          <a:ext cx="838200" cy="203200"/>
        </p:xfrm>
        <a:graphic>
          <a:graphicData uri="http://schemas.openxmlformats.org/presentationml/2006/ole">
            <mc:AlternateContent xmlns:mc="http://schemas.openxmlformats.org/markup-compatibility/2006">
              <mc:Choice xmlns:v="urn:schemas-microsoft-com:vml" Requires="v">
                <p:oleObj name="Equation" r:id="rId29" imgW="838080" imgH="203040" progId="Equation.DSMT4">
                  <p:embed/>
                </p:oleObj>
              </mc:Choice>
              <mc:Fallback>
                <p:oleObj name="Equation" r:id="rId29" imgW="838080" imgH="203040" progId="Equation.DSMT4">
                  <p:embed/>
                  <p:pic>
                    <p:nvPicPr>
                      <p:cNvPr id="0" name=""/>
                      <p:cNvPicPr/>
                      <p:nvPr/>
                    </p:nvPicPr>
                    <p:blipFill>
                      <a:blip r:embed="rId30"/>
                      <a:stretch>
                        <a:fillRect/>
                      </a:stretch>
                    </p:blipFill>
                    <p:spPr>
                      <a:xfrm>
                        <a:off x="2843808" y="5666233"/>
                        <a:ext cx="838200" cy="203200"/>
                      </a:xfrm>
                      <a:prstGeom prst="rect">
                        <a:avLst/>
                      </a:prstGeom>
                    </p:spPr>
                  </p:pic>
                </p:oleObj>
              </mc:Fallback>
            </mc:AlternateContent>
          </a:graphicData>
        </a:graphic>
      </p:graphicFrame>
      <p:graphicFrame>
        <p:nvGraphicFramePr>
          <p:cNvPr id="76" name="75 Objeto"/>
          <p:cNvGraphicFramePr>
            <a:graphicFrameLocks noChangeAspect="1"/>
          </p:cNvGraphicFramePr>
          <p:nvPr>
            <p:extLst>
              <p:ext uri="{D42A27DB-BD31-4B8C-83A1-F6EECF244321}">
                <p14:modId xmlns:p14="http://schemas.microsoft.com/office/powerpoint/2010/main" val="1856716381"/>
              </p:ext>
            </p:extLst>
          </p:nvPr>
        </p:nvGraphicFramePr>
        <p:xfrm>
          <a:off x="2843808" y="5930551"/>
          <a:ext cx="889000" cy="406400"/>
        </p:xfrm>
        <a:graphic>
          <a:graphicData uri="http://schemas.openxmlformats.org/presentationml/2006/ole">
            <mc:AlternateContent xmlns:mc="http://schemas.openxmlformats.org/markup-compatibility/2006">
              <mc:Choice xmlns:v="urn:schemas-microsoft-com:vml" Requires="v">
                <p:oleObj name="Equation" r:id="rId31" imgW="888840" imgH="406080" progId="Equation.DSMT4">
                  <p:embed/>
                </p:oleObj>
              </mc:Choice>
              <mc:Fallback>
                <p:oleObj name="Equation" r:id="rId31" imgW="888840" imgH="406080" progId="Equation.DSMT4">
                  <p:embed/>
                  <p:pic>
                    <p:nvPicPr>
                      <p:cNvPr id="0" name=""/>
                      <p:cNvPicPr/>
                      <p:nvPr/>
                    </p:nvPicPr>
                    <p:blipFill>
                      <a:blip r:embed="rId32"/>
                      <a:stretch>
                        <a:fillRect/>
                      </a:stretch>
                    </p:blipFill>
                    <p:spPr>
                      <a:xfrm>
                        <a:off x="2843808" y="5930551"/>
                        <a:ext cx="889000" cy="406400"/>
                      </a:xfrm>
                      <a:prstGeom prst="rect">
                        <a:avLst/>
                      </a:prstGeom>
                    </p:spPr>
                  </p:pic>
                </p:oleObj>
              </mc:Fallback>
            </mc:AlternateContent>
          </a:graphicData>
        </a:graphic>
      </p:graphicFrame>
      <p:graphicFrame>
        <p:nvGraphicFramePr>
          <p:cNvPr id="77" name="76 Objeto"/>
          <p:cNvGraphicFramePr>
            <a:graphicFrameLocks noChangeAspect="1"/>
          </p:cNvGraphicFramePr>
          <p:nvPr>
            <p:extLst>
              <p:ext uri="{D42A27DB-BD31-4B8C-83A1-F6EECF244321}">
                <p14:modId xmlns:p14="http://schemas.microsoft.com/office/powerpoint/2010/main" val="3439515067"/>
              </p:ext>
            </p:extLst>
          </p:nvPr>
        </p:nvGraphicFramePr>
        <p:xfrm>
          <a:off x="4381872" y="4049338"/>
          <a:ext cx="838200" cy="635000"/>
        </p:xfrm>
        <a:graphic>
          <a:graphicData uri="http://schemas.openxmlformats.org/presentationml/2006/ole">
            <mc:AlternateContent xmlns:mc="http://schemas.openxmlformats.org/markup-compatibility/2006">
              <mc:Choice xmlns:v="urn:schemas-microsoft-com:vml" Requires="v">
                <p:oleObj name="Equation" r:id="rId33" imgW="838080" imgH="634680" progId="Equation.DSMT4">
                  <p:embed/>
                </p:oleObj>
              </mc:Choice>
              <mc:Fallback>
                <p:oleObj name="Equation" r:id="rId33" imgW="838080" imgH="634680" progId="Equation.DSMT4">
                  <p:embed/>
                  <p:pic>
                    <p:nvPicPr>
                      <p:cNvPr id="0" name="73 Objeto"/>
                      <p:cNvPicPr>
                        <a:picLocks noChangeAspect="1" noChangeArrowheads="1"/>
                      </p:cNvPicPr>
                      <p:nvPr/>
                    </p:nvPicPr>
                    <p:blipFill>
                      <a:blip r:embed="rId34"/>
                      <a:srcRect/>
                      <a:stretch>
                        <a:fillRect/>
                      </a:stretch>
                    </p:blipFill>
                    <p:spPr bwMode="auto">
                      <a:xfrm>
                        <a:off x="4381872" y="4049338"/>
                        <a:ext cx="8382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 name="77 Objeto"/>
          <p:cNvGraphicFramePr>
            <a:graphicFrameLocks noChangeAspect="1"/>
          </p:cNvGraphicFramePr>
          <p:nvPr>
            <p:extLst>
              <p:ext uri="{D42A27DB-BD31-4B8C-83A1-F6EECF244321}">
                <p14:modId xmlns:p14="http://schemas.microsoft.com/office/powerpoint/2010/main" val="81171131"/>
              </p:ext>
            </p:extLst>
          </p:nvPr>
        </p:nvGraphicFramePr>
        <p:xfrm>
          <a:off x="4352802" y="4869408"/>
          <a:ext cx="762000" cy="431800"/>
        </p:xfrm>
        <a:graphic>
          <a:graphicData uri="http://schemas.openxmlformats.org/presentationml/2006/ole">
            <mc:AlternateContent xmlns:mc="http://schemas.openxmlformats.org/markup-compatibility/2006">
              <mc:Choice xmlns:v="urn:schemas-microsoft-com:vml" Requires="v">
                <p:oleObj name="Equation" r:id="rId35" imgW="761760" imgH="431640" progId="Equation.DSMT4">
                  <p:embed/>
                </p:oleObj>
              </mc:Choice>
              <mc:Fallback>
                <p:oleObj name="Equation" r:id="rId35" imgW="761760" imgH="431640" progId="Equation.DSMT4">
                  <p:embed/>
                  <p:pic>
                    <p:nvPicPr>
                      <p:cNvPr id="0" name="70 Objeto"/>
                      <p:cNvPicPr>
                        <a:picLocks noChangeAspect="1" noChangeArrowheads="1"/>
                      </p:cNvPicPr>
                      <p:nvPr/>
                    </p:nvPicPr>
                    <p:blipFill>
                      <a:blip r:embed="rId36"/>
                      <a:srcRect/>
                      <a:stretch>
                        <a:fillRect/>
                      </a:stretch>
                    </p:blipFill>
                    <p:spPr bwMode="auto">
                      <a:xfrm>
                        <a:off x="4352802" y="4869408"/>
                        <a:ext cx="762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 name="78 Objeto"/>
          <p:cNvGraphicFramePr>
            <a:graphicFrameLocks noChangeAspect="1"/>
          </p:cNvGraphicFramePr>
          <p:nvPr>
            <p:extLst>
              <p:ext uri="{D42A27DB-BD31-4B8C-83A1-F6EECF244321}">
                <p14:modId xmlns:p14="http://schemas.microsoft.com/office/powerpoint/2010/main" val="267474948"/>
              </p:ext>
            </p:extLst>
          </p:nvPr>
        </p:nvGraphicFramePr>
        <p:xfrm>
          <a:off x="4345744" y="5467176"/>
          <a:ext cx="1511300" cy="1346200"/>
        </p:xfrm>
        <a:graphic>
          <a:graphicData uri="http://schemas.openxmlformats.org/presentationml/2006/ole">
            <mc:AlternateContent xmlns:mc="http://schemas.openxmlformats.org/markup-compatibility/2006">
              <mc:Choice xmlns:v="urn:schemas-microsoft-com:vml" Requires="v">
                <p:oleObj name="Equation" r:id="rId37" imgW="1511280" imgH="1346040" progId="Equation.DSMT4">
                  <p:embed/>
                </p:oleObj>
              </mc:Choice>
              <mc:Fallback>
                <p:oleObj name="Equation" r:id="rId37" imgW="1511280" imgH="1346040" progId="Equation.DSMT4">
                  <p:embed/>
                  <p:pic>
                    <p:nvPicPr>
                      <p:cNvPr id="0" name="72 Objeto"/>
                      <p:cNvPicPr>
                        <a:picLocks noChangeAspect="1" noChangeArrowheads="1"/>
                      </p:cNvPicPr>
                      <p:nvPr/>
                    </p:nvPicPr>
                    <p:blipFill>
                      <a:blip r:embed="rId38"/>
                      <a:srcRect/>
                      <a:stretch>
                        <a:fillRect/>
                      </a:stretch>
                    </p:blipFill>
                    <p:spPr bwMode="auto">
                      <a:xfrm>
                        <a:off x="4345744" y="5467176"/>
                        <a:ext cx="1511300"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 name="79 Objeto"/>
          <p:cNvGraphicFramePr>
            <a:graphicFrameLocks noChangeAspect="1"/>
          </p:cNvGraphicFramePr>
          <p:nvPr>
            <p:extLst>
              <p:ext uri="{D42A27DB-BD31-4B8C-83A1-F6EECF244321}">
                <p14:modId xmlns:p14="http://schemas.microsoft.com/office/powerpoint/2010/main" val="2222154942"/>
              </p:ext>
            </p:extLst>
          </p:nvPr>
        </p:nvGraphicFramePr>
        <p:xfrm>
          <a:off x="6074747" y="4635812"/>
          <a:ext cx="952500" cy="863600"/>
        </p:xfrm>
        <a:graphic>
          <a:graphicData uri="http://schemas.openxmlformats.org/presentationml/2006/ole">
            <mc:AlternateContent xmlns:mc="http://schemas.openxmlformats.org/markup-compatibility/2006">
              <mc:Choice xmlns:v="urn:schemas-microsoft-com:vml" Requires="v">
                <p:oleObj name="Equation" r:id="rId39" imgW="952200" imgH="863280" progId="Equation.DSMT4">
                  <p:embed/>
                </p:oleObj>
              </mc:Choice>
              <mc:Fallback>
                <p:oleObj name="Equation" r:id="rId39" imgW="952200" imgH="863280" progId="Equation.DSMT4">
                  <p:embed/>
                  <p:pic>
                    <p:nvPicPr>
                      <p:cNvPr id="0" name="75 Objeto"/>
                      <p:cNvPicPr>
                        <a:picLocks noChangeAspect="1" noChangeArrowheads="1"/>
                      </p:cNvPicPr>
                      <p:nvPr/>
                    </p:nvPicPr>
                    <p:blipFill>
                      <a:blip r:embed="rId40"/>
                      <a:srcRect/>
                      <a:stretch>
                        <a:fillRect/>
                      </a:stretch>
                    </p:blipFill>
                    <p:spPr bwMode="auto">
                      <a:xfrm>
                        <a:off x="6074747" y="4635812"/>
                        <a:ext cx="952500" cy="863600"/>
                      </a:xfrm>
                      <a:prstGeom prst="rect">
                        <a:avLst/>
                      </a:prstGeom>
                      <a:noFill/>
                      <a:ln>
                        <a:noFill/>
                      </a:ln>
                    </p:spPr>
                  </p:pic>
                </p:oleObj>
              </mc:Fallback>
            </mc:AlternateContent>
          </a:graphicData>
        </a:graphic>
      </p:graphicFrame>
      <p:graphicFrame>
        <p:nvGraphicFramePr>
          <p:cNvPr id="81" name="80 Objeto"/>
          <p:cNvGraphicFramePr>
            <a:graphicFrameLocks noChangeAspect="1"/>
          </p:cNvGraphicFramePr>
          <p:nvPr>
            <p:extLst>
              <p:ext uri="{D42A27DB-BD31-4B8C-83A1-F6EECF244321}">
                <p14:modId xmlns:p14="http://schemas.microsoft.com/office/powerpoint/2010/main" val="1705577522"/>
              </p:ext>
            </p:extLst>
          </p:nvPr>
        </p:nvGraphicFramePr>
        <p:xfrm>
          <a:off x="7596336" y="4032672"/>
          <a:ext cx="1066800" cy="2349500"/>
        </p:xfrm>
        <a:graphic>
          <a:graphicData uri="http://schemas.openxmlformats.org/presentationml/2006/ole">
            <mc:AlternateContent xmlns:mc="http://schemas.openxmlformats.org/markup-compatibility/2006">
              <mc:Choice xmlns:v="urn:schemas-microsoft-com:vml" Requires="v">
                <p:oleObj name="Equation" r:id="rId41" imgW="1066680" imgH="2349360" progId="Equation.DSMT4">
                  <p:embed/>
                </p:oleObj>
              </mc:Choice>
              <mc:Fallback>
                <p:oleObj name="Equation" r:id="rId41" imgW="1066680" imgH="2349360" progId="Equation.DSMT4">
                  <p:embed/>
                  <p:pic>
                    <p:nvPicPr>
                      <p:cNvPr id="0" name=""/>
                      <p:cNvPicPr/>
                      <p:nvPr/>
                    </p:nvPicPr>
                    <p:blipFill>
                      <a:blip r:embed="rId42"/>
                      <a:stretch>
                        <a:fillRect/>
                      </a:stretch>
                    </p:blipFill>
                    <p:spPr>
                      <a:xfrm>
                        <a:off x="7596336" y="4032672"/>
                        <a:ext cx="1066800" cy="2349500"/>
                      </a:xfrm>
                      <a:prstGeom prst="rect">
                        <a:avLst/>
                      </a:prstGeom>
                    </p:spPr>
                  </p:pic>
                </p:oleObj>
              </mc:Fallback>
            </mc:AlternateContent>
          </a:graphicData>
        </a:graphic>
      </p:graphicFrame>
    </p:spTree>
    <p:extLst>
      <p:ext uri="{BB962C8B-B14F-4D97-AF65-F5344CB8AC3E}">
        <p14:creationId xmlns:p14="http://schemas.microsoft.com/office/powerpoint/2010/main" val="2298399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a:spLocks noChangeArrowheads="1"/>
          </p:cNvSpPr>
          <p:nvPr/>
        </p:nvSpPr>
        <p:spPr bwMode="auto">
          <a:xfrm>
            <a:off x="423863" y="949325"/>
            <a:ext cx="8353425"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defRPr/>
            </a:pPr>
            <a:r>
              <a:rPr lang="es-MX" altLang="es-CL" sz="1400" dirty="0"/>
              <a:t>7.-  Una </a:t>
            </a:r>
            <a:r>
              <a:rPr lang="es-MX" sz="1400" dirty="0"/>
              <a:t>masa en un plano inclinado está unida a otra masa colgante mediante una cuerda y una polea como se muestra en la figura. La masa en el plano inclinado es de </a:t>
            </a:r>
            <a:r>
              <a:rPr lang="es-MX" sz="1400" dirty="0">
                <a:solidFill>
                  <a:srgbClr val="FF0000"/>
                </a:solidFill>
              </a:rPr>
              <a:t>500 g</a:t>
            </a:r>
            <a:r>
              <a:rPr lang="es-MX" sz="1400" dirty="0"/>
              <a:t>, la masa colgante es de </a:t>
            </a:r>
            <a:r>
              <a:rPr lang="es-MX" sz="1400" dirty="0">
                <a:solidFill>
                  <a:srgbClr val="FF0000"/>
                </a:solidFill>
              </a:rPr>
              <a:t>300 g</a:t>
            </a:r>
            <a:r>
              <a:rPr lang="es-MX" sz="1400" dirty="0"/>
              <a:t>, el ángulo es de </a:t>
            </a:r>
            <a:r>
              <a:rPr lang="es-MX" sz="1400" dirty="0">
                <a:solidFill>
                  <a:srgbClr val="FF0000"/>
                </a:solidFill>
              </a:rPr>
              <a:t>30°</a:t>
            </a:r>
            <a:r>
              <a:rPr lang="es-MX" sz="1400" dirty="0"/>
              <a:t> y el coeficiente de rozamiento es </a:t>
            </a:r>
            <a:r>
              <a:rPr lang="es-MX" sz="1400" dirty="0">
                <a:solidFill>
                  <a:srgbClr val="FF0000"/>
                </a:solidFill>
              </a:rPr>
              <a:t>0,2.</a:t>
            </a:r>
            <a:r>
              <a:rPr lang="es-MX" sz="1400" dirty="0"/>
              <a:t> Calcular: </a:t>
            </a:r>
          </a:p>
          <a:p>
            <a:pPr marL="342900" indent="-342900" algn="just" eaLnBrk="1" hangingPunct="1">
              <a:buFontTx/>
              <a:buAutoNum type="alphaLcParenR"/>
              <a:defRPr/>
            </a:pPr>
            <a:r>
              <a:rPr lang="es-MX" sz="1400" dirty="0"/>
              <a:t>La aceleración del sistema.  </a:t>
            </a:r>
          </a:p>
          <a:p>
            <a:pPr marL="342900" indent="-342900" algn="just" eaLnBrk="1" hangingPunct="1">
              <a:buFontTx/>
              <a:buAutoNum type="alphaLcParenR"/>
              <a:defRPr/>
            </a:pPr>
            <a:r>
              <a:rPr lang="es-MX" sz="1400" dirty="0"/>
              <a:t>La tensión de la cuerda. </a:t>
            </a:r>
            <a:endParaRPr lang="es-CL" altLang="es-CL" sz="1400" dirty="0"/>
          </a:p>
        </p:txBody>
      </p:sp>
      <p:pic>
        <p:nvPicPr>
          <p:cNvPr id="29699"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hidden">
          <a:xfrm>
            <a:off x="4989513" y="1946275"/>
            <a:ext cx="3790950" cy="148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9700"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cxnSp>
        <p:nvCxnSpPr>
          <p:cNvPr id="29724" name="3 Conector recto de flecha"/>
          <p:cNvCxnSpPr>
            <a:cxnSpLocks noChangeShapeType="1"/>
          </p:cNvCxnSpPr>
          <p:nvPr/>
        </p:nvCxnSpPr>
        <p:spPr bwMode="auto">
          <a:xfrm rot="20185839">
            <a:off x="670388" y="3497262"/>
            <a:ext cx="2376488" cy="0"/>
          </a:xfrm>
          <a:prstGeom prst="straightConnector1">
            <a:avLst/>
          </a:prstGeom>
          <a:noFill/>
          <a:ln w="9525" algn="ctr">
            <a:solidFill>
              <a:schemeClr val="tx1"/>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5" name="6 Conector recto de flecha"/>
          <p:cNvCxnSpPr>
            <a:cxnSpLocks noChangeShapeType="1"/>
          </p:cNvCxnSpPr>
          <p:nvPr/>
        </p:nvCxnSpPr>
        <p:spPr bwMode="auto">
          <a:xfrm flipH="1" flipV="1">
            <a:off x="1081088" y="2348880"/>
            <a:ext cx="1027537" cy="2351779"/>
          </a:xfrm>
          <a:prstGeom prst="straightConnector1">
            <a:avLst/>
          </a:prstGeom>
          <a:noFill/>
          <a:ln w="9525" algn="ctr">
            <a:solidFill>
              <a:schemeClr val="tx1"/>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708" name="18 CuadroTexto"/>
          <p:cNvSpPr txBox="1">
            <a:spLocks noChangeArrowheads="1"/>
          </p:cNvSpPr>
          <p:nvPr/>
        </p:nvSpPr>
        <p:spPr bwMode="auto">
          <a:xfrm>
            <a:off x="4448175" y="2687638"/>
            <a:ext cx="152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a:t>T</a:t>
            </a:r>
          </a:p>
        </p:txBody>
      </p:sp>
      <p:sp>
        <p:nvSpPr>
          <p:cNvPr id="29709" name="21 CuadroTexto"/>
          <p:cNvSpPr txBox="1">
            <a:spLocks noChangeArrowheads="1"/>
          </p:cNvSpPr>
          <p:nvPr/>
        </p:nvSpPr>
        <p:spPr bwMode="auto">
          <a:xfrm>
            <a:off x="2311400" y="2898775"/>
            <a:ext cx="152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a:t>T</a:t>
            </a:r>
          </a:p>
        </p:txBody>
      </p:sp>
      <p:sp>
        <p:nvSpPr>
          <p:cNvPr id="29710" name="22 CuadroTexto"/>
          <p:cNvSpPr txBox="1">
            <a:spLocks noChangeArrowheads="1"/>
          </p:cNvSpPr>
          <p:nvPr/>
        </p:nvSpPr>
        <p:spPr bwMode="auto">
          <a:xfrm>
            <a:off x="4367213" y="3663950"/>
            <a:ext cx="466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a:t>mg</a:t>
            </a:r>
          </a:p>
        </p:txBody>
      </p:sp>
      <p:sp>
        <p:nvSpPr>
          <p:cNvPr id="29711" name="23 CuadroTexto"/>
          <p:cNvSpPr txBox="1">
            <a:spLocks noChangeArrowheads="1"/>
          </p:cNvSpPr>
          <p:nvPr/>
        </p:nvSpPr>
        <p:spPr bwMode="auto">
          <a:xfrm>
            <a:off x="1133475" y="4379913"/>
            <a:ext cx="466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a:t>Mg</a:t>
            </a:r>
          </a:p>
        </p:txBody>
      </p:sp>
      <p:sp>
        <p:nvSpPr>
          <p:cNvPr id="29712" name="19 CuadroTexto"/>
          <p:cNvSpPr txBox="1">
            <a:spLocks noChangeArrowheads="1"/>
          </p:cNvSpPr>
          <p:nvPr/>
        </p:nvSpPr>
        <p:spPr bwMode="auto">
          <a:xfrm>
            <a:off x="1770063" y="3127375"/>
            <a:ext cx="2413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a:t>f</a:t>
            </a:r>
          </a:p>
        </p:txBody>
      </p:sp>
      <p:sp>
        <p:nvSpPr>
          <p:cNvPr id="29713" name="25 CuadroTexto"/>
          <p:cNvSpPr txBox="1">
            <a:spLocks noChangeArrowheads="1"/>
          </p:cNvSpPr>
          <p:nvPr/>
        </p:nvSpPr>
        <p:spPr bwMode="auto">
          <a:xfrm>
            <a:off x="1081088" y="2744788"/>
            <a:ext cx="153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a:t>N</a:t>
            </a:r>
          </a:p>
        </p:txBody>
      </p:sp>
      <p:graphicFrame>
        <p:nvGraphicFramePr>
          <p:cNvPr id="29714" name="20 Objeto"/>
          <p:cNvGraphicFramePr>
            <a:graphicFrameLocks noChangeAspect="1"/>
          </p:cNvGraphicFramePr>
          <p:nvPr>
            <p:extLst>
              <p:ext uri="{D42A27DB-BD31-4B8C-83A1-F6EECF244321}">
                <p14:modId xmlns:p14="http://schemas.microsoft.com/office/powerpoint/2010/main" val="2448870782"/>
              </p:ext>
            </p:extLst>
          </p:nvPr>
        </p:nvGraphicFramePr>
        <p:xfrm>
          <a:off x="220153" y="4731915"/>
          <a:ext cx="657225" cy="250825"/>
        </p:xfrm>
        <a:graphic>
          <a:graphicData uri="http://schemas.openxmlformats.org/presentationml/2006/ole">
            <mc:AlternateContent xmlns:mc="http://schemas.openxmlformats.org/markup-compatibility/2006">
              <mc:Choice xmlns:v="urn:schemas-microsoft-com:vml" Requires="v">
                <p:oleObj name="Equation" r:id="rId3" imgW="533160" imgH="203040" progId="Equation.DSMT4">
                  <p:embed/>
                </p:oleObj>
              </mc:Choice>
              <mc:Fallback>
                <p:oleObj name="Equation" r:id="rId3" imgW="533160" imgH="203040" progId="Equation.DSMT4">
                  <p:embed/>
                  <p:pic>
                    <p:nvPicPr>
                      <p:cNvPr id="0" name=""/>
                      <p:cNvPicPr>
                        <a:picLocks noChangeAspect="1" noChangeArrowheads="1"/>
                      </p:cNvPicPr>
                      <p:nvPr/>
                    </p:nvPicPr>
                    <p:blipFill>
                      <a:blip r:embed="rId4"/>
                      <a:srcRect/>
                      <a:stretch>
                        <a:fillRect/>
                      </a:stretch>
                    </p:blipFill>
                    <p:spPr bwMode="auto">
                      <a:xfrm>
                        <a:off x="220153" y="4731915"/>
                        <a:ext cx="6572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5" name="24 CuadroTexto"/>
          <p:cNvSpPr txBox="1">
            <a:spLocks noChangeArrowheads="1"/>
          </p:cNvSpPr>
          <p:nvPr/>
        </p:nvSpPr>
        <p:spPr bwMode="auto">
          <a:xfrm>
            <a:off x="107950" y="5075238"/>
            <a:ext cx="841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a:t>En eje X</a:t>
            </a:r>
          </a:p>
        </p:txBody>
      </p:sp>
      <p:graphicFrame>
        <p:nvGraphicFramePr>
          <p:cNvPr id="29716" name="26 Objeto"/>
          <p:cNvGraphicFramePr>
            <a:graphicFrameLocks noChangeAspect="1"/>
          </p:cNvGraphicFramePr>
          <p:nvPr>
            <p:extLst>
              <p:ext uri="{D42A27DB-BD31-4B8C-83A1-F6EECF244321}">
                <p14:modId xmlns:p14="http://schemas.microsoft.com/office/powerpoint/2010/main" val="791916967"/>
              </p:ext>
            </p:extLst>
          </p:nvPr>
        </p:nvGraphicFramePr>
        <p:xfrm>
          <a:off x="885825" y="5127625"/>
          <a:ext cx="2527300" cy="203200"/>
        </p:xfrm>
        <a:graphic>
          <a:graphicData uri="http://schemas.openxmlformats.org/presentationml/2006/ole">
            <mc:AlternateContent xmlns:mc="http://schemas.openxmlformats.org/markup-compatibility/2006">
              <mc:Choice xmlns:v="urn:schemas-microsoft-com:vml" Requires="v">
                <p:oleObj name="Equation" r:id="rId5" imgW="2527200" imgH="203040" progId="Equation.DSMT4">
                  <p:embed/>
                </p:oleObj>
              </mc:Choice>
              <mc:Fallback>
                <p:oleObj name="Equation" r:id="rId5" imgW="2527200" imgH="203040" progId="Equation.DSMT4">
                  <p:embed/>
                  <p:pic>
                    <p:nvPicPr>
                      <p:cNvPr id="0" name=""/>
                      <p:cNvPicPr>
                        <a:picLocks noChangeAspect="1" noChangeArrowheads="1"/>
                      </p:cNvPicPr>
                      <p:nvPr/>
                    </p:nvPicPr>
                    <p:blipFill>
                      <a:blip r:embed="rId6"/>
                      <a:srcRect/>
                      <a:stretch>
                        <a:fillRect/>
                      </a:stretch>
                    </p:blipFill>
                    <p:spPr bwMode="auto">
                      <a:xfrm>
                        <a:off x="885825" y="5127625"/>
                        <a:ext cx="25273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7" name="29 CuadroTexto"/>
          <p:cNvSpPr txBox="1">
            <a:spLocks noChangeArrowheads="1"/>
          </p:cNvSpPr>
          <p:nvPr/>
        </p:nvSpPr>
        <p:spPr bwMode="auto">
          <a:xfrm>
            <a:off x="107950" y="5376863"/>
            <a:ext cx="84137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a:t>En eje Y</a:t>
            </a:r>
          </a:p>
        </p:txBody>
      </p:sp>
      <p:graphicFrame>
        <p:nvGraphicFramePr>
          <p:cNvPr id="29718" name="27 Objeto"/>
          <p:cNvGraphicFramePr>
            <a:graphicFrameLocks noChangeAspect="1"/>
          </p:cNvGraphicFramePr>
          <p:nvPr>
            <p:extLst>
              <p:ext uri="{D42A27DB-BD31-4B8C-83A1-F6EECF244321}">
                <p14:modId xmlns:p14="http://schemas.microsoft.com/office/powerpoint/2010/main" val="273331924"/>
              </p:ext>
            </p:extLst>
          </p:nvPr>
        </p:nvGraphicFramePr>
        <p:xfrm>
          <a:off x="1003300" y="5429250"/>
          <a:ext cx="1193800" cy="203200"/>
        </p:xfrm>
        <a:graphic>
          <a:graphicData uri="http://schemas.openxmlformats.org/presentationml/2006/ole">
            <mc:AlternateContent xmlns:mc="http://schemas.openxmlformats.org/markup-compatibility/2006">
              <mc:Choice xmlns:v="urn:schemas-microsoft-com:vml" Requires="v">
                <p:oleObj name="Equation" r:id="rId7" imgW="1193760" imgH="203040" progId="Equation.DSMT4">
                  <p:embed/>
                </p:oleObj>
              </mc:Choice>
              <mc:Fallback>
                <p:oleObj name="Equation" r:id="rId7" imgW="1193760" imgH="203040" progId="Equation.DSMT4">
                  <p:embed/>
                  <p:pic>
                    <p:nvPicPr>
                      <p:cNvPr id="0" name=""/>
                      <p:cNvPicPr>
                        <a:picLocks noChangeAspect="1" noChangeArrowheads="1"/>
                      </p:cNvPicPr>
                      <p:nvPr/>
                    </p:nvPicPr>
                    <p:blipFill>
                      <a:blip r:embed="rId8"/>
                      <a:srcRect/>
                      <a:stretch>
                        <a:fillRect/>
                      </a:stretch>
                    </p:blipFill>
                    <p:spPr bwMode="auto">
                      <a:xfrm>
                        <a:off x="1003300" y="5429250"/>
                        <a:ext cx="11938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20" name="30 Objeto"/>
          <p:cNvGraphicFramePr>
            <a:graphicFrameLocks noChangeAspect="1"/>
          </p:cNvGraphicFramePr>
          <p:nvPr>
            <p:extLst>
              <p:ext uri="{D42A27DB-BD31-4B8C-83A1-F6EECF244321}">
                <p14:modId xmlns:p14="http://schemas.microsoft.com/office/powerpoint/2010/main" val="2137489570"/>
              </p:ext>
            </p:extLst>
          </p:nvPr>
        </p:nvGraphicFramePr>
        <p:xfrm>
          <a:off x="3929062" y="5683250"/>
          <a:ext cx="1190625" cy="814388"/>
        </p:xfrm>
        <a:graphic>
          <a:graphicData uri="http://schemas.openxmlformats.org/presentationml/2006/ole">
            <mc:AlternateContent xmlns:mc="http://schemas.openxmlformats.org/markup-compatibility/2006">
              <mc:Choice xmlns:v="urn:schemas-microsoft-com:vml" Requires="v">
                <p:oleObj name="Equation" r:id="rId9" imgW="965160" imgH="660240" progId="Equation.DSMT4">
                  <p:embed/>
                </p:oleObj>
              </mc:Choice>
              <mc:Fallback>
                <p:oleObj name="Equation" r:id="rId9" imgW="965160" imgH="660240" progId="Equation.DSMT4">
                  <p:embed/>
                  <p:pic>
                    <p:nvPicPr>
                      <p:cNvPr id="0" name=""/>
                      <p:cNvPicPr>
                        <a:picLocks noChangeAspect="1" noChangeArrowheads="1"/>
                      </p:cNvPicPr>
                      <p:nvPr/>
                    </p:nvPicPr>
                    <p:blipFill>
                      <a:blip r:embed="rId10"/>
                      <a:srcRect/>
                      <a:stretch>
                        <a:fillRect/>
                      </a:stretch>
                    </p:blipFill>
                    <p:spPr bwMode="auto">
                      <a:xfrm>
                        <a:off x="3929062" y="5683250"/>
                        <a:ext cx="1190625"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22" name="34 CuadroTexto"/>
          <p:cNvSpPr txBox="1">
            <a:spLocks noChangeArrowheads="1"/>
          </p:cNvSpPr>
          <p:nvPr/>
        </p:nvSpPr>
        <p:spPr bwMode="auto">
          <a:xfrm>
            <a:off x="168275" y="5694363"/>
            <a:ext cx="13795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eaLnBrk="1" hangingPunct="1"/>
            <a:r>
              <a:rPr lang="es-CL" altLang="es-CL" sz="1400"/>
              <a:t>En el cuerpo m</a:t>
            </a:r>
          </a:p>
        </p:txBody>
      </p:sp>
      <p:cxnSp>
        <p:nvCxnSpPr>
          <p:cNvPr id="4" name="3 Conector recto de flecha"/>
          <p:cNvCxnSpPr/>
          <p:nvPr/>
        </p:nvCxnSpPr>
        <p:spPr bwMode="auto">
          <a:xfrm>
            <a:off x="6732240" y="2522425"/>
            <a:ext cx="0" cy="1089117"/>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5" name="4 Objeto"/>
          <p:cNvGraphicFramePr>
            <a:graphicFrameLocks noChangeAspect="1"/>
          </p:cNvGraphicFramePr>
          <p:nvPr>
            <p:extLst>
              <p:ext uri="{D42A27DB-BD31-4B8C-83A1-F6EECF244321}">
                <p14:modId xmlns:p14="http://schemas.microsoft.com/office/powerpoint/2010/main" val="1000157948"/>
              </p:ext>
            </p:extLst>
          </p:nvPr>
        </p:nvGraphicFramePr>
        <p:xfrm>
          <a:off x="6804248" y="3476625"/>
          <a:ext cx="317500" cy="228600"/>
        </p:xfrm>
        <a:graphic>
          <a:graphicData uri="http://schemas.openxmlformats.org/presentationml/2006/ole">
            <mc:AlternateContent xmlns:mc="http://schemas.openxmlformats.org/markup-compatibility/2006">
              <mc:Choice xmlns:v="urn:schemas-microsoft-com:vml" Requires="v">
                <p:oleObj name="Equation" r:id="rId11" imgW="317160" imgH="228600" progId="Equation.DSMT4">
                  <p:embed/>
                </p:oleObj>
              </mc:Choice>
              <mc:Fallback>
                <p:oleObj name="Equation" r:id="rId11" imgW="317160" imgH="228600" progId="Equation.DSMT4">
                  <p:embed/>
                  <p:pic>
                    <p:nvPicPr>
                      <p:cNvPr id="0" name=""/>
                      <p:cNvPicPr/>
                      <p:nvPr/>
                    </p:nvPicPr>
                    <p:blipFill>
                      <a:blip r:embed="rId12"/>
                      <a:stretch>
                        <a:fillRect/>
                      </a:stretch>
                    </p:blipFill>
                    <p:spPr>
                      <a:xfrm>
                        <a:off x="6804248" y="3476625"/>
                        <a:ext cx="317500" cy="228600"/>
                      </a:xfrm>
                      <a:prstGeom prst="rect">
                        <a:avLst/>
                      </a:prstGeom>
                    </p:spPr>
                  </p:pic>
                </p:oleObj>
              </mc:Fallback>
            </mc:AlternateContent>
          </a:graphicData>
        </a:graphic>
      </p:graphicFrame>
      <p:cxnSp>
        <p:nvCxnSpPr>
          <p:cNvPr id="7" name="6 Conector recto de flecha"/>
          <p:cNvCxnSpPr/>
          <p:nvPr/>
        </p:nvCxnSpPr>
        <p:spPr bwMode="auto">
          <a:xfrm flipH="1" flipV="1">
            <a:off x="6340967" y="1639441"/>
            <a:ext cx="432048" cy="986829"/>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 name="7 Objeto"/>
          <p:cNvGraphicFramePr>
            <a:graphicFrameLocks noChangeAspect="1"/>
          </p:cNvGraphicFramePr>
          <p:nvPr>
            <p:extLst>
              <p:ext uri="{D42A27DB-BD31-4B8C-83A1-F6EECF244321}">
                <p14:modId xmlns:p14="http://schemas.microsoft.com/office/powerpoint/2010/main" val="2860103653"/>
              </p:ext>
            </p:extLst>
          </p:nvPr>
        </p:nvGraphicFramePr>
        <p:xfrm>
          <a:off x="6084168" y="1775628"/>
          <a:ext cx="177800" cy="215900"/>
        </p:xfrm>
        <a:graphic>
          <a:graphicData uri="http://schemas.openxmlformats.org/presentationml/2006/ole">
            <mc:AlternateContent xmlns:mc="http://schemas.openxmlformats.org/markup-compatibility/2006">
              <mc:Choice xmlns:v="urn:schemas-microsoft-com:vml" Requires="v">
                <p:oleObj name="Equation" r:id="rId13" imgW="177480" imgH="215640" progId="Equation.DSMT4">
                  <p:embed/>
                </p:oleObj>
              </mc:Choice>
              <mc:Fallback>
                <p:oleObj name="Equation" r:id="rId13" imgW="177480" imgH="215640" progId="Equation.DSMT4">
                  <p:embed/>
                  <p:pic>
                    <p:nvPicPr>
                      <p:cNvPr id="0" name=""/>
                      <p:cNvPicPr/>
                      <p:nvPr/>
                    </p:nvPicPr>
                    <p:blipFill>
                      <a:blip r:embed="rId14"/>
                      <a:stretch>
                        <a:fillRect/>
                      </a:stretch>
                    </p:blipFill>
                    <p:spPr>
                      <a:xfrm>
                        <a:off x="6084168" y="1775628"/>
                        <a:ext cx="177800" cy="215900"/>
                      </a:xfrm>
                      <a:prstGeom prst="rect">
                        <a:avLst/>
                      </a:prstGeom>
                    </p:spPr>
                  </p:pic>
                </p:oleObj>
              </mc:Fallback>
            </mc:AlternateContent>
          </a:graphicData>
        </a:graphic>
      </p:graphicFrame>
      <p:cxnSp>
        <p:nvCxnSpPr>
          <p:cNvPr id="10" name="9 Conector recto de flecha"/>
          <p:cNvCxnSpPr/>
          <p:nvPr/>
        </p:nvCxnSpPr>
        <p:spPr bwMode="auto">
          <a:xfrm flipV="1">
            <a:off x="7092280" y="2132856"/>
            <a:ext cx="720080" cy="288032"/>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1" name="10 Objeto"/>
          <p:cNvGraphicFramePr>
            <a:graphicFrameLocks noChangeAspect="1"/>
          </p:cNvGraphicFramePr>
          <p:nvPr>
            <p:extLst>
              <p:ext uri="{D42A27DB-BD31-4B8C-83A1-F6EECF244321}">
                <p14:modId xmlns:p14="http://schemas.microsoft.com/office/powerpoint/2010/main" val="954171597"/>
              </p:ext>
            </p:extLst>
          </p:nvPr>
        </p:nvGraphicFramePr>
        <p:xfrm>
          <a:off x="7524328" y="1929655"/>
          <a:ext cx="139700" cy="203200"/>
        </p:xfrm>
        <a:graphic>
          <a:graphicData uri="http://schemas.openxmlformats.org/presentationml/2006/ole">
            <mc:AlternateContent xmlns:mc="http://schemas.openxmlformats.org/markup-compatibility/2006">
              <mc:Choice xmlns:v="urn:schemas-microsoft-com:vml" Requires="v">
                <p:oleObj name="Equation" r:id="rId15" imgW="139680" imgH="203040" progId="Equation.DSMT4">
                  <p:embed/>
                </p:oleObj>
              </mc:Choice>
              <mc:Fallback>
                <p:oleObj name="Equation" r:id="rId15" imgW="139680" imgH="203040" progId="Equation.DSMT4">
                  <p:embed/>
                  <p:pic>
                    <p:nvPicPr>
                      <p:cNvPr id="0" name=""/>
                      <p:cNvPicPr/>
                      <p:nvPr/>
                    </p:nvPicPr>
                    <p:blipFill>
                      <a:blip r:embed="rId16"/>
                      <a:stretch>
                        <a:fillRect/>
                      </a:stretch>
                    </p:blipFill>
                    <p:spPr>
                      <a:xfrm>
                        <a:off x="7524328" y="1929655"/>
                        <a:ext cx="139700" cy="203200"/>
                      </a:xfrm>
                      <a:prstGeom prst="rect">
                        <a:avLst/>
                      </a:prstGeom>
                    </p:spPr>
                  </p:pic>
                </p:oleObj>
              </mc:Fallback>
            </mc:AlternateContent>
          </a:graphicData>
        </a:graphic>
      </p:graphicFrame>
      <p:cxnSp>
        <p:nvCxnSpPr>
          <p:cNvPr id="13" name="12 Conector recto de flecha"/>
          <p:cNvCxnSpPr/>
          <p:nvPr/>
        </p:nvCxnSpPr>
        <p:spPr bwMode="auto">
          <a:xfrm flipV="1">
            <a:off x="6884988" y="2348880"/>
            <a:ext cx="639340" cy="230808"/>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 name="13 Objeto"/>
          <p:cNvGraphicFramePr>
            <a:graphicFrameLocks noChangeAspect="1"/>
          </p:cNvGraphicFramePr>
          <p:nvPr>
            <p:extLst>
              <p:ext uri="{D42A27DB-BD31-4B8C-83A1-F6EECF244321}">
                <p14:modId xmlns:p14="http://schemas.microsoft.com/office/powerpoint/2010/main" val="1874369112"/>
              </p:ext>
            </p:extLst>
          </p:nvPr>
        </p:nvGraphicFramePr>
        <p:xfrm>
          <a:off x="7319869" y="2488730"/>
          <a:ext cx="152400" cy="241300"/>
        </p:xfrm>
        <a:graphic>
          <a:graphicData uri="http://schemas.openxmlformats.org/presentationml/2006/ole">
            <mc:AlternateContent xmlns:mc="http://schemas.openxmlformats.org/markup-compatibility/2006">
              <mc:Choice xmlns:v="urn:schemas-microsoft-com:vml" Requires="v">
                <p:oleObj name="Equation" r:id="rId17" imgW="152280" imgH="241200" progId="Equation.DSMT4">
                  <p:embed/>
                </p:oleObj>
              </mc:Choice>
              <mc:Fallback>
                <p:oleObj name="Equation" r:id="rId17" imgW="152280" imgH="241200" progId="Equation.DSMT4">
                  <p:embed/>
                  <p:pic>
                    <p:nvPicPr>
                      <p:cNvPr id="0" name=""/>
                      <p:cNvPicPr/>
                      <p:nvPr/>
                    </p:nvPicPr>
                    <p:blipFill>
                      <a:blip r:embed="rId18"/>
                      <a:stretch>
                        <a:fillRect/>
                      </a:stretch>
                    </p:blipFill>
                    <p:spPr>
                      <a:xfrm>
                        <a:off x="7319869" y="2488730"/>
                        <a:ext cx="152400" cy="241300"/>
                      </a:xfrm>
                      <a:prstGeom prst="rect">
                        <a:avLst/>
                      </a:prstGeom>
                    </p:spPr>
                  </p:pic>
                </p:oleObj>
              </mc:Fallback>
            </mc:AlternateContent>
          </a:graphicData>
        </a:graphic>
      </p:graphicFrame>
      <p:cxnSp>
        <p:nvCxnSpPr>
          <p:cNvPr id="16" name="15 Conector recto de flecha"/>
          <p:cNvCxnSpPr/>
          <p:nvPr/>
        </p:nvCxnSpPr>
        <p:spPr bwMode="auto">
          <a:xfrm>
            <a:off x="8388424" y="2626270"/>
            <a:ext cx="0" cy="723355"/>
          </a:xfrm>
          <a:prstGeom prst="straightConnector1">
            <a:avLst/>
          </a:prstGeom>
          <a:solidFill>
            <a:schemeClr val="accent1"/>
          </a:solidFill>
          <a:ln w="28575" cap="flat" cmpd="sng" algn="ctr">
            <a:solidFill>
              <a:srgbClr val="92D05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7" name="16 Objeto"/>
          <p:cNvGraphicFramePr>
            <a:graphicFrameLocks noChangeAspect="1"/>
          </p:cNvGraphicFramePr>
          <p:nvPr>
            <p:extLst>
              <p:ext uri="{D42A27DB-BD31-4B8C-83A1-F6EECF244321}">
                <p14:modId xmlns:p14="http://schemas.microsoft.com/office/powerpoint/2010/main" val="1354917495"/>
              </p:ext>
            </p:extLst>
          </p:nvPr>
        </p:nvGraphicFramePr>
        <p:xfrm>
          <a:off x="8472488" y="3092450"/>
          <a:ext cx="304800" cy="228600"/>
        </p:xfrm>
        <a:graphic>
          <a:graphicData uri="http://schemas.openxmlformats.org/presentationml/2006/ole">
            <mc:AlternateContent xmlns:mc="http://schemas.openxmlformats.org/markup-compatibility/2006">
              <mc:Choice xmlns:v="urn:schemas-microsoft-com:vml" Requires="v">
                <p:oleObj name="Equation" r:id="rId19" imgW="304560" imgH="228600" progId="Equation.DSMT4">
                  <p:embed/>
                </p:oleObj>
              </mc:Choice>
              <mc:Fallback>
                <p:oleObj name="Equation" r:id="rId19" imgW="304560" imgH="228600" progId="Equation.DSMT4">
                  <p:embed/>
                  <p:pic>
                    <p:nvPicPr>
                      <p:cNvPr id="0" name=""/>
                      <p:cNvPicPr/>
                      <p:nvPr/>
                    </p:nvPicPr>
                    <p:blipFill>
                      <a:blip r:embed="rId20"/>
                      <a:stretch>
                        <a:fillRect/>
                      </a:stretch>
                    </p:blipFill>
                    <p:spPr>
                      <a:xfrm>
                        <a:off x="8472488" y="3092450"/>
                        <a:ext cx="304800" cy="228600"/>
                      </a:xfrm>
                      <a:prstGeom prst="rect">
                        <a:avLst/>
                      </a:prstGeom>
                    </p:spPr>
                  </p:pic>
                </p:oleObj>
              </mc:Fallback>
            </mc:AlternateContent>
          </a:graphicData>
        </a:graphic>
      </p:graphicFrame>
      <p:cxnSp>
        <p:nvCxnSpPr>
          <p:cNvPr id="45" name="44 Conector recto de flecha"/>
          <p:cNvCxnSpPr/>
          <p:nvPr/>
        </p:nvCxnSpPr>
        <p:spPr bwMode="auto">
          <a:xfrm flipV="1">
            <a:off x="8388424" y="1764506"/>
            <a:ext cx="0" cy="731149"/>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9" name="18 Objeto"/>
          <p:cNvGraphicFramePr>
            <a:graphicFrameLocks noChangeAspect="1"/>
          </p:cNvGraphicFramePr>
          <p:nvPr>
            <p:extLst>
              <p:ext uri="{D42A27DB-BD31-4B8C-83A1-F6EECF244321}">
                <p14:modId xmlns:p14="http://schemas.microsoft.com/office/powerpoint/2010/main" val="2521882487"/>
              </p:ext>
            </p:extLst>
          </p:nvPr>
        </p:nvGraphicFramePr>
        <p:xfrm>
          <a:off x="8460432" y="1743075"/>
          <a:ext cx="139700" cy="203200"/>
        </p:xfrm>
        <a:graphic>
          <a:graphicData uri="http://schemas.openxmlformats.org/presentationml/2006/ole">
            <mc:AlternateContent xmlns:mc="http://schemas.openxmlformats.org/markup-compatibility/2006">
              <mc:Choice xmlns:v="urn:schemas-microsoft-com:vml" Requires="v">
                <p:oleObj name="Equation" r:id="rId21" imgW="139680" imgH="203040" progId="Equation.DSMT4">
                  <p:embed/>
                </p:oleObj>
              </mc:Choice>
              <mc:Fallback>
                <p:oleObj name="Equation" r:id="rId21" imgW="139680" imgH="203040" progId="Equation.DSMT4">
                  <p:embed/>
                  <p:pic>
                    <p:nvPicPr>
                      <p:cNvPr id="0" name="10 Objeto"/>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460432" y="1743075"/>
                        <a:ext cx="1397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8" name="47 Conector recto de flecha"/>
          <p:cNvCxnSpPr/>
          <p:nvPr/>
        </p:nvCxnSpPr>
        <p:spPr bwMode="auto">
          <a:xfrm flipH="1" flipV="1">
            <a:off x="1207880" y="2626270"/>
            <a:ext cx="432048" cy="986829"/>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48 Conector recto de flecha"/>
          <p:cNvCxnSpPr/>
          <p:nvPr/>
        </p:nvCxnSpPr>
        <p:spPr bwMode="auto">
          <a:xfrm flipV="1">
            <a:off x="1591320" y="3291334"/>
            <a:ext cx="720080" cy="288032"/>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49 Conector recto de flecha"/>
          <p:cNvCxnSpPr/>
          <p:nvPr/>
        </p:nvCxnSpPr>
        <p:spPr bwMode="auto">
          <a:xfrm flipV="1">
            <a:off x="1571043" y="3364302"/>
            <a:ext cx="620066" cy="247240"/>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50 Conector recto de flecha"/>
          <p:cNvCxnSpPr/>
          <p:nvPr/>
        </p:nvCxnSpPr>
        <p:spPr bwMode="auto">
          <a:xfrm>
            <a:off x="1614488" y="3618678"/>
            <a:ext cx="0" cy="1089117"/>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51 Conector recto de flecha"/>
          <p:cNvCxnSpPr/>
          <p:nvPr/>
        </p:nvCxnSpPr>
        <p:spPr bwMode="auto">
          <a:xfrm flipV="1">
            <a:off x="4356100" y="2687187"/>
            <a:ext cx="0" cy="731149"/>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52 Conector recto de flecha"/>
          <p:cNvCxnSpPr/>
          <p:nvPr/>
        </p:nvCxnSpPr>
        <p:spPr bwMode="auto">
          <a:xfrm>
            <a:off x="4356100" y="3418336"/>
            <a:ext cx="0" cy="723355"/>
          </a:xfrm>
          <a:prstGeom prst="straightConnector1">
            <a:avLst/>
          </a:prstGeom>
          <a:solidFill>
            <a:schemeClr val="accent1"/>
          </a:solidFill>
          <a:ln w="28575" cap="flat" cmpd="sng" algn="ctr">
            <a:solidFill>
              <a:srgbClr val="92D05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1" name="20 Objeto"/>
          <p:cNvGraphicFramePr>
            <a:graphicFrameLocks noChangeAspect="1"/>
          </p:cNvGraphicFramePr>
          <p:nvPr>
            <p:extLst>
              <p:ext uri="{D42A27DB-BD31-4B8C-83A1-F6EECF244321}">
                <p14:modId xmlns:p14="http://schemas.microsoft.com/office/powerpoint/2010/main" val="2990752730"/>
              </p:ext>
            </p:extLst>
          </p:nvPr>
        </p:nvGraphicFramePr>
        <p:xfrm>
          <a:off x="1606538" y="4052791"/>
          <a:ext cx="254000" cy="177800"/>
        </p:xfrm>
        <a:graphic>
          <a:graphicData uri="http://schemas.openxmlformats.org/presentationml/2006/ole">
            <mc:AlternateContent xmlns:mc="http://schemas.openxmlformats.org/markup-compatibility/2006">
              <mc:Choice xmlns:v="urn:schemas-microsoft-com:vml" Requires="v">
                <p:oleObj name="Equation" r:id="rId23" imgW="253800" imgH="177480" progId="Equation.DSMT4">
                  <p:embed/>
                </p:oleObj>
              </mc:Choice>
              <mc:Fallback>
                <p:oleObj name="Equation" r:id="rId23" imgW="253800" imgH="177480" progId="Equation.DSMT4">
                  <p:embed/>
                  <p:pic>
                    <p:nvPicPr>
                      <p:cNvPr id="0" name=""/>
                      <p:cNvPicPr/>
                      <p:nvPr/>
                    </p:nvPicPr>
                    <p:blipFill>
                      <a:blip r:embed="rId24"/>
                      <a:stretch>
                        <a:fillRect/>
                      </a:stretch>
                    </p:blipFill>
                    <p:spPr>
                      <a:xfrm>
                        <a:off x="1606538" y="4052791"/>
                        <a:ext cx="254000" cy="177800"/>
                      </a:xfrm>
                      <a:prstGeom prst="rect">
                        <a:avLst/>
                      </a:prstGeom>
                    </p:spPr>
                  </p:pic>
                </p:oleObj>
              </mc:Fallback>
            </mc:AlternateContent>
          </a:graphicData>
        </a:graphic>
      </p:graphicFrame>
      <p:cxnSp>
        <p:nvCxnSpPr>
          <p:cNvPr id="23" name="22 Conector recto"/>
          <p:cNvCxnSpPr/>
          <p:nvPr/>
        </p:nvCxnSpPr>
        <p:spPr bwMode="auto">
          <a:xfrm>
            <a:off x="1643332" y="3623801"/>
            <a:ext cx="387487" cy="916301"/>
          </a:xfrm>
          <a:prstGeom prst="line">
            <a:avLst/>
          </a:prstGeom>
          <a:solidFill>
            <a:schemeClr val="accent1"/>
          </a:solidFill>
          <a:ln w="12700"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26 Conector recto de flecha"/>
          <p:cNvCxnSpPr/>
          <p:nvPr/>
        </p:nvCxnSpPr>
        <p:spPr bwMode="auto">
          <a:xfrm flipH="1">
            <a:off x="1616148" y="4545419"/>
            <a:ext cx="419987" cy="170547"/>
          </a:xfrm>
          <a:prstGeom prst="straightConnector1">
            <a:avLst/>
          </a:prstGeom>
          <a:solidFill>
            <a:schemeClr val="accent1"/>
          </a:solidFill>
          <a:ln w="12700"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8" name="27 Objeto"/>
          <p:cNvGraphicFramePr>
            <a:graphicFrameLocks noChangeAspect="1"/>
          </p:cNvGraphicFramePr>
          <p:nvPr>
            <p:extLst>
              <p:ext uri="{D42A27DB-BD31-4B8C-83A1-F6EECF244321}">
                <p14:modId xmlns:p14="http://schemas.microsoft.com/office/powerpoint/2010/main" val="2336348245"/>
              </p:ext>
            </p:extLst>
          </p:nvPr>
        </p:nvGraphicFramePr>
        <p:xfrm>
          <a:off x="1857893" y="3949008"/>
          <a:ext cx="711200" cy="203200"/>
        </p:xfrm>
        <a:graphic>
          <a:graphicData uri="http://schemas.openxmlformats.org/presentationml/2006/ole">
            <mc:AlternateContent xmlns:mc="http://schemas.openxmlformats.org/markup-compatibility/2006">
              <mc:Choice xmlns:v="urn:schemas-microsoft-com:vml" Requires="v">
                <p:oleObj name="Equation" r:id="rId25" imgW="711000" imgH="203040" progId="Equation.DSMT4">
                  <p:embed/>
                </p:oleObj>
              </mc:Choice>
              <mc:Fallback>
                <p:oleObj name="Equation" r:id="rId25" imgW="711000" imgH="203040" progId="Equation.DSMT4">
                  <p:embed/>
                  <p:pic>
                    <p:nvPicPr>
                      <p:cNvPr id="0" name=""/>
                      <p:cNvPicPr/>
                      <p:nvPr/>
                    </p:nvPicPr>
                    <p:blipFill>
                      <a:blip r:embed="rId26"/>
                      <a:stretch>
                        <a:fillRect/>
                      </a:stretch>
                    </p:blipFill>
                    <p:spPr>
                      <a:xfrm>
                        <a:off x="1857893" y="3949008"/>
                        <a:ext cx="711200" cy="203200"/>
                      </a:xfrm>
                      <a:prstGeom prst="rect">
                        <a:avLst/>
                      </a:prstGeom>
                    </p:spPr>
                  </p:pic>
                </p:oleObj>
              </mc:Fallback>
            </mc:AlternateContent>
          </a:graphicData>
        </a:graphic>
      </p:graphicFrame>
      <p:graphicFrame>
        <p:nvGraphicFramePr>
          <p:cNvPr id="29" name="28 Objeto"/>
          <p:cNvGraphicFramePr>
            <a:graphicFrameLocks noChangeAspect="1"/>
          </p:cNvGraphicFramePr>
          <p:nvPr>
            <p:extLst>
              <p:ext uri="{D42A27DB-BD31-4B8C-83A1-F6EECF244321}">
                <p14:modId xmlns:p14="http://schemas.microsoft.com/office/powerpoint/2010/main" val="1865594745"/>
              </p:ext>
            </p:extLst>
          </p:nvPr>
        </p:nvGraphicFramePr>
        <p:xfrm>
          <a:off x="1763443" y="4652401"/>
          <a:ext cx="685800" cy="203200"/>
        </p:xfrm>
        <a:graphic>
          <a:graphicData uri="http://schemas.openxmlformats.org/presentationml/2006/ole">
            <mc:AlternateContent xmlns:mc="http://schemas.openxmlformats.org/markup-compatibility/2006">
              <mc:Choice xmlns:v="urn:schemas-microsoft-com:vml" Requires="v">
                <p:oleObj name="Equation" r:id="rId27" imgW="685800" imgH="203040" progId="Equation.DSMT4">
                  <p:embed/>
                </p:oleObj>
              </mc:Choice>
              <mc:Fallback>
                <p:oleObj name="Equation" r:id="rId27" imgW="685800" imgH="203040" progId="Equation.DSMT4">
                  <p:embed/>
                  <p:pic>
                    <p:nvPicPr>
                      <p:cNvPr id="0" name=""/>
                      <p:cNvPicPr/>
                      <p:nvPr/>
                    </p:nvPicPr>
                    <p:blipFill>
                      <a:blip r:embed="rId28"/>
                      <a:stretch>
                        <a:fillRect/>
                      </a:stretch>
                    </p:blipFill>
                    <p:spPr>
                      <a:xfrm>
                        <a:off x="1763443" y="4652401"/>
                        <a:ext cx="685800" cy="203200"/>
                      </a:xfrm>
                      <a:prstGeom prst="rect">
                        <a:avLst/>
                      </a:prstGeom>
                    </p:spPr>
                  </p:pic>
                </p:oleObj>
              </mc:Fallback>
            </mc:AlternateContent>
          </a:graphicData>
        </a:graphic>
      </p:graphicFrame>
      <p:graphicFrame>
        <p:nvGraphicFramePr>
          <p:cNvPr id="30" name="29 Objeto"/>
          <p:cNvGraphicFramePr>
            <a:graphicFrameLocks noChangeAspect="1"/>
          </p:cNvGraphicFramePr>
          <p:nvPr>
            <p:extLst>
              <p:ext uri="{D42A27DB-BD31-4B8C-83A1-F6EECF244321}">
                <p14:modId xmlns:p14="http://schemas.microsoft.com/office/powerpoint/2010/main" val="484351848"/>
              </p:ext>
            </p:extLst>
          </p:nvPr>
        </p:nvGraphicFramePr>
        <p:xfrm>
          <a:off x="2976324" y="2927283"/>
          <a:ext cx="127000" cy="139700"/>
        </p:xfrm>
        <a:graphic>
          <a:graphicData uri="http://schemas.openxmlformats.org/presentationml/2006/ole">
            <mc:AlternateContent xmlns:mc="http://schemas.openxmlformats.org/markup-compatibility/2006">
              <mc:Choice xmlns:v="urn:schemas-microsoft-com:vml" Requires="v">
                <p:oleObj name="Equation" r:id="rId29" imgW="126720" imgH="139680" progId="Equation.DSMT4">
                  <p:embed/>
                </p:oleObj>
              </mc:Choice>
              <mc:Fallback>
                <p:oleObj name="Equation" r:id="rId29" imgW="126720" imgH="139680" progId="Equation.DSMT4">
                  <p:embed/>
                  <p:pic>
                    <p:nvPicPr>
                      <p:cNvPr id="0" name=""/>
                      <p:cNvPicPr/>
                      <p:nvPr/>
                    </p:nvPicPr>
                    <p:blipFill>
                      <a:blip r:embed="rId30"/>
                      <a:stretch>
                        <a:fillRect/>
                      </a:stretch>
                    </p:blipFill>
                    <p:spPr>
                      <a:xfrm>
                        <a:off x="2976324" y="2927283"/>
                        <a:ext cx="127000" cy="139700"/>
                      </a:xfrm>
                      <a:prstGeom prst="rect">
                        <a:avLst/>
                      </a:prstGeom>
                    </p:spPr>
                  </p:pic>
                </p:oleObj>
              </mc:Fallback>
            </mc:AlternateContent>
          </a:graphicData>
        </a:graphic>
      </p:graphicFrame>
      <p:graphicFrame>
        <p:nvGraphicFramePr>
          <p:cNvPr id="32" name="31 Objeto"/>
          <p:cNvGraphicFramePr>
            <a:graphicFrameLocks noChangeAspect="1"/>
          </p:cNvGraphicFramePr>
          <p:nvPr>
            <p:extLst>
              <p:ext uri="{D42A27DB-BD31-4B8C-83A1-F6EECF244321}">
                <p14:modId xmlns:p14="http://schemas.microsoft.com/office/powerpoint/2010/main" val="1116121703"/>
              </p:ext>
            </p:extLst>
          </p:nvPr>
        </p:nvGraphicFramePr>
        <p:xfrm>
          <a:off x="1203999" y="2299184"/>
          <a:ext cx="139700" cy="165100"/>
        </p:xfrm>
        <a:graphic>
          <a:graphicData uri="http://schemas.openxmlformats.org/presentationml/2006/ole">
            <mc:AlternateContent xmlns:mc="http://schemas.openxmlformats.org/markup-compatibility/2006">
              <mc:Choice xmlns:v="urn:schemas-microsoft-com:vml" Requires="v">
                <p:oleObj name="Equation" r:id="rId31" imgW="139680" imgH="164880" progId="Equation.DSMT4">
                  <p:embed/>
                </p:oleObj>
              </mc:Choice>
              <mc:Fallback>
                <p:oleObj name="Equation" r:id="rId31" imgW="139680" imgH="164880" progId="Equation.DSMT4">
                  <p:embed/>
                  <p:pic>
                    <p:nvPicPr>
                      <p:cNvPr id="0" name=""/>
                      <p:cNvPicPr/>
                      <p:nvPr/>
                    </p:nvPicPr>
                    <p:blipFill>
                      <a:blip r:embed="rId32"/>
                      <a:stretch>
                        <a:fillRect/>
                      </a:stretch>
                    </p:blipFill>
                    <p:spPr>
                      <a:xfrm>
                        <a:off x="1203999" y="2299184"/>
                        <a:ext cx="139700" cy="165100"/>
                      </a:xfrm>
                      <a:prstGeom prst="rect">
                        <a:avLst/>
                      </a:prstGeom>
                    </p:spPr>
                  </p:pic>
                </p:oleObj>
              </mc:Fallback>
            </mc:AlternateContent>
          </a:graphicData>
        </a:graphic>
      </p:graphicFrame>
      <p:graphicFrame>
        <p:nvGraphicFramePr>
          <p:cNvPr id="33" name="32 Objeto"/>
          <p:cNvGraphicFramePr>
            <a:graphicFrameLocks noChangeAspect="1"/>
          </p:cNvGraphicFramePr>
          <p:nvPr>
            <p:extLst>
              <p:ext uri="{D42A27DB-BD31-4B8C-83A1-F6EECF244321}">
                <p14:modId xmlns:p14="http://schemas.microsoft.com/office/powerpoint/2010/main" val="1931782629"/>
              </p:ext>
            </p:extLst>
          </p:nvPr>
        </p:nvGraphicFramePr>
        <p:xfrm>
          <a:off x="363928" y="6007830"/>
          <a:ext cx="901700" cy="203200"/>
        </p:xfrm>
        <a:graphic>
          <a:graphicData uri="http://schemas.openxmlformats.org/presentationml/2006/ole">
            <mc:AlternateContent xmlns:mc="http://schemas.openxmlformats.org/markup-compatibility/2006">
              <mc:Choice xmlns:v="urn:schemas-microsoft-com:vml" Requires="v">
                <p:oleObj name="Equation" r:id="rId33" imgW="901440" imgH="203040" progId="Equation.DSMT4">
                  <p:embed/>
                </p:oleObj>
              </mc:Choice>
              <mc:Fallback>
                <p:oleObj name="Equation" r:id="rId33" imgW="901440" imgH="203040" progId="Equation.DSMT4">
                  <p:embed/>
                  <p:pic>
                    <p:nvPicPr>
                      <p:cNvPr id="0" name=""/>
                      <p:cNvPicPr/>
                      <p:nvPr/>
                    </p:nvPicPr>
                    <p:blipFill>
                      <a:blip r:embed="rId34"/>
                      <a:stretch>
                        <a:fillRect/>
                      </a:stretch>
                    </p:blipFill>
                    <p:spPr>
                      <a:xfrm>
                        <a:off x="363928" y="6007830"/>
                        <a:ext cx="901700" cy="203200"/>
                      </a:xfrm>
                      <a:prstGeom prst="rect">
                        <a:avLst/>
                      </a:prstGeom>
                    </p:spPr>
                  </p:pic>
                </p:oleObj>
              </mc:Fallback>
            </mc:AlternateContent>
          </a:graphicData>
        </a:graphic>
      </p:graphicFrame>
      <p:graphicFrame>
        <p:nvGraphicFramePr>
          <p:cNvPr id="34" name="33 Objeto"/>
          <p:cNvGraphicFramePr>
            <a:graphicFrameLocks noChangeAspect="1"/>
          </p:cNvGraphicFramePr>
          <p:nvPr>
            <p:extLst>
              <p:ext uri="{D42A27DB-BD31-4B8C-83A1-F6EECF244321}">
                <p14:modId xmlns:p14="http://schemas.microsoft.com/office/powerpoint/2010/main" val="4234083184"/>
              </p:ext>
            </p:extLst>
          </p:nvPr>
        </p:nvGraphicFramePr>
        <p:xfrm>
          <a:off x="3889375" y="4556224"/>
          <a:ext cx="1422400" cy="889000"/>
        </p:xfrm>
        <a:graphic>
          <a:graphicData uri="http://schemas.openxmlformats.org/presentationml/2006/ole">
            <mc:AlternateContent xmlns:mc="http://schemas.openxmlformats.org/markup-compatibility/2006">
              <mc:Choice xmlns:v="urn:schemas-microsoft-com:vml" Requires="v">
                <p:oleObj name="Equation" r:id="rId35" imgW="1422360" imgH="888840" progId="Equation.DSMT4">
                  <p:embed/>
                </p:oleObj>
              </mc:Choice>
              <mc:Fallback>
                <p:oleObj name="Equation" r:id="rId35" imgW="1422360" imgH="888840" progId="Equation.DSMT4">
                  <p:embed/>
                  <p:pic>
                    <p:nvPicPr>
                      <p:cNvPr id="0" name="27 Objeto"/>
                      <p:cNvPicPr>
                        <a:picLocks noChangeAspect="1" noChangeArrowheads="1"/>
                      </p:cNvPicPr>
                      <p:nvPr/>
                    </p:nvPicPr>
                    <p:blipFill>
                      <a:blip r:embed="rId36"/>
                      <a:srcRect/>
                      <a:stretch>
                        <a:fillRect/>
                      </a:stretch>
                    </p:blipFill>
                    <p:spPr bwMode="auto">
                      <a:xfrm>
                        <a:off x="3889375" y="4556224"/>
                        <a:ext cx="14224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34 Objeto"/>
          <p:cNvGraphicFramePr>
            <a:graphicFrameLocks noChangeAspect="1"/>
          </p:cNvGraphicFramePr>
          <p:nvPr>
            <p:extLst>
              <p:ext uri="{D42A27DB-BD31-4B8C-83A1-F6EECF244321}">
                <p14:modId xmlns:p14="http://schemas.microsoft.com/office/powerpoint/2010/main" val="723259376"/>
              </p:ext>
            </p:extLst>
          </p:nvPr>
        </p:nvGraphicFramePr>
        <p:xfrm>
          <a:off x="5724128" y="4568800"/>
          <a:ext cx="2527300" cy="660400"/>
        </p:xfrm>
        <a:graphic>
          <a:graphicData uri="http://schemas.openxmlformats.org/presentationml/2006/ole">
            <mc:AlternateContent xmlns:mc="http://schemas.openxmlformats.org/markup-compatibility/2006">
              <mc:Choice xmlns:v="urn:schemas-microsoft-com:vml" Requires="v">
                <p:oleObj name="Equation" r:id="rId37" imgW="2527200" imgH="660240" progId="Equation.DSMT4">
                  <p:embed/>
                </p:oleObj>
              </mc:Choice>
              <mc:Fallback>
                <p:oleObj name="Equation" r:id="rId37" imgW="2527200" imgH="660240" progId="Equation.DSMT4">
                  <p:embed/>
                  <p:pic>
                    <p:nvPicPr>
                      <p:cNvPr id="0" name="26 Objeto"/>
                      <p:cNvPicPr>
                        <a:picLocks noChangeAspect="1" noChangeArrowheads="1"/>
                      </p:cNvPicPr>
                      <p:nvPr/>
                    </p:nvPicPr>
                    <p:blipFill>
                      <a:blip r:embed="rId38"/>
                      <a:srcRect/>
                      <a:stretch>
                        <a:fillRect/>
                      </a:stretch>
                    </p:blipFill>
                    <p:spPr bwMode="auto">
                      <a:xfrm>
                        <a:off x="5724128" y="4568800"/>
                        <a:ext cx="25273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35 Objeto"/>
          <p:cNvGraphicFramePr>
            <a:graphicFrameLocks noChangeAspect="1"/>
          </p:cNvGraphicFramePr>
          <p:nvPr>
            <p:extLst>
              <p:ext uri="{D42A27DB-BD31-4B8C-83A1-F6EECF244321}">
                <p14:modId xmlns:p14="http://schemas.microsoft.com/office/powerpoint/2010/main" val="1054430955"/>
              </p:ext>
            </p:extLst>
          </p:nvPr>
        </p:nvGraphicFramePr>
        <p:xfrm>
          <a:off x="5718758" y="5665788"/>
          <a:ext cx="1485900" cy="673100"/>
        </p:xfrm>
        <a:graphic>
          <a:graphicData uri="http://schemas.openxmlformats.org/presentationml/2006/ole">
            <mc:AlternateContent xmlns:mc="http://schemas.openxmlformats.org/markup-compatibility/2006">
              <mc:Choice xmlns:v="urn:schemas-microsoft-com:vml" Requires="v">
                <p:oleObj name="Equation" r:id="rId39" imgW="1485720" imgH="672840" progId="Equation.DSMT4">
                  <p:embed/>
                </p:oleObj>
              </mc:Choice>
              <mc:Fallback>
                <p:oleObj name="Equation" r:id="rId39" imgW="1485720" imgH="672840" progId="Equation.DSMT4">
                  <p:embed/>
                  <p:pic>
                    <p:nvPicPr>
                      <p:cNvPr id="0" name="32 Objeto"/>
                      <p:cNvPicPr>
                        <a:picLocks noChangeAspect="1" noChangeArrowheads="1"/>
                      </p:cNvPicPr>
                      <p:nvPr/>
                    </p:nvPicPr>
                    <p:blipFill>
                      <a:blip r:embed="rId40"/>
                      <a:srcRect/>
                      <a:stretch>
                        <a:fillRect/>
                      </a:stretch>
                    </p:blipFill>
                    <p:spPr bwMode="auto">
                      <a:xfrm>
                        <a:off x="5718758" y="5665788"/>
                        <a:ext cx="14859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92745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a:spLocks noChangeArrowheads="1"/>
          </p:cNvSpPr>
          <p:nvPr/>
        </p:nvSpPr>
        <p:spPr bwMode="auto">
          <a:xfrm>
            <a:off x="423863" y="949325"/>
            <a:ext cx="8353425"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defRPr/>
            </a:pPr>
            <a:r>
              <a:rPr lang="es-MX" altLang="es-CL" sz="1600" dirty="0"/>
              <a:t>7.-  Una </a:t>
            </a:r>
            <a:r>
              <a:rPr lang="es-MX" sz="1600" dirty="0"/>
              <a:t>masa en un plano inclinado está unida a otra masa colgante mediante una cuerda y una polea como se muestra en la figura. La masa en el plano inclinado es de 500 g, la masa colgante es de 300 g, el ángulo es de 30° y el coeficiente de rozamiento es 0,2. Calcular: </a:t>
            </a:r>
          </a:p>
          <a:p>
            <a:pPr marL="342900" indent="-342900" algn="just" eaLnBrk="1" hangingPunct="1">
              <a:buFontTx/>
              <a:buAutoNum type="alphaLcParenR"/>
              <a:defRPr/>
            </a:pPr>
            <a:r>
              <a:rPr lang="es-MX" sz="1600" dirty="0"/>
              <a:t>La aceleración del sistema.  </a:t>
            </a:r>
          </a:p>
          <a:p>
            <a:pPr marL="342900" indent="-342900" algn="just" eaLnBrk="1" hangingPunct="1">
              <a:buFontTx/>
              <a:buAutoNum type="alphaLcParenR"/>
              <a:defRPr/>
            </a:pPr>
            <a:r>
              <a:rPr lang="es-MX" sz="1600" dirty="0"/>
              <a:t>La tensión de la cuerda. </a:t>
            </a:r>
            <a:endParaRPr lang="es-CL" altLang="es-CL" sz="1600" dirty="0"/>
          </a:p>
        </p:txBody>
      </p:sp>
      <p:pic>
        <p:nvPicPr>
          <p:cNvPr id="3"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hidden">
          <a:xfrm>
            <a:off x="4989513" y="1946275"/>
            <a:ext cx="3790950" cy="148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4" name="Text Box 4"/>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cxnSp>
        <p:nvCxnSpPr>
          <p:cNvPr id="6" name="3 Conector recto de flecha"/>
          <p:cNvCxnSpPr>
            <a:cxnSpLocks noChangeShapeType="1"/>
          </p:cNvCxnSpPr>
          <p:nvPr/>
        </p:nvCxnSpPr>
        <p:spPr bwMode="auto">
          <a:xfrm flipV="1">
            <a:off x="469242" y="2950234"/>
            <a:ext cx="2791543" cy="1152561"/>
          </a:xfrm>
          <a:prstGeom prst="straightConnector1">
            <a:avLst/>
          </a:prstGeom>
          <a:noFill/>
          <a:ln w="9525" algn="ctr">
            <a:solidFill>
              <a:schemeClr val="tx1"/>
            </a:solidFill>
            <a:prstDash val="dash"/>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6 Conector recto de flecha"/>
          <p:cNvCxnSpPr>
            <a:cxnSpLocks noChangeShapeType="1"/>
          </p:cNvCxnSpPr>
          <p:nvPr/>
        </p:nvCxnSpPr>
        <p:spPr bwMode="auto">
          <a:xfrm flipH="1" flipV="1">
            <a:off x="1189172" y="2590722"/>
            <a:ext cx="792443" cy="2184884"/>
          </a:xfrm>
          <a:prstGeom prst="straightConnector1">
            <a:avLst/>
          </a:prstGeom>
          <a:noFill/>
          <a:ln w="9525" algn="ctr">
            <a:solidFill>
              <a:schemeClr val="tx1"/>
            </a:solidFill>
            <a:prstDash val="dash"/>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8 Conector recto de flecha"/>
          <p:cNvCxnSpPr/>
          <p:nvPr/>
        </p:nvCxnSpPr>
        <p:spPr bwMode="auto">
          <a:xfrm>
            <a:off x="6732240" y="2420888"/>
            <a:ext cx="0" cy="1076374"/>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0" name="9 Objeto"/>
          <p:cNvGraphicFramePr>
            <a:graphicFrameLocks noChangeAspect="1"/>
          </p:cNvGraphicFramePr>
          <p:nvPr>
            <p:extLst>
              <p:ext uri="{D42A27DB-BD31-4B8C-83A1-F6EECF244321}">
                <p14:modId xmlns:p14="http://schemas.microsoft.com/office/powerpoint/2010/main" val="4187254241"/>
              </p:ext>
            </p:extLst>
          </p:nvPr>
        </p:nvGraphicFramePr>
        <p:xfrm>
          <a:off x="6751638" y="3140968"/>
          <a:ext cx="266700" cy="203200"/>
        </p:xfrm>
        <a:graphic>
          <a:graphicData uri="http://schemas.openxmlformats.org/presentationml/2006/ole">
            <mc:AlternateContent xmlns:mc="http://schemas.openxmlformats.org/markup-compatibility/2006">
              <mc:Choice xmlns:v="urn:schemas-microsoft-com:vml" Requires="v">
                <p:oleObj name="Equation" r:id="rId3" imgW="266400" imgH="203040" progId="Equation.DSMT4">
                  <p:embed/>
                </p:oleObj>
              </mc:Choice>
              <mc:Fallback>
                <p:oleObj name="Equation" r:id="rId3" imgW="266400" imgH="203040" progId="Equation.DSMT4">
                  <p:embed/>
                  <p:pic>
                    <p:nvPicPr>
                      <p:cNvPr id="0" name=""/>
                      <p:cNvPicPr/>
                      <p:nvPr/>
                    </p:nvPicPr>
                    <p:blipFill>
                      <a:blip r:embed="rId4"/>
                      <a:stretch>
                        <a:fillRect/>
                      </a:stretch>
                    </p:blipFill>
                    <p:spPr>
                      <a:xfrm>
                        <a:off x="6751638" y="3140968"/>
                        <a:ext cx="266700" cy="203200"/>
                      </a:xfrm>
                      <a:prstGeom prst="rect">
                        <a:avLst/>
                      </a:prstGeom>
                    </p:spPr>
                  </p:pic>
                </p:oleObj>
              </mc:Fallback>
            </mc:AlternateContent>
          </a:graphicData>
        </a:graphic>
      </p:graphicFrame>
      <p:cxnSp>
        <p:nvCxnSpPr>
          <p:cNvPr id="12" name="11 Conector recto de flecha"/>
          <p:cNvCxnSpPr/>
          <p:nvPr/>
        </p:nvCxnSpPr>
        <p:spPr bwMode="auto">
          <a:xfrm flipH="1" flipV="1">
            <a:off x="6487064" y="1716657"/>
            <a:ext cx="245176" cy="704231"/>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3" name="12 Objeto"/>
          <p:cNvGraphicFramePr>
            <a:graphicFrameLocks noChangeAspect="1"/>
          </p:cNvGraphicFramePr>
          <p:nvPr>
            <p:extLst>
              <p:ext uri="{D42A27DB-BD31-4B8C-83A1-F6EECF244321}">
                <p14:modId xmlns:p14="http://schemas.microsoft.com/office/powerpoint/2010/main" val="2643370305"/>
              </p:ext>
            </p:extLst>
          </p:nvPr>
        </p:nvGraphicFramePr>
        <p:xfrm>
          <a:off x="6265863" y="1764506"/>
          <a:ext cx="177800" cy="215900"/>
        </p:xfrm>
        <a:graphic>
          <a:graphicData uri="http://schemas.openxmlformats.org/presentationml/2006/ole">
            <mc:AlternateContent xmlns:mc="http://schemas.openxmlformats.org/markup-compatibility/2006">
              <mc:Choice xmlns:v="urn:schemas-microsoft-com:vml" Requires="v">
                <p:oleObj name="Equation" r:id="rId5" imgW="177480" imgH="215640" progId="Equation.DSMT4">
                  <p:embed/>
                </p:oleObj>
              </mc:Choice>
              <mc:Fallback>
                <p:oleObj name="Equation" r:id="rId5" imgW="177480" imgH="215640" progId="Equation.DSMT4">
                  <p:embed/>
                  <p:pic>
                    <p:nvPicPr>
                      <p:cNvPr id="0" name=""/>
                      <p:cNvPicPr/>
                      <p:nvPr/>
                    </p:nvPicPr>
                    <p:blipFill>
                      <a:blip r:embed="rId6"/>
                      <a:stretch>
                        <a:fillRect/>
                      </a:stretch>
                    </p:blipFill>
                    <p:spPr>
                      <a:xfrm>
                        <a:off x="6265863" y="1764506"/>
                        <a:ext cx="177800" cy="215900"/>
                      </a:xfrm>
                      <a:prstGeom prst="rect">
                        <a:avLst/>
                      </a:prstGeom>
                    </p:spPr>
                  </p:pic>
                </p:oleObj>
              </mc:Fallback>
            </mc:AlternateContent>
          </a:graphicData>
        </a:graphic>
      </p:graphicFrame>
      <p:sp>
        <p:nvSpPr>
          <p:cNvPr id="14" name="13 Arco"/>
          <p:cNvSpPr/>
          <p:nvPr/>
        </p:nvSpPr>
        <p:spPr bwMode="auto">
          <a:xfrm>
            <a:off x="8028384" y="1778947"/>
            <a:ext cx="504056" cy="648072"/>
          </a:xfrm>
          <a:prstGeom prst="arc">
            <a:avLst/>
          </a:prstGeom>
          <a:noFill/>
          <a:ln w="9525" cap="flat" cmpd="sng" algn="ctr">
            <a:solidFill>
              <a:schemeClr val="tx1"/>
            </a:solidFill>
            <a:prstDash val="solid"/>
            <a:round/>
            <a:headEnd type="arrow" w="med" len="med"/>
            <a:tailEnd type="none" w="med" len="med"/>
          </a:ln>
          <a:effectLst/>
        </p:spPr>
        <p:txBody>
          <a:bodyPr rtlCol="0" anchor="ctr"/>
          <a:lstStyle/>
          <a:p>
            <a:pPr algn="ctr"/>
            <a:endParaRPr lang="es-CL"/>
          </a:p>
        </p:txBody>
      </p:sp>
      <p:cxnSp>
        <p:nvCxnSpPr>
          <p:cNvPr id="16" name="15 Conector recto de flecha"/>
          <p:cNvCxnSpPr/>
          <p:nvPr/>
        </p:nvCxnSpPr>
        <p:spPr bwMode="auto">
          <a:xfrm flipV="1">
            <a:off x="7040521" y="2130725"/>
            <a:ext cx="809516" cy="304921"/>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7" name="16 Objeto"/>
          <p:cNvGraphicFramePr>
            <a:graphicFrameLocks noChangeAspect="1"/>
          </p:cNvGraphicFramePr>
          <p:nvPr>
            <p:extLst>
              <p:ext uri="{D42A27DB-BD31-4B8C-83A1-F6EECF244321}">
                <p14:modId xmlns:p14="http://schemas.microsoft.com/office/powerpoint/2010/main" val="2253887230"/>
              </p:ext>
            </p:extLst>
          </p:nvPr>
        </p:nvGraphicFramePr>
        <p:xfrm>
          <a:off x="7488324" y="1967172"/>
          <a:ext cx="139700" cy="203200"/>
        </p:xfrm>
        <a:graphic>
          <a:graphicData uri="http://schemas.openxmlformats.org/presentationml/2006/ole">
            <mc:AlternateContent xmlns:mc="http://schemas.openxmlformats.org/markup-compatibility/2006">
              <mc:Choice xmlns:v="urn:schemas-microsoft-com:vml" Requires="v">
                <p:oleObj name="Equation" r:id="rId7" imgW="139680" imgH="203040" progId="Equation.DSMT4">
                  <p:embed/>
                </p:oleObj>
              </mc:Choice>
              <mc:Fallback>
                <p:oleObj name="Equation" r:id="rId7" imgW="139680" imgH="203040" progId="Equation.DSMT4">
                  <p:embed/>
                  <p:pic>
                    <p:nvPicPr>
                      <p:cNvPr id="0" name=""/>
                      <p:cNvPicPr/>
                      <p:nvPr/>
                    </p:nvPicPr>
                    <p:blipFill>
                      <a:blip r:embed="rId8"/>
                      <a:stretch>
                        <a:fillRect/>
                      </a:stretch>
                    </p:blipFill>
                    <p:spPr>
                      <a:xfrm>
                        <a:off x="7488324" y="1967172"/>
                        <a:ext cx="139700" cy="203200"/>
                      </a:xfrm>
                      <a:prstGeom prst="rect">
                        <a:avLst/>
                      </a:prstGeom>
                    </p:spPr>
                  </p:pic>
                </p:oleObj>
              </mc:Fallback>
            </mc:AlternateContent>
          </a:graphicData>
        </a:graphic>
      </p:graphicFrame>
      <p:cxnSp>
        <p:nvCxnSpPr>
          <p:cNvPr id="19" name="18 Conector recto de flecha"/>
          <p:cNvCxnSpPr/>
          <p:nvPr/>
        </p:nvCxnSpPr>
        <p:spPr bwMode="auto">
          <a:xfrm flipV="1">
            <a:off x="7044020" y="2269509"/>
            <a:ext cx="700370" cy="267809"/>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0" name="19 Objeto"/>
          <p:cNvGraphicFramePr>
            <a:graphicFrameLocks noChangeAspect="1"/>
          </p:cNvGraphicFramePr>
          <p:nvPr>
            <p:extLst>
              <p:ext uri="{D42A27DB-BD31-4B8C-83A1-F6EECF244321}">
                <p14:modId xmlns:p14="http://schemas.microsoft.com/office/powerpoint/2010/main" val="2884650804"/>
              </p:ext>
            </p:extLst>
          </p:nvPr>
        </p:nvGraphicFramePr>
        <p:xfrm>
          <a:off x="2133363" y="3501290"/>
          <a:ext cx="152400" cy="241300"/>
        </p:xfrm>
        <a:graphic>
          <a:graphicData uri="http://schemas.openxmlformats.org/presentationml/2006/ole">
            <mc:AlternateContent xmlns:mc="http://schemas.openxmlformats.org/markup-compatibility/2006">
              <mc:Choice xmlns:v="urn:schemas-microsoft-com:vml" Requires="v">
                <p:oleObj name="Equation" r:id="rId9" imgW="152280" imgH="241200" progId="Equation.DSMT4">
                  <p:embed/>
                </p:oleObj>
              </mc:Choice>
              <mc:Fallback>
                <p:oleObj name="Equation" r:id="rId9" imgW="152280" imgH="241200" progId="Equation.DSMT4">
                  <p:embed/>
                  <p:pic>
                    <p:nvPicPr>
                      <p:cNvPr id="0" name=""/>
                      <p:cNvPicPr/>
                      <p:nvPr/>
                    </p:nvPicPr>
                    <p:blipFill>
                      <a:blip r:embed="rId10"/>
                      <a:stretch>
                        <a:fillRect/>
                      </a:stretch>
                    </p:blipFill>
                    <p:spPr>
                      <a:xfrm>
                        <a:off x="2133363" y="3501290"/>
                        <a:ext cx="152400" cy="241300"/>
                      </a:xfrm>
                      <a:prstGeom prst="rect">
                        <a:avLst/>
                      </a:prstGeom>
                    </p:spPr>
                  </p:pic>
                </p:oleObj>
              </mc:Fallback>
            </mc:AlternateContent>
          </a:graphicData>
        </a:graphic>
      </p:graphicFrame>
      <p:cxnSp>
        <p:nvCxnSpPr>
          <p:cNvPr id="22" name="21 Conector recto de flecha"/>
          <p:cNvCxnSpPr/>
          <p:nvPr/>
        </p:nvCxnSpPr>
        <p:spPr bwMode="auto">
          <a:xfrm>
            <a:off x="8388424" y="2579688"/>
            <a:ext cx="0" cy="705296"/>
          </a:xfrm>
          <a:prstGeom prst="straightConnector1">
            <a:avLst/>
          </a:prstGeom>
          <a:solidFill>
            <a:schemeClr val="accent1"/>
          </a:solidFill>
          <a:ln w="28575" cap="flat" cmpd="sng" algn="ctr">
            <a:solidFill>
              <a:srgbClr val="00B05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3" name="22 Objeto"/>
          <p:cNvGraphicFramePr>
            <a:graphicFrameLocks noChangeAspect="1"/>
          </p:cNvGraphicFramePr>
          <p:nvPr>
            <p:extLst>
              <p:ext uri="{D42A27DB-BD31-4B8C-83A1-F6EECF244321}">
                <p14:modId xmlns:p14="http://schemas.microsoft.com/office/powerpoint/2010/main" val="925028822"/>
              </p:ext>
            </p:extLst>
          </p:nvPr>
        </p:nvGraphicFramePr>
        <p:xfrm>
          <a:off x="8569641" y="2932336"/>
          <a:ext cx="241300" cy="203200"/>
        </p:xfrm>
        <a:graphic>
          <a:graphicData uri="http://schemas.openxmlformats.org/presentationml/2006/ole">
            <mc:AlternateContent xmlns:mc="http://schemas.openxmlformats.org/markup-compatibility/2006">
              <mc:Choice xmlns:v="urn:schemas-microsoft-com:vml" Requires="v">
                <p:oleObj name="Equation" r:id="rId11" imgW="241200" imgH="203040" progId="Equation.DSMT4">
                  <p:embed/>
                </p:oleObj>
              </mc:Choice>
              <mc:Fallback>
                <p:oleObj name="Equation" r:id="rId11" imgW="241200" imgH="203040" progId="Equation.DSMT4">
                  <p:embed/>
                  <p:pic>
                    <p:nvPicPr>
                      <p:cNvPr id="0" name=""/>
                      <p:cNvPicPr/>
                      <p:nvPr/>
                    </p:nvPicPr>
                    <p:blipFill>
                      <a:blip r:embed="rId12"/>
                      <a:stretch>
                        <a:fillRect/>
                      </a:stretch>
                    </p:blipFill>
                    <p:spPr>
                      <a:xfrm>
                        <a:off x="8569641" y="2932336"/>
                        <a:ext cx="241300" cy="203200"/>
                      </a:xfrm>
                      <a:prstGeom prst="rect">
                        <a:avLst/>
                      </a:prstGeom>
                    </p:spPr>
                  </p:pic>
                </p:oleObj>
              </mc:Fallback>
            </mc:AlternateContent>
          </a:graphicData>
        </a:graphic>
      </p:graphicFrame>
      <p:cxnSp>
        <p:nvCxnSpPr>
          <p:cNvPr id="24" name="23 Conector recto de flecha"/>
          <p:cNvCxnSpPr/>
          <p:nvPr/>
        </p:nvCxnSpPr>
        <p:spPr bwMode="auto">
          <a:xfrm flipV="1">
            <a:off x="8388424" y="1751162"/>
            <a:ext cx="5078" cy="771263"/>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6" name="25 Objeto"/>
          <p:cNvGraphicFramePr>
            <a:graphicFrameLocks noChangeAspect="1"/>
          </p:cNvGraphicFramePr>
          <p:nvPr>
            <p:extLst>
              <p:ext uri="{D42A27DB-BD31-4B8C-83A1-F6EECF244321}">
                <p14:modId xmlns:p14="http://schemas.microsoft.com/office/powerpoint/2010/main" val="101492172"/>
              </p:ext>
            </p:extLst>
          </p:nvPr>
        </p:nvGraphicFramePr>
        <p:xfrm>
          <a:off x="8523275" y="2136793"/>
          <a:ext cx="139700" cy="203200"/>
        </p:xfrm>
        <a:graphic>
          <a:graphicData uri="http://schemas.openxmlformats.org/presentationml/2006/ole">
            <mc:AlternateContent xmlns:mc="http://schemas.openxmlformats.org/markup-compatibility/2006">
              <mc:Choice xmlns:v="urn:schemas-microsoft-com:vml" Requires="v">
                <p:oleObj name="Equation" r:id="rId13" imgW="139680" imgH="203040" progId="Equation.DSMT4">
                  <p:embed/>
                </p:oleObj>
              </mc:Choice>
              <mc:Fallback>
                <p:oleObj name="Equation" r:id="rId13" imgW="139680" imgH="203040" progId="Equation.DSMT4">
                  <p:embed/>
                  <p:pic>
                    <p:nvPicPr>
                      <p:cNvPr id="0" name="16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23275" y="2136793"/>
                        <a:ext cx="1397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9" name="28 Conector recto"/>
          <p:cNvCxnSpPr/>
          <p:nvPr/>
        </p:nvCxnSpPr>
        <p:spPr bwMode="auto">
          <a:xfrm>
            <a:off x="4067944" y="2542817"/>
            <a:ext cx="0" cy="1750279"/>
          </a:xfrm>
          <a:prstGeom prst="line">
            <a:avLst/>
          </a:prstGeom>
          <a:solidFill>
            <a:schemeClr val="accent1"/>
          </a:solidFill>
          <a:ln w="9525" cap="flat" cmpd="sng" algn="ctr">
            <a:solidFill>
              <a:schemeClr val="tx1"/>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29 Conector recto"/>
          <p:cNvCxnSpPr/>
          <p:nvPr/>
        </p:nvCxnSpPr>
        <p:spPr bwMode="auto">
          <a:xfrm flipV="1">
            <a:off x="3544654" y="3284984"/>
            <a:ext cx="1287760" cy="7580"/>
          </a:xfrm>
          <a:prstGeom prst="line">
            <a:avLst/>
          </a:prstGeom>
          <a:solidFill>
            <a:schemeClr val="accent1"/>
          </a:solidFill>
          <a:ln w="9525" cap="flat" cmpd="sng" algn="ctr">
            <a:solidFill>
              <a:schemeClr val="tx1"/>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32 CuadroTexto"/>
          <p:cNvSpPr txBox="1"/>
          <p:nvPr/>
        </p:nvSpPr>
        <p:spPr>
          <a:xfrm>
            <a:off x="4067944" y="4108430"/>
            <a:ext cx="298480" cy="369332"/>
          </a:xfrm>
          <a:prstGeom prst="rect">
            <a:avLst/>
          </a:prstGeom>
          <a:noFill/>
        </p:spPr>
        <p:txBody>
          <a:bodyPr wrap="none" rtlCol="0">
            <a:spAutoFit/>
          </a:bodyPr>
          <a:lstStyle/>
          <a:p>
            <a:r>
              <a:rPr lang="es-CL" dirty="0"/>
              <a:t>x</a:t>
            </a:r>
          </a:p>
        </p:txBody>
      </p:sp>
      <p:cxnSp>
        <p:nvCxnSpPr>
          <p:cNvPr id="34" name="33 Conector recto de flecha"/>
          <p:cNvCxnSpPr/>
          <p:nvPr/>
        </p:nvCxnSpPr>
        <p:spPr bwMode="auto">
          <a:xfrm>
            <a:off x="1585394" y="3649662"/>
            <a:ext cx="0" cy="1076374"/>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5" name="34 Objeto"/>
          <p:cNvGraphicFramePr>
            <a:graphicFrameLocks noChangeAspect="1"/>
          </p:cNvGraphicFramePr>
          <p:nvPr>
            <p:extLst>
              <p:ext uri="{D42A27DB-BD31-4B8C-83A1-F6EECF244321}">
                <p14:modId xmlns:p14="http://schemas.microsoft.com/office/powerpoint/2010/main" val="4045436139"/>
              </p:ext>
            </p:extLst>
          </p:nvPr>
        </p:nvGraphicFramePr>
        <p:xfrm>
          <a:off x="1259632" y="4376162"/>
          <a:ext cx="266700" cy="203200"/>
        </p:xfrm>
        <a:graphic>
          <a:graphicData uri="http://schemas.openxmlformats.org/presentationml/2006/ole">
            <mc:AlternateContent xmlns:mc="http://schemas.openxmlformats.org/markup-compatibility/2006">
              <mc:Choice xmlns:v="urn:schemas-microsoft-com:vml" Requires="v">
                <p:oleObj name="Equation" r:id="rId15" imgW="266400" imgH="203040" progId="Equation.DSMT4">
                  <p:embed/>
                </p:oleObj>
              </mc:Choice>
              <mc:Fallback>
                <p:oleObj name="Equation" r:id="rId15" imgW="266400" imgH="203040" progId="Equation.DSMT4">
                  <p:embed/>
                  <p:pic>
                    <p:nvPicPr>
                      <p:cNvPr id="0" name=""/>
                      <p:cNvPicPr/>
                      <p:nvPr/>
                    </p:nvPicPr>
                    <p:blipFill>
                      <a:blip r:embed="rId16"/>
                      <a:stretch>
                        <a:fillRect/>
                      </a:stretch>
                    </p:blipFill>
                    <p:spPr>
                      <a:xfrm>
                        <a:off x="1259632" y="4376162"/>
                        <a:ext cx="266700" cy="203200"/>
                      </a:xfrm>
                      <a:prstGeom prst="rect">
                        <a:avLst/>
                      </a:prstGeom>
                    </p:spPr>
                  </p:pic>
                </p:oleObj>
              </mc:Fallback>
            </mc:AlternateContent>
          </a:graphicData>
        </a:graphic>
      </p:graphicFrame>
      <p:cxnSp>
        <p:nvCxnSpPr>
          <p:cNvPr id="36" name="35 Conector recto de flecha"/>
          <p:cNvCxnSpPr/>
          <p:nvPr/>
        </p:nvCxnSpPr>
        <p:spPr bwMode="auto">
          <a:xfrm flipH="1" flipV="1">
            <a:off x="1340218" y="2945431"/>
            <a:ext cx="245176" cy="704231"/>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7" name="36 Objeto"/>
          <p:cNvGraphicFramePr>
            <a:graphicFrameLocks noChangeAspect="1"/>
          </p:cNvGraphicFramePr>
          <p:nvPr>
            <p:extLst>
              <p:ext uri="{D42A27DB-BD31-4B8C-83A1-F6EECF244321}">
                <p14:modId xmlns:p14="http://schemas.microsoft.com/office/powerpoint/2010/main" val="3121752000"/>
              </p:ext>
            </p:extLst>
          </p:nvPr>
        </p:nvGraphicFramePr>
        <p:xfrm>
          <a:off x="1119017" y="2993280"/>
          <a:ext cx="177800" cy="215900"/>
        </p:xfrm>
        <a:graphic>
          <a:graphicData uri="http://schemas.openxmlformats.org/presentationml/2006/ole">
            <mc:AlternateContent xmlns:mc="http://schemas.openxmlformats.org/markup-compatibility/2006">
              <mc:Choice xmlns:v="urn:schemas-microsoft-com:vml" Requires="v">
                <p:oleObj name="Equation" r:id="rId17" imgW="177480" imgH="215640" progId="Equation.DSMT4">
                  <p:embed/>
                </p:oleObj>
              </mc:Choice>
              <mc:Fallback>
                <p:oleObj name="Equation" r:id="rId17" imgW="177480" imgH="215640" progId="Equation.DSMT4">
                  <p:embed/>
                  <p:pic>
                    <p:nvPicPr>
                      <p:cNvPr id="0" name=""/>
                      <p:cNvPicPr/>
                      <p:nvPr/>
                    </p:nvPicPr>
                    <p:blipFill>
                      <a:blip r:embed="rId18"/>
                      <a:stretch>
                        <a:fillRect/>
                      </a:stretch>
                    </p:blipFill>
                    <p:spPr>
                      <a:xfrm>
                        <a:off x="1119017" y="2993280"/>
                        <a:ext cx="177800" cy="215900"/>
                      </a:xfrm>
                      <a:prstGeom prst="rect">
                        <a:avLst/>
                      </a:prstGeom>
                    </p:spPr>
                  </p:pic>
                </p:oleObj>
              </mc:Fallback>
            </mc:AlternateContent>
          </a:graphicData>
        </a:graphic>
      </p:graphicFrame>
      <p:cxnSp>
        <p:nvCxnSpPr>
          <p:cNvPr id="40" name="39 Conector recto de flecha"/>
          <p:cNvCxnSpPr/>
          <p:nvPr/>
        </p:nvCxnSpPr>
        <p:spPr bwMode="auto">
          <a:xfrm flipV="1">
            <a:off x="1585393" y="3354131"/>
            <a:ext cx="700370" cy="267809"/>
          </a:xfrm>
          <a:prstGeom prst="straightConnector1">
            <a:avLst/>
          </a:prstGeom>
          <a:solidFill>
            <a:schemeClr val="accent1"/>
          </a:solidFill>
          <a:ln w="28575" cap="flat" cmpd="sng" algn="ctr">
            <a:solidFill>
              <a:srgbClr val="0033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1" name="40 Objeto"/>
          <p:cNvGraphicFramePr>
            <a:graphicFrameLocks noChangeAspect="1"/>
          </p:cNvGraphicFramePr>
          <p:nvPr>
            <p:extLst>
              <p:ext uri="{D42A27DB-BD31-4B8C-83A1-F6EECF244321}">
                <p14:modId xmlns:p14="http://schemas.microsoft.com/office/powerpoint/2010/main" val="3098520566"/>
              </p:ext>
            </p:extLst>
          </p:nvPr>
        </p:nvGraphicFramePr>
        <p:xfrm>
          <a:off x="7486280" y="2427019"/>
          <a:ext cx="152400" cy="241300"/>
        </p:xfrm>
        <a:graphic>
          <a:graphicData uri="http://schemas.openxmlformats.org/presentationml/2006/ole">
            <mc:AlternateContent xmlns:mc="http://schemas.openxmlformats.org/markup-compatibility/2006">
              <mc:Choice xmlns:v="urn:schemas-microsoft-com:vml" Requires="v">
                <p:oleObj name="Equation" r:id="rId19" imgW="152280" imgH="241200" progId="Equation.DSMT4">
                  <p:embed/>
                </p:oleObj>
              </mc:Choice>
              <mc:Fallback>
                <p:oleObj name="Equation" r:id="rId19" imgW="152280" imgH="241200" progId="Equation.DSMT4">
                  <p:embed/>
                  <p:pic>
                    <p:nvPicPr>
                      <p:cNvPr id="0" name=""/>
                      <p:cNvPicPr/>
                      <p:nvPr/>
                    </p:nvPicPr>
                    <p:blipFill>
                      <a:blip r:embed="rId20"/>
                      <a:stretch>
                        <a:fillRect/>
                      </a:stretch>
                    </p:blipFill>
                    <p:spPr>
                      <a:xfrm>
                        <a:off x="7486280" y="2427019"/>
                        <a:ext cx="152400" cy="241300"/>
                      </a:xfrm>
                      <a:prstGeom prst="rect">
                        <a:avLst/>
                      </a:prstGeom>
                    </p:spPr>
                  </p:pic>
                </p:oleObj>
              </mc:Fallback>
            </mc:AlternateContent>
          </a:graphicData>
        </a:graphic>
      </p:graphicFrame>
      <p:cxnSp>
        <p:nvCxnSpPr>
          <p:cNvPr id="43" name="42 Conector recto de flecha"/>
          <p:cNvCxnSpPr/>
          <p:nvPr/>
        </p:nvCxnSpPr>
        <p:spPr bwMode="auto">
          <a:xfrm flipV="1">
            <a:off x="1585394" y="3321170"/>
            <a:ext cx="795497" cy="318414"/>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4" name="43 Objeto"/>
          <p:cNvGraphicFramePr>
            <a:graphicFrameLocks noChangeAspect="1"/>
          </p:cNvGraphicFramePr>
          <p:nvPr>
            <p:extLst>
              <p:ext uri="{D42A27DB-BD31-4B8C-83A1-F6EECF244321}">
                <p14:modId xmlns:p14="http://schemas.microsoft.com/office/powerpoint/2010/main" val="2387560514"/>
              </p:ext>
            </p:extLst>
          </p:nvPr>
        </p:nvGraphicFramePr>
        <p:xfrm>
          <a:off x="2241191" y="3101147"/>
          <a:ext cx="139700" cy="203200"/>
        </p:xfrm>
        <a:graphic>
          <a:graphicData uri="http://schemas.openxmlformats.org/presentationml/2006/ole">
            <mc:AlternateContent xmlns:mc="http://schemas.openxmlformats.org/markup-compatibility/2006">
              <mc:Choice xmlns:v="urn:schemas-microsoft-com:vml" Requires="v">
                <p:oleObj name="Equation" r:id="rId13" imgW="139680" imgH="203040" progId="Equation.DSMT4">
                  <p:embed/>
                </p:oleObj>
              </mc:Choice>
              <mc:Fallback>
                <p:oleObj name="Equation" r:id="rId13" imgW="139680" imgH="203040" progId="Equation.DSMT4">
                  <p:embed/>
                  <p:pic>
                    <p:nvPicPr>
                      <p:cNvPr id="0" name=""/>
                      <p:cNvPicPr/>
                      <p:nvPr/>
                    </p:nvPicPr>
                    <p:blipFill>
                      <a:blip r:embed="rId21"/>
                      <a:stretch>
                        <a:fillRect/>
                      </a:stretch>
                    </p:blipFill>
                    <p:spPr>
                      <a:xfrm>
                        <a:off x="2241191" y="3101147"/>
                        <a:ext cx="139700" cy="203200"/>
                      </a:xfrm>
                      <a:prstGeom prst="rect">
                        <a:avLst/>
                      </a:prstGeom>
                    </p:spPr>
                  </p:pic>
                </p:oleObj>
              </mc:Fallback>
            </mc:AlternateContent>
          </a:graphicData>
        </a:graphic>
      </p:graphicFrame>
      <p:cxnSp>
        <p:nvCxnSpPr>
          <p:cNvPr id="46" name="45 Conector recto de flecha"/>
          <p:cNvCxnSpPr/>
          <p:nvPr/>
        </p:nvCxnSpPr>
        <p:spPr bwMode="auto">
          <a:xfrm>
            <a:off x="4056442" y="3297014"/>
            <a:ext cx="0" cy="705296"/>
          </a:xfrm>
          <a:prstGeom prst="straightConnector1">
            <a:avLst/>
          </a:prstGeom>
          <a:solidFill>
            <a:schemeClr val="accent1"/>
          </a:solidFill>
          <a:ln w="28575" cap="flat" cmpd="sng" algn="ctr">
            <a:solidFill>
              <a:srgbClr val="00B05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7" name="46 Objeto"/>
          <p:cNvGraphicFramePr>
            <a:graphicFrameLocks noChangeAspect="1"/>
          </p:cNvGraphicFramePr>
          <p:nvPr>
            <p:extLst>
              <p:ext uri="{D42A27DB-BD31-4B8C-83A1-F6EECF244321}">
                <p14:modId xmlns:p14="http://schemas.microsoft.com/office/powerpoint/2010/main" val="2929474176"/>
              </p:ext>
            </p:extLst>
          </p:nvPr>
        </p:nvGraphicFramePr>
        <p:xfrm>
          <a:off x="4237659" y="3691452"/>
          <a:ext cx="241300" cy="203200"/>
        </p:xfrm>
        <a:graphic>
          <a:graphicData uri="http://schemas.openxmlformats.org/presentationml/2006/ole">
            <mc:AlternateContent xmlns:mc="http://schemas.openxmlformats.org/markup-compatibility/2006">
              <mc:Choice xmlns:v="urn:schemas-microsoft-com:vml" Requires="v">
                <p:oleObj name="Equation" r:id="rId22" imgW="241200" imgH="203040" progId="Equation.DSMT4">
                  <p:embed/>
                </p:oleObj>
              </mc:Choice>
              <mc:Fallback>
                <p:oleObj name="Equation" r:id="rId22" imgW="241200" imgH="203040" progId="Equation.DSMT4">
                  <p:embed/>
                  <p:pic>
                    <p:nvPicPr>
                      <p:cNvPr id="0" name=""/>
                      <p:cNvPicPr/>
                      <p:nvPr/>
                    </p:nvPicPr>
                    <p:blipFill>
                      <a:blip r:embed="rId23"/>
                      <a:stretch>
                        <a:fillRect/>
                      </a:stretch>
                    </p:blipFill>
                    <p:spPr>
                      <a:xfrm>
                        <a:off x="4237659" y="3691452"/>
                        <a:ext cx="241300" cy="203200"/>
                      </a:xfrm>
                      <a:prstGeom prst="rect">
                        <a:avLst/>
                      </a:prstGeom>
                    </p:spPr>
                  </p:pic>
                </p:oleObj>
              </mc:Fallback>
            </mc:AlternateContent>
          </a:graphicData>
        </a:graphic>
      </p:graphicFrame>
      <p:cxnSp>
        <p:nvCxnSpPr>
          <p:cNvPr id="48" name="47 Conector recto de flecha"/>
          <p:cNvCxnSpPr/>
          <p:nvPr/>
        </p:nvCxnSpPr>
        <p:spPr bwMode="auto">
          <a:xfrm flipV="1">
            <a:off x="4056442" y="2510278"/>
            <a:ext cx="5078" cy="771263"/>
          </a:xfrm>
          <a:prstGeom prst="straightConnector1">
            <a:avLst/>
          </a:prstGeom>
          <a:solidFill>
            <a:schemeClr val="accent1"/>
          </a:solidFill>
          <a:ln w="285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9" name="48 Objeto"/>
          <p:cNvGraphicFramePr>
            <a:graphicFrameLocks noChangeAspect="1"/>
          </p:cNvGraphicFramePr>
          <p:nvPr>
            <p:extLst>
              <p:ext uri="{D42A27DB-BD31-4B8C-83A1-F6EECF244321}">
                <p14:modId xmlns:p14="http://schemas.microsoft.com/office/powerpoint/2010/main" val="1140447449"/>
              </p:ext>
            </p:extLst>
          </p:nvPr>
        </p:nvGraphicFramePr>
        <p:xfrm>
          <a:off x="4191293" y="2895909"/>
          <a:ext cx="139700" cy="203200"/>
        </p:xfrm>
        <a:graphic>
          <a:graphicData uri="http://schemas.openxmlformats.org/presentationml/2006/ole">
            <mc:AlternateContent xmlns:mc="http://schemas.openxmlformats.org/markup-compatibility/2006">
              <mc:Choice xmlns:v="urn:schemas-microsoft-com:vml" Requires="v">
                <p:oleObj name="Equation" r:id="rId13" imgW="139680" imgH="203040" progId="Equation.DSMT4">
                  <p:embed/>
                </p:oleObj>
              </mc:Choice>
              <mc:Fallback>
                <p:oleObj name="Equation" r:id="rId13" imgW="139680" imgH="20304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1293" y="2895909"/>
                        <a:ext cx="1397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 name="49 CuadroTexto"/>
          <p:cNvSpPr txBox="1"/>
          <p:nvPr/>
        </p:nvSpPr>
        <p:spPr>
          <a:xfrm>
            <a:off x="1674510" y="2456577"/>
            <a:ext cx="1611339" cy="246221"/>
          </a:xfrm>
          <a:prstGeom prst="rect">
            <a:avLst/>
          </a:prstGeom>
          <a:noFill/>
        </p:spPr>
        <p:txBody>
          <a:bodyPr wrap="none" rtlCol="0">
            <a:spAutoFit/>
          </a:bodyPr>
          <a:lstStyle/>
          <a:p>
            <a:r>
              <a:rPr lang="es-CL" sz="1000" dirty="0"/>
              <a:t>Diagrama de cuerpo libre</a:t>
            </a:r>
          </a:p>
        </p:txBody>
      </p:sp>
      <p:sp>
        <p:nvSpPr>
          <p:cNvPr id="51" name="50 CuadroTexto"/>
          <p:cNvSpPr txBox="1"/>
          <p:nvPr/>
        </p:nvSpPr>
        <p:spPr>
          <a:xfrm>
            <a:off x="325956" y="5013176"/>
            <a:ext cx="1136850" cy="246221"/>
          </a:xfrm>
          <a:prstGeom prst="rect">
            <a:avLst/>
          </a:prstGeom>
          <a:noFill/>
        </p:spPr>
        <p:txBody>
          <a:bodyPr wrap="none" rtlCol="0">
            <a:spAutoFit/>
          </a:bodyPr>
          <a:lstStyle/>
          <a:p>
            <a:r>
              <a:rPr lang="es-CL" sz="1000" dirty="0"/>
              <a:t>Para el cuerpo M</a:t>
            </a:r>
          </a:p>
        </p:txBody>
      </p:sp>
      <p:graphicFrame>
        <p:nvGraphicFramePr>
          <p:cNvPr id="52" name="51 Objeto"/>
          <p:cNvGraphicFramePr>
            <a:graphicFrameLocks noChangeAspect="1"/>
          </p:cNvGraphicFramePr>
          <p:nvPr>
            <p:extLst>
              <p:ext uri="{D42A27DB-BD31-4B8C-83A1-F6EECF244321}">
                <p14:modId xmlns:p14="http://schemas.microsoft.com/office/powerpoint/2010/main" val="1470015176"/>
              </p:ext>
            </p:extLst>
          </p:nvPr>
        </p:nvGraphicFramePr>
        <p:xfrm>
          <a:off x="1581696" y="4115296"/>
          <a:ext cx="254000" cy="177800"/>
        </p:xfrm>
        <a:graphic>
          <a:graphicData uri="http://schemas.openxmlformats.org/presentationml/2006/ole">
            <mc:AlternateContent xmlns:mc="http://schemas.openxmlformats.org/markup-compatibility/2006">
              <mc:Choice xmlns:v="urn:schemas-microsoft-com:vml" Requires="v">
                <p:oleObj name="Equation" r:id="rId24" imgW="253800" imgH="177480" progId="Equation.DSMT4">
                  <p:embed/>
                </p:oleObj>
              </mc:Choice>
              <mc:Fallback>
                <p:oleObj name="Equation" r:id="rId24" imgW="253800" imgH="177480" progId="Equation.DSMT4">
                  <p:embed/>
                  <p:pic>
                    <p:nvPicPr>
                      <p:cNvPr id="0" name=""/>
                      <p:cNvPicPr/>
                      <p:nvPr/>
                    </p:nvPicPr>
                    <p:blipFill>
                      <a:blip r:embed="rId25"/>
                      <a:stretch>
                        <a:fillRect/>
                      </a:stretch>
                    </p:blipFill>
                    <p:spPr>
                      <a:xfrm>
                        <a:off x="1581696" y="4115296"/>
                        <a:ext cx="254000" cy="177800"/>
                      </a:xfrm>
                      <a:prstGeom prst="rect">
                        <a:avLst/>
                      </a:prstGeom>
                    </p:spPr>
                  </p:pic>
                </p:oleObj>
              </mc:Fallback>
            </mc:AlternateContent>
          </a:graphicData>
        </a:graphic>
      </p:graphicFrame>
      <p:cxnSp>
        <p:nvCxnSpPr>
          <p:cNvPr id="54" name="53 Conector recto de flecha"/>
          <p:cNvCxnSpPr/>
          <p:nvPr/>
        </p:nvCxnSpPr>
        <p:spPr bwMode="auto">
          <a:xfrm>
            <a:off x="1585393" y="3649662"/>
            <a:ext cx="355550" cy="939591"/>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55 Conector recto de flecha"/>
          <p:cNvCxnSpPr/>
          <p:nvPr/>
        </p:nvCxnSpPr>
        <p:spPr bwMode="auto">
          <a:xfrm flipH="1">
            <a:off x="1570008" y="4589253"/>
            <a:ext cx="365570" cy="155275"/>
          </a:xfrm>
          <a:prstGeom prst="straightConnector1">
            <a:avLst/>
          </a:prstGeom>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57" name="56 Objeto"/>
          <p:cNvGraphicFramePr>
            <a:graphicFrameLocks noChangeAspect="1"/>
          </p:cNvGraphicFramePr>
          <p:nvPr>
            <p:extLst>
              <p:ext uri="{D42A27DB-BD31-4B8C-83A1-F6EECF244321}">
                <p14:modId xmlns:p14="http://schemas.microsoft.com/office/powerpoint/2010/main" val="2676540249"/>
              </p:ext>
            </p:extLst>
          </p:nvPr>
        </p:nvGraphicFramePr>
        <p:xfrm>
          <a:off x="1752793" y="4726036"/>
          <a:ext cx="660400" cy="203200"/>
        </p:xfrm>
        <a:graphic>
          <a:graphicData uri="http://schemas.openxmlformats.org/presentationml/2006/ole">
            <mc:AlternateContent xmlns:mc="http://schemas.openxmlformats.org/markup-compatibility/2006">
              <mc:Choice xmlns:v="urn:schemas-microsoft-com:vml" Requires="v">
                <p:oleObj name="Equation" r:id="rId26" imgW="660240" imgH="203040" progId="Equation.DSMT4">
                  <p:embed/>
                </p:oleObj>
              </mc:Choice>
              <mc:Fallback>
                <p:oleObj name="Equation" r:id="rId26" imgW="660240" imgH="203040" progId="Equation.DSMT4">
                  <p:embed/>
                  <p:pic>
                    <p:nvPicPr>
                      <p:cNvPr id="0" name=""/>
                      <p:cNvPicPr/>
                      <p:nvPr/>
                    </p:nvPicPr>
                    <p:blipFill>
                      <a:blip r:embed="rId27"/>
                      <a:stretch>
                        <a:fillRect/>
                      </a:stretch>
                    </p:blipFill>
                    <p:spPr>
                      <a:xfrm>
                        <a:off x="1752793" y="4726036"/>
                        <a:ext cx="660400" cy="203200"/>
                      </a:xfrm>
                      <a:prstGeom prst="rect">
                        <a:avLst/>
                      </a:prstGeom>
                    </p:spPr>
                  </p:pic>
                </p:oleObj>
              </mc:Fallback>
            </mc:AlternateContent>
          </a:graphicData>
        </a:graphic>
      </p:graphicFrame>
      <p:graphicFrame>
        <p:nvGraphicFramePr>
          <p:cNvPr id="58" name="57 Objeto"/>
          <p:cNvGraphicFramePr>
            <a:graphicFrameLocks noChangeAspect="1"/>
          </p:cNvGraphicFramePr>
          <p:nvPr>
            <p:extLst>
              <p:ext uri="{D42A27DB-BD31-4B8C-83A1-F6EECF244321}">
                <p14:modId xmlns:p14="http://schemas.microsoft.com/office/powerpoint/2010/main" val="2523672737"/>
              </p:ext>
            </p:extLst>
          </p:nvPr>
        </p:nvGraphicFramePr>
        <p:xfrm>
          <a:off x="1774972" y="3899595"/>
          <a:ext cx="711200" cy="203200"/>
        </p:xfrm>
        <a:graphic>
          <a:graphicData uri="http://schemas.openxmlformats.org/presentationml/2006/ole">
            <mc:AlternateContent xmlns:mc="http://schemas.openxmlformats.org/markup-compatibility/2006">
              <mc:Choice xmlns:v="urn:schemas-microsoft-com:vml" Requires="v">
                <p:oleObj name="Equation" r:id="rId28" imgW="711000" imgH="203040" progId="Equation.DSMT4">
                  <p:embed/>
                </p:oleObj>
              </mc:Choice>
              <mc:Fallback>
                <p:oleObj name="Equation" r:id="rId28" imgW="711000" imgH="203040" progId="Equation.DSMT4">
                  <p:embed/>
                  <p:pic>
                    <p:nvPicPr>
                      <p:cNvPr id="0" name=""/>
                      <p:cNvPicPr/>
                      <p:nvPr/>
                    </p:nvPicPr>
                    <p:blipFill>
                      <a:blip r:embed="rId29"/>
                      <a:stretch>
                        <a:fillRect/>
                      </a:stretch>
                    </p:blipFill>
                    <p:spPr>
                      <a:xfrm>
                        <a:off x="1774972" y="3899595"/>
                        <a:ext cx="711200" cy="203200"/>
                      </a:xfrm>
                      <a:prstGeom prst="rect">
                        <a:avLst/>
                      </a:prstGeom>
                    </p:spPr>
                  </p:pic>
                </p:oleObj>
              </mc:Fallback>
            </mc:AlternateContent>
          </a:graphicData>
        </a:graphic>
      </p:graphicFrame>
      <p:graphicFrame>
        <p:nvGraphicFramePr>
          <p:cNvPr id="59" name="58 Objeto"/>
          <p:cNvGraphicFramePr>
            <a:graphicFrameLocks noChangeAspect="1"/>
          </p:cNvGraphicFramePr>
          <p:nvPr>
            <p:extLst>
              <p:ext uri="{D42A27DB-BD31-4B8C-83A1-F6EECF244321}">
                <p14:modId xmlns:p14="http://schemas.microsoft.com/office/powerpoint/2010/main" val="1414085299"/>
              </p:ext>
            </p:extLst>
          </p:nvPr>
        </p:nvGraphicFramePr>
        <p:xfrm>
          <a:off x="325956" y="5373216"/>
          <a:ext cx="2070100" cy="254000"/>
        </p:xfrm>
        <a:graphic>
          <a:graphicData uri="http://schemas.openxmlformats.org/presentationml/2006/ole">
            <mc:AlternateContent xmlns:mc="http://schemas.openxmlformats.org/markup-compatibility/2006">
              <mc:Choice xmlns:v="urn:schemas-microsoft-com:vml" Requires="v">
                <p:oleObj name="Equation" r:id="rId30" imgW="2070000" imgH="253800" progId="Equation.DSMT4">
                  <p:embed/>
                </p:oleObj>
              </mc:Choice>
              <mc:Fallback>
                <p:oleObj name="Equation" r:id="rId30" imgW="2070000" imgH="253800" progId="Equation.DSMT4">
                  <p:embed/>
                  <p:pic>
                    <p:nvPicPr>
                      <p:cNvPr id="0" name=""/>
                      <p:cNvPicPr/>
                      <p:nvPr/>
                    </p:nvPicPr>
                    <p:blipFill>
                      <a:blip r:embed="rId31"/>
                      <a:stretch>
                        <a:fillRect/>
                      </a:stretch>
                    </p:blipFill>
                    <p:spPr>
                      <a:xfrm>
                        <a:off x="325956" y="5373216"/>
                        <a:ext cx="2070100" cy="254000"/>
                      </a:xfrm>
                      <a:prstGeom prst="rect">
                        <a:avLst/>
                      </a:prstGeom>
                    </p:spPr>
                  </p:pic>
                </p:oleObj>
              </mc:Fallback>
            </mc:AlternateContent>
          </a:graphicData>
        </a:graphic>
      </p:graphicFrame>
      <p:graphicFrame>
        <p:nvGraphicFramePr>
          <p:cNvPr id="60" name="59 Objeto"/>
          <p:cNvGraphicFramePr>
            <a:graphicFrameLocks noChangeAspect="1"/>
          </p:cNvGraphicFramePr>
          <p:nvPr>
            <p:extLst>
              <p:ext uri="{D42A27DB-BD31-4B8C-83A1-F6EECF244321}">
                <p14:modId xmlns:p14="http://schemas.microsoft.com/office/powerpoint/2010/main" val="2790999801"/>
              </p:ext>
            </p:extLst>
          </p:nvPr>
        </p:nvGraphicFramePr>
        <p:xfrm>
          <a:off x="306522" y="5733256"/>
          <a:ext cx="1765300" cy="254000"/>
        </p:xfrm>
        <a:graphic>
          <a:graphicData uri="http://schemas.openxmlformats.org/presentationml/2006/ole">
            <mc:AlternateContent xmlns:mc="http://schemas.openxmlformats.org/markup-compatibility/2006">
              <mc:Choice xmlns:v="urn:schemas-microsoft-com:vml" Requires="v">
                <p:oleObj name="Equation" r:id="rId32" imgW="1765080" imgH="253800" progId="Equation.DSMT4">
                  <p:embed/>
                </p:oleObj>
              </mc:Choice>
              <mc:Fallback>
                <p:oleObj name="Equation" r:id="rId32" imgW="1765080" imgH="253800" progId="Equation.DSMT4">
                  <p:embed/>
                  <p:pic>
                    <p:nvPicPr>
                      <p:cNvPr id="0" name=""/>
                      <p:cNvPicPr/>
                      <p:nvPr/>
                    </p:nvPicPr>
                    <p:blipFill>
                      <a:blip r:embed="rId33"/>
                      <a:stretch>
                        <a:fillRect/>
                      </a:stretch>
                    </p:blipFill>
                    <p:spPr>
                      <a:xfrm>
                        <a:off x="306522" y="5733256"/>
                        <a:ext cx="1765300" cy="254000"/>
                      </a:xfrm>
                      <a:prstGeom prst="rect">
                        <a:avLst/>
                      </a:prstGeom>
                    </p:spPr>
                  </p:pic>
                </p:oleObj>
              </mc:Fallback>
            </mc:AlternateContent>
          </a:graphicData>
        </a:graphic>
      </p:graphicFrame>
      <p:sp>
        <p:nvSpPr>
          <p:cNvPr id="61" name="60 CuadroTexto"/>
          <p:cNvSpPr txBox="1"/>
          <p:nvPr/>
        </p:nvSpPr>
        <p:spPr>
          <a:xfrm>
            <a:off x="348535" y="6021288"/>
            <a:ext cx="1144865" cy="246221"/>
          </a:xfrm>
          <a:prstGeom prst="rect">
            <a:avLst/>
          </a:prstGeom>
          <a:noFill/>
        </p:spPr>
        <p:txBody>
          <a:bodyPr wrap="none" rtlCol="0">
            <a:spAutoFit/>
          </a:bodyPr>
          <a:lstStyle/>
          <a:p>
            <a:r>
              <a:rPr lang="es-CL" sz="1000" dirty="0"/>
              <a:t>Para el cuerpo m</a:t>
            </a:r>
          </a:p>
        </p:txBody>
      </p:sp>
      <p:graphicFrame>
        <p:nvGraphicFramePr>
          <p:cNvPr id="62" name="61 Objeto"/>
          <p:cNvGraphicFramePr>
            <a:graphicFrameLocks noChangeAspect="1"/>
          </p:cNvGraphicFramePr>
          <p:nvPr>
            <p:extLst>
              <p:ext uri="{D42A27DB-BD31-4B8C-83A1-F6EECF244321}">
                <p14:modId xmlns:p14="http://schemas.microsoft.com/office/powerpoint/2010/main" val="1115973912"/>
              </p:ext>
            </p:extLst>
          </p:nvPr>
        </p:nvGraphicFramePr>
        <p:xfrm>
          <a:off x="364242" y="6381328"/>
          <a:ext cx="1320800" cy="254000"/>
        </p:xfrm>
        <a:graphic>
          <a:graphicData uri="http://schemas.openxmlformats.org/presentationml/2006/ole">
            <mc:AlternateContent xmlns:mc="http://schemas.openxmlformats.org/markup-compatibility/2006">
              <mc:Choice xmlns:v="urn:schemas-microsoft-com:vml" Requires="v">
                <p:oleObj name="Equation" r:id="rId34" imgW="1320480" imgH="253800" progId="Equation.DSMT4">
                  <p:embed/>
                </p:oleObj>
              </mc:Choice>
              <mc:Fallback>
                <p:oleObj name="Equation" r:id="rId34" imgW="1320480" imgH="253800" progId="Equation.DSMT4">
                  <p:embed/>
                  <p:pic>
                    <p:nvPicPr>
                      <p:cNvPr id="0" name=""/>
                      <p:cNvPicPr/>
                      <p:nvPr/>
                    </p:nvPicPr>
                    <p:blipFill>
                      <a:blip r:embed="rId35"/>
                      <a:stretch>
                        <a:fillRect/>
                      </a:stretch>
                    </p:blipFill>
                    <p:spPr>
                      <a:xfrm>
                        <a:off x="364242" y="6381328"/>
                        <a:ext cx="1320800" cy="254000"/>
                      </a:xfrm>
                      <a:prstGeom prst="rect">
                        <a:avLst/>
                      </a:prstGeom>
                    </p:spPr>
                  </p:pic>
                </p:oleObj>
              </mc:Fallback>
            </mc:AlternateContent>
          </a:graphicData>
        </a:graphic>
      </p:graphicFrame>
      <p:graphicFrame>
        <p:nvGraphicFramePr>
          <p:cNvPr id="63" name="62 Objeto"/>
          <p:cNvGraphicFramePr>
            <a:graphicFrameLocks noChangeAspect="1"/>
          </p:cNvGraphicFramePr>
          <p:nvPr>
            <p:extLst>
              <p:ext uri="{D42A27DB-BD31-4B8C-83A1-F6EECF244321}">
                <p14:modId xmlns:p14="http://schemas.microsoft.com/office/powerpoint/2010/main" val="2212822175"/>
              </p:ext>
            </p:extLst>
          </p:nvPr>
        </p:nvGraphicFramePr>
        <p:xfrm>
          <a:off x="360981" y="4726036"/>
          <a:ext cx="533400" cy="203200"/>
        </p:xfrm>
        <a:graphic>
          <a:graphicData uri="http://schemas.openxmlformats.org/presentationml/2006/ole">
            <mc:AlternateContent xmlns:mc="http://schemas.openxmlformats.org/markup-compatibility/2006">
              <mc:Choice xmlns:v="urn:schemas-microsoft-com:vml" Requires="v">
                <p:oleObj name="Equation" r:id="rId36" imgW="533160" imgH="203040" progId="Equation.DSMT4">
                  <p:embed/>
                </p:oleObj>
              </mc:Choice>
              <mc:Fallback>
                <p:oleObj name="Equation" r:id="rId36" imgW="533160" imgH="203040" progId="Equation.DSMT4">
                  <p:embed/>
                  <p:pic>
                    <p:nvPicPr>
                      <p:cNvPr id="0" name=""/>
                      <p:cNvPicPr/>
                      <p:nvPr/>
                    </p:nvPicPr>
                    <p:blipFill>
                      <a:blip r:embed="rId37"/>
                      <a:stretch>
                        <a:fillRect/>
                      </a:stretch>
                    </p:blipFill>
                    <p:spPr>
                      <a:xfrm>
                        <a:off x="360981" y="4726036"/>
                        <a:ext cx="533400" cy="203200"/>
                      </a:xfrm>
                      <a:prstGeom prst="rect">
                        <a:avLst/>
                      </a:prstGeom>
                    </p:spPr>
                  </p:pic>
                </p:oleObj>
              </mc:Fallback>
            </mc:AlternateContent>
          </a:graphicData>
        </a:graphic>
      </p:graphicFrame>
      <p:graphicFrame>
        <p:nvGraphicFramePr>
          <p:cNvPr id="64" name="63 Objeto"/>
          <p:cNvGraphicFramePr>
            <a:graphicFrameLocks noChangeAspect="1"/>
          </p:cNvGraphicFramePr>
          <p:nvPr>
            <p:extLst>
              <p:ext uri="{D42A27DB-BD31-4B8C-83A1-F6EECF244321}">
                <p14:modId xmlns:p14="http://schemas.microsoft.com/office/powerpoint/2010/main" val="777739744"/>
              </p:ext>
            </p:extLst>
          </p:nvPr>
        </p:nvGraphicFramePr>
        <p:xfrm>
          <a:off x="8158163" y="3560657"/>
          <a:ext cx="622300" cy="1117600"/>
        </p:xfrm>
        <a:graphic>
          <a:graphicData uri="http://schemas.openxmlformats.org/presentationml/2006/ole">
            <mc:AlternateContent xmlns:mc="http://schemas.openxmlformats.org/markup-compatibility/2006">
              <mc:Choice xmlns:v="urn:schemas-microsoft-com:vml" Requires="v">
                <p:oleObj name="Equation" r:id="rId38" imgW="622080" imgH="1117440" progId="Equation.DSMT4">
                  <p:embed/>
                </p:oleObj>
              </mc:Choice>
              <mc:Fallback>
                <p:oleObj name="Equation" r:id="rId38" imgW="622080" imgH="1117440" progId="Equation.DSMT4">
                  <p:embed/>
                  <p:pic>
                    <p:nvPicPr>
                      <p:cNvPr id="0" name=""/>
                      <p:cNvPicPr/>
                      <p:nvPr/>
                    </p:nvPicPr>
                    <p:blipFill>
                      <a:blip r:embed="rId39"/>
                      <a:stretch>
                        <a:fillRect/>
                      </a:stretch>
                    </p:blipFill>
                    <p:spPr>
                      <a:xfrm>
                        <a:off x="8158163" y="3560657"/>
                        <a:ext cx="622300" cy="1117600"/>
                      </a:xfrm>
                      <a:prstGeom prst="rect">
                        <a:avLst/>
                      </a:prstGeom>
                    </p:spPr>
                  </p:pic>
                </p:oleObj>
              </mc:Fallback>
            </mc:AlternateContent>
          </a:graphicData>
        </a:graphic>
      </p:graphicFrame>
    </p:spTree>
    <p:extLst>
      <p:ext uri="{BB962C8B-B14F-4D97-AF65-F5344CB8AC3E}">
        <p14:creationId xmlns:p14="http://schemas.microsoft.com/office/powerpoint/2010/main" val="25041652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a:extLst>
              <a:ext uri="{FF2B5EF4-FFF2-40B4-BE49-F238E27FC236}">
                <a16:creationId xmlns:a16="http://schemas.microsoft.com/office/drawing/2014/main" id="{2B0C7AE5-268E-4CE3-0318-3934C859EBF3}"/>
              </a:ext>
            </a:extLst>
          </p:cNvPr>
          <p:cNvSpPr>
            <a:spLocks noChangeArrowheads="1"/>
          </p:cNvSpPr>
          <p:nvPr/>
        </p:nvSpPr>
        <p:spPr bwMode="auto">
          <a:xfrm>
            <a:off x="227625" y="1214859"/>
            <a:ext cx="5323639"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algn="ctr" eaLnBrk="0" fontAlgn="base" hangingPunct="0">
              <a:spcBef>
                <a:spcPct val="0"/>
              </a:spcBef>
              <a:spcAft>
                <a:spcPct val="0"/>
              </a:spcAft>
              <a:defRPr>
                <a:solidFill>
                  <a:schemeClr val="tx1"/>
                </a:solidFill>
                <a:latin typeface="Tahoma" pitchFamily="34" charset="0"/>
              </a:defRPr>
            </a:lvl6pPr>
            <a:lvl7pPr marL="2971800" indent="-228600" algn="ctr" eaLnBrk="0" fontAlgn="base" hangingPunct="0">
              <a:spcBef>
                <a:spcPct val="0"/>
              </a:spcBef>
              <a:spcAft>
                <a:spcPct val="0"/>
              </a:spcAft>
              <a:defRPr>
                <a:solidFill>
                  <a:schemeClr val="tx1"/>
                </a:solidFill>
                <a:latin typeface="Tahoma" pitchFamily="34" charset="0"/>
              </a:defRPr>
            </a:lvl7pPr>
            <a:lvl8pPr marL="3429000" indent="-228600" algn="ctr" eaLnBrk="0" fontAlgn="base" hangingPunct="0">
              <a:spcBef>
                <a:spcPct val="0"/>
              </a:spcBef>
              <a:spcAft>
                <a:spcPct val="0"/>
              </a:spcAft>
              <a:defRPr>
                <a:solidFill>
                  <a:schemeClr val="tx1"/>
                </a:solidFill>
                <a:latin typeface="Tahoma" pitchFamily="34" charset="0"/>
              </a:defRPr>
            </a:lvl8pPr>
            <a:lvl9pPr marL="3886200" indent="-228600" algn="ctr" eaLnBrk="0" fontAlgn="base" hangingPunct="0">
              <a:spcBef>
                <a:spcPct val="0"/>
              </a:spcBef>
              <a:spcAft>
                <a:spcPct val="0"/>
              </a:spcAft>
              <a:defRPr>
                <a:solidFill>
                  <a:schemeClr val="tx1"/>
                </a:solidFill>
                <a:latin typeface="Tahoma" pitchFamily="34" charset="0"/>
              </a:defRPr>
            </a:lvl9pPr>
          </a:lstStyle>
          <a:p>
            <a:pPr algn="just" eaLnBrk="1" hangingPunct="1"/>
            <a:r>
              <a:rPr lang="es-MX" altLang="es-CL" sz="1600" dirty="0">
                <a:solidFill>
                  <a:srgbClr val="C00000"/>
                </a:solidFill>
              </a:rPr>
              <a:t>Ejercicio 8.-</a:t>
            </a:r>
            <a:r>
              <a:rPr lang="es-MX" altLang="es-CL" sz="1600" dirty="0"/>
              <a:t>  Un bloque de 100 kg se encuentra sobre  una rampa como indica la figura. Calcule</a:t>
            </a:r>
          </a:p>
          <a:p>
            <a:pPr algn="just" eaLnBrk="1" hangingPunct="1"/>
            <a:r>
              <a:rPr lang="es-MX" altLang="es-CL" sz="1600" dirty="0"/>
              <a:t>a)  Cuánto debe valer la fuerza de rozamiento con el suelo para que se deslice por la </a:t>
            </a:r>
            <a:r>
              <a:rPr lang="es-CL" altLang="es-CL" sz="1600" dirty="0"/>
              <a:t>pendiente con aceleración de 1[m/s</a:t>
            </a:r>
            <a:r>
              <a:rPr lang="es-CL" altLang="es-CL" sz="1600" baseline="30000" dirty="0"/>
              <a:t>2</a:t>
            </a:r>
            <a:r>
              <a:rPr lang="es-CL" altLang="es-CL" sz="1600" dirty="0"/>
              <a:t>]</a:t>
            </a:r>
          </a:p>
          <a:p>
            <a:pPr marL="342900" indent="-342900" algn="just" eaLnBrk="1" hangingPunct="1">
              <a:buAutoNum type="alphaLcParenR" startAt="2"/>
            </a:pPr>
            <a:r>
              <a:rPr lang="es-MX" altLang="es-CL" sz="1600" dirty="0"/>
              <a:t>El valor del coeficiente de rozamiento. </a:t>
            </a:r>
          </a:p>
          <a:p>
            <a:pPr marL="342900" indent="-342900" algn="just" eaLnBrk="1" hangingPunct="1">
              <a:buAutoNum type="alphaLcParenR" startAt="2"/>
            </a:pPr>
            <a:endParaRPr lang="es-MX" altLang="es-CL" sz="1600" dirty="0"/>
          </a:p>
          <a:p>
            <a:pPr algn="just" eaLnBrk="1" hangingPunct="1"/>
            <a:r>
              <a:rPr lang="es-MX" altLang="es-CL" sz="1600" dirty="0">
                <a:solidFill>
                  <a:srgbClr val="0070C0"/>
                </a:solidFill>
              </a:rPr>
              <a:t>N=799	f=702	</a:t>
            </a:r>
            <a:r>
              <a:rPr lang="es-MX" altLang="es-CL" sz="1600" dirty="0">
                <a:solidFill>
                  <a:srgbClr val="0070C0"/>
                </a:solidFill>
                <a:latin typeface="Symbol" panose="05050102010706020507" pitchFamily="18" charset="2"/>
              </a:rPr>
              <a:t>m</a:t>
            </a:r>
            <a:r>
              <a:rPr lang="es-MX" altLang="es-CL" sz="1600" dirty="0">
                <a:solidFill>
                  <a:srgbClr val="0070C0"/>
                </a:solidFill>
              </a:rPr>
              <a:t>=0,87</a:t>
            </a:r>
          </a:p>
        </p:txBody>
      </p:sp>
      <p:pic>
        <p:nvPicPr>
          <p:cNvPr id="3" name="Picture 2">
            <a:extLst>
              <a:ext uri="{FF2B5EF4-FFF2-40B4-BE49-F238E27FC236}">
                <a16:creationId xmlns:a16="http://schemas.microsoft.com/office/drawing/2014/main" id="{2CB6DEC9-C4AA-3988-9CCC-58413C271DE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hidden">
          <a:xfrm>
            <a:off x="5911542" y="1569126"/>
            <a:ext cx="29718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4" name="Text Box 4">
            <a:extLst>
              <a:ext uri="{FF2B5EF4-FFF2-40B4-BE49-F238E27FC236}">
                <a16:creationId xmlns:a16="http://schemas.microsoft.com/office/drawing/2014/main" id="{4B24C5C0-9E5D-14FD-36D1-D32AD94BF591}"/>
              </a:ext>
            </a:extLst>
          </p:cNvPr>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sp>
        <p:nvSpPr>
          <p:cNvPr id="5" name="Text Box 19">
            <a:extLst>
              <a:ext uri="{FF2B5EF4-FFF2-40B4-BE49-F238E27FC236}">
                <a16:creationId xmlns:a16="http://schemas.microsoft.com/office/drawing/2014/main" id="{AC2B2E88-ABB7-B666-A3D6-8220FD0405CC}"/>
              </a:ext>
            </a:extLst>
          </p:cNvPr>
          <p:cNvSpPr txBox="1">
            <a:spLocks noChangeArrowheads="1"/>
          </p:cNvSpPr>
          <p:nvPr/>
        </p:nvSpPr>
        <p:spPr bwMode="hidden">
          <a:xfrm>
            <a:off x="247948" y="3615244"/>
            <a:ext cx="864810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s-ES" altLang="es-CL" sz="1600" dirty="0">
                <a:solidFill>
                  <a:srgbClr val="FF0000"/>
                </a:solidFill>
                <a:latin typeface="Arial" charset="0"/>
              </a:rPr>
              <a:t>Ejemplo 9</a:t>
            </a:r>
            <a:r>
              <a:rPr lang="es-ES" altLang="es-CL" sz="1600" dirty="0">
                <a:latin typeface="Arial" charset="0"/>
              </a:rPr>
              <a:t>: Un cuerpo de masa 5[kg] es jalado por una fuerza de 15[N] que forma un ángulo de 37º con la horizontal, donde el coeficiente de roce con cuerpo es 0,25. Determinar la aceleración que adquiere el cuerpo.</a:t>
            </a:r>
          </a:p>
          <a:p>
            <a:pPr algn="just"/>
            <a:endParaRPr lang="es-ES" altLang="es-CL" sz="1600" dirty="0">
              <a:latin typeface="Arial" charset="0"/>
            </a:endParaRPr>
          </a:p>
          <a:p>
            <a:pPr algn="just"/>
            <a:r>
              <a:rPr lang="es-ES" altLang="es-CL" sz="1600" dirty="0">
                <a:solidFill>
                  <a:srgbClr val="0070C0"/>
                </a:solidFill>
                <a:latin typeface="Arial" charset="0"/>
              </a:rPr>
              <a:t>N=41	f=10,25	a=0,35</a:t>
            </a:r>
            <a:endParaRPr lang="es-VE" altLang="es-CL" sz="1600" dirty="0">
              <a:solidFill>
                <a:srgbClr val="0070C0"/>
              </a:solidFill>
              <a:latin typeface="Arial" charset="0"/>
            </a:endParaRPr>
          </a:p>
        </p:txBody>
      </p:sp>
      <p:grpSp>
        <p:nvGrpSpPr>
          <p:cNvPr id="6" name="Group 21">
            <a:extLst>
              <a:ext uri="{FF2B5EF4-FFF2-40B4-BE49-F238E27FC236}">
                <a16:creationId xmlns:a16="http://schemas.microsoft.com/office/drawing/2014/main" id="{A3F99628-C5BC-DB98-ACAA-D7A2908FFA7B}"/>
              </a:ext>
            </a:extLst>
          </p:cNvPr>
          <p:cNvGrpSpPr>
            <a:grpSpLocks/>
          </p:cNvGrpSpPr>
          <p:nvPr/>
        </p:nvGrpSpPr>
        <p:grpSpPr bwMode="auto">
          <a:xfrm>
            <a:off x="4615758" y="4547098"/>
            <a:ext cx="449262" cy="688975"/>
            <a:chOff x="324" y="754"/>
            <a:chExt cx="477" cy="578"/>
          </a:xfrm>
        </p:grpSpPr>
        <p:sp>
          <p:nvSpPr>
            <p:cNvPr id="7" name="Line 22">
              <a:extLst>
                <a:ext uri="{FF2B5EF4-FFF2-40B4-BE49-F238E27FC236}">
                  <a16:creationId xmlns:a16="http://schemas.microsoft.com/office/drawing/2014/main" id="{D3FEF682-8819-5694-5B7E-62B7A77CA84C}"/>
                </a:ext>
              </a:extLst>
            </p:cNvPr>
            <p:cNvSpPr>
              <a:spLocks noChangeShapeType="1"/>
            </p:cNvSpPr>
            <p:nvPr/>
          </p:nvSpPr>
          <p:spPr bwMode="hidden">
            <a:xfrm>
              <a:off x="460" y="754"/>
              <a:ext cx="0" cy="465"/>
            </a:xfrm>
            <a:prstGeom prst="line">
              <a:avLst/>
            </a:prstGeom>
            <a:noFill/>
            <a:ln w="9525">
              <a:solidFill>
                <a:schemeClr val="tx1"/>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8" name="Line 23">
              <a:extLst>
                <a:ext uri="{FF2B5EF4-FFF2-40B4-BE49-F238E27FC236}">
                  <a16:creationId xmlns:a16="http://schemas.microsoft.com/office/drawing/2014/main" id="{2E4DF7ED-43DB-6E45-95DA-16645D4F16EE}"/>
                </a:ext>
              </a:extLst>
            </p:cNvPr>
            <p:cNvSpPr>
              <a:spLocks noChangeShapeType="1"/>
            </p:cNvSpPr>
            <p:nvPr/>
          </p:nvSpPr>
          <p:spPr bwMode="hidden">
            <a:xfrm rot="-5400000">
              <a:off x="588" y="882"/>
              <a:ext cx="0" cy="425"/>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9" name="Text Box 24">
              <a:extLst>
                <a:ext uri="{FF2B5EF4-FFF2-40B4-BE49-F238E27FC236}">
                  <a16:creationId xmlns:a16="http://schemas.microsoft.com/office/drawing/2014/main" id="{BFAA3A2B-5BDD-D06A-E8E4-68AD72E0CCF1}"/>
                </a:ext>
              </a:extLst>
            </p:cNvPr>
            <p:cNvSpPr txBox="1">
              <a:spLocks noChangeArrowheads="1"/>
            </p:cNvSpPr>
            <p:nvPr/>
          </p:nvSpPr>
          <p:spPr bwMode="hidden">
            <a:xfrm>
              <a:off x="324" y="813"/>
              <a:ext cx="108"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s-ES" altLang="es-CL" sz="1200" b="1"/>
                <a:t>Y</a:t>
              </a:r>
            </a:p>
          </p:txBody>
        </p:sp>
        <p:sp>
          <p:nvSpPr>
            <p:cNvPr id="10" name="Text Box 25">
              <a:extLst>
                <a:ext uri="{FF2B5EF4-FFF2-40B4-BE49-F238E27FC236}">
                  <a16:creationId xmlns:a16="http://schemas.microsoft.com/office/drawing/2014/main" id="{9E236627-07AF-56F7-5FD5-ABC9125C1667}"/>
                </a:ext>
              </a:extLst>
            </p:cNvPr>
            <p:cNvSpPr txBox="1">
              <a:spLocks noChangeArrowheads="1"/>
            </p:cNvSpPr>
            <p:nvPr/>
          </p:nvSpPr>
          <p:spPr bwMode="hidden">
            <a:xfrm>
              <a:off x="690" y="1179"/>
              <a:ext cx="111"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s-ES" altLang="es-CL" sz="1200" b="1"/>
                <a:t>X</a:t>
              </a:r>
            </a:p>
          </p:txBody>
        </p:sp>
      </p:grpSp>
      <p:grpSp>
        <p:nvGrpSpPr>
          <p:cNvPr id="12" name="Grupo 11">
            <a:extLst>
              <a:ext uri="{FF2B5EF4-FFF2-40B4-BE49-F238E27FC236}">
                <a16:creationId xmlns:a16="http://schemas.microsoft.com/office/drawing/2014/main" id="{A1C9E25D-94C4-9FD7-7271-87D4B4D3826B}"/>
              </a:ext>
            </a:extLst>
          </p:cNvPr>
          <p:cNvGrpSpPr/>
          <p:nvPr/>
        </p:nvGrpSpPr>
        <p:grpSpPr>
          <a:xfrm>
            <a:off x="5073350" y="4446241"/>
            <a:ext cx="3822701" cy="1597728"/>
            <a:chOff x="990408" y="1391670"/>
            <a:chExt cx="3822701" cy="1597728"/>
          </a:xfrm>
        </p:grpSpPr>
        <p:sp>
          <p:nvSpPr>
            <p:cNvPr id="13" name="Rectangle 27" descr="Corcho">
              <a:extLst>
                <a:ext uri="{FF2B5EF4-FFF2-40B4-BE49-F238E27FC236}">
                  <a16:creationId xmlns:a16="http://schemas.microsoft.com/office/drawing/2014/main" id="{7AB73CAF-75EC-BBA6-789D-F1F52A08C00E}"/>
                </a:ext>
              </a:extLst>
            </p:cNvPr>
            <p:cNvSpPr>
              <a:spLocks noChangeArrowheads="1"/>
            </p:cNvSpPr>
            <p:nvPr/>
          </p:nvSpPr>
          <p:spPr bwMode="hidden">
            <a:xfrm>
              <a:off x="1936558" y="2063237"/>
              <a:ext cx="503238" cy="144463"/>
            </a:xfrm>
            <a:prstGeom prst="rect">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14" name="Object 28">
              <a:extLst>
                <a:ext uri="{FF2B5EF4-FFF2-40B4-BE49-F238E27FC236}">
                  <a16:creationId xmlns:a16="http://schemas.microsoft.com/office/drawing/2014/main" id="{73D0A961-4241-1183-16E9-146452DCDAC1}"/>
                </a:ext>
              </a:extLst>
            </p:cNvPr>
            <p:cNvGraphicFramePr>
              <a:graphicFrameLocks noChangeAspect="1"/>
            </p:cNvGraphicFramePr>
            <p:nvPr>
              <p:extLst>
                <p:ext uri="{D42A27DB-BD31-4B8C-83A1-F6EECF244321}">
                  <p14:modId xmlns:p14="http://schemas.microsoft.com/office/powerpoint/2010/main" val="1372742083"/>
                </p:ext>
              </p:extLst>
            </p:nvPr>
          </p:nvGraphicFramePr>
          <p:xfrm>
            <a:off x="3228784" y="2636324"/>
            <a:ext cx="288925" cy="228600"/>
          </p:xfrm>
          <a:graphic>
            <a:graphicData uri="http://schemas.openxmlformats.org/presentationml/2006/ole">
              <mc:AlternateContent xmlns:mc="http://schemas.openxmlformats.org/markup-compatibility/2006">
                <mc:Choice xmlns:v="urn:schemas-microsoft-com:vml" Requires="v">
                  <p:oleObj name="Equation" r:id="rId4" imgW="241200" imgH="190440" progId="Equation.DSMT4">
                    <p:embed/>
                  </p:oleObj>
                </mc:Choice>
                <mc:Fallback>
                  <p:oleObj name="Equation" r:id="rId4" imgW="241200" imgH="190440" progId="Equation.DSMT4">
                    <p:embed/>
                    <p:pic>
                      <p:nvPicPr>
                        <p:cNvPr id="7" name="Object 28">
                          <a:extLst>
                            <a:ext uri="{FF2B5EF4-FFF2-40B4-BE49-F238E27FC236}">
                              <a16:creationId xmlns:a16="http://schemas.microsoft.com/office/drawing/2014/main" id="{9A7EFDFA-49CC-AC1D-A2D1-50B07089CE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8784" y="2636324"/>
                          <a:ext cx="288925"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29">
              <a:extLst>
                <a:ext uri="{FF2B5EF4-FFF2-40B4-BE49-F238E27FC236}">
                  <a16:creationId xmlns:a16="http://schemas.microsoft.com/office/drawing/2014/main" id="{12B540C0-1E0C-31BF-36A1-B83B4F14D663}"/>
                </a:ext>
              </a:extLst>
            </p:cNvPr>
            <p:cNvGraphicFramePr>
              <a:graphicFrameLocks noChangeAspect="1"/>
            </p:cNvGraphicFramePr>
            <p:nvPr>
              <p:extLst>
                <p:ext uri="{D42A27DB-BD31-4B8C-83A1-F6EECF244321}">
                  <p14:modId xmlns:p14="http://schemas.microsoft.com/office/powerpoint/2010/main" val="1885278113"/>
                </p:ext>
              </p:extLst>
            </p:nvPr>
          </p:nvGraphicFramePr>
          <p:xfrm>
            <a:off x="2725546" y="1988624"/>
            <a:ext cx="215900" cy="198438"/>
          </p:xfrm>
          <a:graphic>
            <a:graphicData uri="http://schemas.openxmlformats.org/presentationml/2006/ole">
              <mc:AlternateContent xmlns:mc="http://schemas.openxmlformats.org/markup-compatibility/2006">
                <mc:Choice xmlns:v="urn:schemas-microsoft-com:vml" Requires="v">
                  <p:oleObj name="Equation" r:id="rId6" imgW="164880" imgH="152280" progId="Equation.DSMT4">
                    <p:embed/>
                  </p:oleObj>
                </mc:Choice>
                <mc:Fallback>
                  <p:oleObj name="Equation" r:id="rId6" imgW="164880" imgH="152280" progId="Equation.DSMT4">
                    <p:embed/>
                    <p:pic>
                      <p:nvPicPr>
                        <p:cNvPr id="8" name="Object 29">
                          <a:extLst>
                            <a:ext uri="{FF2B5EF4-FFF2-40B4-BE49-F238E27FC236}">
                              <a16:creationId xmlns:a16="http://schemas.microsoft.com/office/drawing/2014/main" id="{E6EB4A2E-BED9-D820-EECE-EF38D67A45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25546" y="1988624"/>
                          <a:ext cx="2159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Line 30">
              <a:extLst>
                <a:ext uri="{FF2B5EF4-FFF2-40B4-BE49-F238E27FC236}">
                  <a16:creationId xmlns:a16="http://schemas.microsoft.com/office/drawing/2014/main" id="{54497EA1-FF52-01DA-0D5D-EB4A56165A52}"/>
                </a:ext>
              </a:extLst>
            </p:cNvPr>
            <p:cNvSpPr>
              <a:spLocks noChangeShapeType="1"/>
            </p:cNvSpPr>
            <p:nvPr/>
          </p:nvSpPr>
          <p:spPr bwMode="hidden">
            <a:xfrm flipV="1">
              <a:off x="2439796" y="1842574"/>
              <a:ext cx="917575" cy="293688"/>
            </a:xfrm>
            <a:prstGeom prst="line">
              <a:avLst/>
            </a:prstGeom>
            <a:noFill/>
            <a:ln w="9525">
              <a:solidFill>
                <a:srgbClr val="99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sp>
          <p:nvSpPr>
            <p:cNvPr id="17" name="Line 31">
              <a:extLst>
                <a:ext uri="{FF2B5EF4-FFF2-40B4-BE49-F238E27FC236}">
                  <a16:creationId xmlns:a16="http://schemas.microsoft.com/office/drawing/2014/main" id="{DA13244F-DDEC-0FE9-936B-CD88A875665A}"/>
                </a:ext>
              </a:extLst>
            </p:cNvPr>
            <p:cNvSpPr>
              <a:spLocks noChangeShapeType="1"/>
            </p:cNvSpPr>
            <p:nvPr/>
          </p:nvSpPr>
          <p:spPr bwMode="hidden">
            <a:xfrm flipV="1">
              <a:off x="2188971" y="2560124"/>
              <a:ext cx="247650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a:p>
          </p:txBody>
        </p:sp>
        <p:grpSp>
          <p:nvGrpSpPr>
            <p:cNvPr id="18" name="Group 32">
              <a:extLst>
                <a:ext uri="{FF2B5EF4-FFF2-40B4-BE49-F238E27FC236}">
                  <a16:creationId xmlns:a16="http://schemas.microsoft.com/office/drawing/2014/main" id="{D3D431ED-4D5E-28AC-39FC-15D2AA84245A}"/>
                </a:ext>
              </a:extLst>
            </p:cNvPr>
            <p:cNvGrpSpPr>
              <a:grpSpLocks/>
            </p:cNvGrpSpPr>
            <p:nvPr/>
          </p:nvGrpSpPr>
          <p:grpSpPr bwMode="auto">
            <a:xfrm>
              <a:off x="3303396" y="1483799"/>
              <a:ext cx="349250" cy="720725"/>
              <a:chOff x="1791" y="3657"/>
              <a:chExt cx="220" cy="454"/>
            </a:xfrm>
          </p:grpSpPr>
          <p:sp>
            <p:nvSpPr>
              <p:cNvPr id="30" name="Line 33">
                <a:extLst>
                  <a:ext uri="{FF2B5EF4-FFF2-40B4-BE49-F238E27FC236}">
                    <a16:creationId xmlns:a16="http://schemas.microsoft.com/office/drawing/2014/main" id="{0BCB20C4-895A-867A-CC4B-EB9655C1C7C1}"/>
                  </a:ext>
                </a:extLst>
              </p:cNvPr>
              <p:cNvSpPr>
                <a:spLocks noChangeShapeType="1"/>
              </p:cNvSpPr>
              <p:nvPr/>
            </p:nvSpPr>
            <p:spPr bwMode="hidden">
              <a:xfrm flipH="1">
                <a:off x="1880" y="3721"/>
                <a:ext cx="18" cy="195"/>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grpSp>
            <p:nvGrpSpPr>
              <p:cNvPr id="31" name="Group 34">
                <a:extLst>
                  <a:ext uri="{FF2B5EF4-FFF2-40B4-BE49-F238E27FC236}">
                    <a16:creationId xmlns:a16="http://schemas.microsoft.com/office/drawing/2014/main" id="{39540956-D219-7081-78A9-A43DBAA8BC64}"/>
                  </a:ext>
                </a:extLst>
              </p:cNvPr>
              <p:cNvGrpSpPr>
                <a:grpSpLocks/>
              </p:cNvGrpSpPr>
              <p:nvPr/>
            </p:nvGrpSpPr>
            <p:grpSpPr bwMode="auto">
              <a:xfrm rot="685627" flipH="1">
                <a:off x="1795" y="3911"/>
                <a:ext cx="82" cy="192"/>
                <a:chOff x="2231" y="3566"/>
                <a:chExt cx="150" cy="405"/>
              </a:xfrm>
            </p:grpSpPr>
            <p:sp>
              <p:nvSpPr>
                <p:cNvPr id="48" name="Line 35">
                  <a:extLst>
                    <a:ext uri="{FF2B5EF4-FFF2-40B4-BE49-F238E27FC236}">
                      <a16:creationId xmlns:a16="http://schemas.microsoft.com/office/drawing/2014/main" id="{2AFE5A3E-893B-D15F-E86B-981944B467CB}"/>
                    </a:ext>
                  </a:extLst>
                </p:cNvPr>
                <p:cNvSpPr>
                  <a:spLocks noChangeShapeType="1"/>
                </p:cNvSpPr>
                <p:nvPr/>
              </p:nvSpPr>
              <p:spPr bwMode="hidden">
                <a:xfrm flipH="1">
                  <a:off x="2231" y="3566"/>
                  <a:ext cx="28" cy="226"/>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49" name="Line 36">
                  <a:extLst>
                    <a:ext uri="{FF2B5EF4-FFF2-40B4-BE49-F238E27FC236}">
                      <a16:creationId xmlns:a16="http://schemas.microsoft.com/office/drawing/2014/main" id="{5F04FA8C-D511-B270-10ED-82DD7AD5AC4B}"/>
                    </a:ext>
                  </a:extLst>
                </p:cNvPr>
                <p:cNvSpPr>
                  <a:spLocks noChangeShapeType="1"/>
                </p:cNvSpPr>
                <p:nvPr/>
              </p:nvSpPr>
              <p:spPr bwMode="hidden">
                <a:xfrm>
                  <a:off x="2231" y="3792"/>
                  <a:ext cx="146" cy="156"/>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50" name="Oval 37">
                  <a:extLst>
                    <a:ext uri="{FF2B5EF4-FFF2-40B4-BE49-F238E27FC236}">
                      <a16:creationId xmlns:a16="http://schemas.microsoft.com/office/drawing/2014/main" id="{C301AD13-9B1E-B0D9-F95F-F8C9DDBD90EC}"/>
                    </a:ext>
                  </a:extLst>
                </p:cNvPr>
                <p:cNvSpPr>
                  <a:spLocks noChangeArrowheads="1"/>
                </p:cNvSpPr>
                <p:nvPr/>
              </p:nvSpPr>
              <p:spPr bwMode="hidden">
                <a:xfrm rot="5400000" flipH="1">
                  <a:off x="2298" y="3888"/>
                  <a:ext cx="35" cy="131"/>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grpSp>
          <p:grpSp>
            <p:nvGrpSpPr>
              <p:cNvPr id="32" name="Group 38">
                <a:extLst>
                  <a:ext uri="{FF2B5EF4-FFF2-40B4-BE49-F238E27FC236}">
                    <a16:creationId xmlns:a16="http://schemas.microsoft.com/office/drawing/2014/main" id="{A1077739-C52D-39E0-BBF4-304A30D46F2E}"/>
                  </a:ext>
                </a:extLst>
              </p:cNvPr>
              <p:cNvGrpSpPr>
                <a:grpSpLocks/>
              </p:cNvGrpSpPr>
              <p:nvPr/>
            </p:nvGrpSpPr>
            <p:grpSpPr bwMode="auto">
              <a:xfrm>
                <a:off x="1882" y="3919"/>
                <a:ext cx="129" cy="192"/>
                <a:chOff x="1882" y="3919"/>
                <a:chExt cx="129" cy="192"/>
              </a:xfrm>
            </p:grpSpPr>
            <p:sp>
              <p:nvSpPr>
                <p:cNvPr id="45" name="Line 39">
                  <a:extLst>
                    <a:ext uri="{FF2B5EF4-FFF2-40B4-BE49-F238E27FC236}">
                      <a16:creationId xmlns:a16="http://schemas.microsoft.com/office/drawing/2014/main" id="{379388AF-6715-7CBD-DABF-B450E2D85F03}"/>
                    </a:ext>
                  </a:extLst>
                </p:cNvPr>
                <p:cNvSpPr>
                  <a:spLocks noChangeShapeType="1"/>
                </p:cNvSpPr>
                <p:nvPr/>
              </p:nvSpPr>
              <p:spPr bwMode="hidden">
                <a:xfrm>
                  <a:off x="1882" y="3919"/>
                  <a:ext cx="94" cy="78"/>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46" name="Line 40">
                  <a:extLst>
                    <a:ext uri="{FF2B5EF4-FFF2-40B4-BE49-F238E27FC236}">
                      <a16:creationId xmlns:a16="http://schemas.microsoft.com/office/drawing/2014/main" id="{53E8B3E4-EE61-830C-BAE9-9DAA644273D6}"/>
                    </a:ext>
                  </a:extLst>
                </p:cNvPr>
                <p:cNvSpPr>
                  <a:spLocks noChangeShapeType="1"/>
                </p:cNvSpPr>
                <p:nvPr/>
              </p:nvSpPr>
              <p:spPr bwMode="hidden">
                <a:xfrm flipH="1">
                  <a:off x="1945" y="3997"/>
                  <a:ext cx="31" cy="108"/>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47" name="Oval 41">
                  <a:extLst>
                    <a:ext uri="{FF2B5EF4-FFF2-40B4-BE49-F238E27FC236}">
                      <a16:creationId xmlns:a16="http://schemas.microsoft.com/office/drawing/2014/main" id="{1C4D778F-8462-5611-8FFB-306BD5EB7A56}"/>
                    </a:ext>
                  </a:extLst>
                </p:cNvPr>
                <p:cNvSpPr>
                  <a:spLocks noChangeArrowheads="1"/>
                </p:cNvSpPr>
                <p:nvPr/>
              </p:nvSpPr>
              <p:spPr bwMode="hidden">
                <a:xfrm rot="-5400000">
                  <a:off x="1968" y="4068"/>
                  <a:ext cx="15" cy="71"/>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grpSp>
          <p:grpSp>
            <p:nvGrpSpPr>
              <p:cNvPr id="33" name="Group 42">
                <a:extLst>
                  <a:ext uri="{FF2B5EF4-FFF2-40B4-BE49-F238E27FC236}">
                    <a16:creationId xmlns:a16="http://schemas.microsoft.com/office/drawing/2014/main" id="{7888A85E-80F1-F1E4-142E-394889902987}"/>
                  </a:ext>
                </a:extLst>
              </p:cNvPr>
              <p:cNvGrpSpPr>
                <a:grpSpLocks/>
              </p:cNvGrpSpPr>
              <p:nvPr/>
            </p:nvGrpSpPr>
            <p:grpSpPr bwMode="auto">
              <a:xfrm rot="777969" flipH="1">
                <a:off x="1882" y="3657"/>
                <a:ext cx="96" cy="71"/>
                <a:chOff x="2119" y="2988"/>
                <a:chExt cx="174" cy="157"/>
              </a:xfrm>
            </p:grpSpPr>
            <p:sp>
              <p:nvSpPr>
                <p:cNvPr id="42" name="Oval 43">
                  <a:extLst>
                    <a:ext uri="{FF2B5EF4-FFF2-40B4-BE49-F238E27FC236}">
                      <a16:creationId xmlns:a16="http://schemas.microsoft.com/office/drawing/2014/main" id="{38426AC4-7887-25BC-D9B1-03C961C0371C}"/>
                    </a:ext>
                  </a:extLst>
                </p:cNvPr>
                <p:cNvSpPr>
                  <a:spLocks noChangeArrowheads="1"/>
                </p:cNvSpPr>
                <p:nvPr/>
              </p:nvSpPr>
              <p:spPr bwMode="hidden">
                <a:xfrm flipH="1">
                  <a:off x="2205" y="3011"/>
                  <a:ext cx="88" cy="134"/>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43" name="Line 44">
                  <a:extLst>
                    <a:ext uri="{FF2B5EF4-FFF2-40B4-BE49-F238E27FC236}">
                      <a16:creationId xmlns:a16="http://schemas.microsoft.com/office/drawing/2014/main" id="{99DABEFE-CFA9-0878-0CBB-08FAC24DEB00}"/>
                    </a:ext>
                  </a:extLst>
                </p:cNvPr>
                <p:cNvSpPr>
                  <a:spLocks noChangeShapeType="1"/>
                </p:cNvSpPr>
                <p:nvPr/>
              </p:nvSpPr>
              <p:spPr bwMode="hidden">
                <a:xfrm flipH="1">
                  <a:off x="2119" y="3033"/>
                  <a:ext cx="174" cy="0"/>
                </a:xfrm>
                <a:prstGeom prst="line">
                  <a:avLst/>
                </a:prstGeom>
                <a:no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44" name="Rectangle 45">
                  <a:extLst>
                    <a:ext uri="{FF2B5EF4-FFF2-40B4-BE49-F238E27FC236}">
                      <a16:creationId xmlns:a16="http://schemas.microsoft.com/office/drawing/2014/main" id="{8591179D-9054-AC61-9A87-257FF4988AF0}"/>
                    </a:ext>
                  </a:extLst>
                </p:cNvPr>
                <p:cNvSpPr>
                  <a:spLocks noChangeArrowheads="1"/>
                </p:cNvSpPr>
                <p:nvPr/>
              </p:nvSpPr>
              <p:spPr bwMode="hidden">
                <a:xfrm flipH="1">
                  <a:off x="2205" y="2988"/>
                  <a:ext cx="88" cy="45"/>
                </a:xfrm>
                <a:prstGeom prst="rect">
                  <a:avLst/>
                </a:prstGeom>
                <a:solidFill>
                  <a:srgbClr val="0000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grpSp>
          <p:grpSp>
            <p:nvGrpSpPr>
              <p:cNvPr id="34" name="Group 46">
                <a:extLst>
                  <a:ext uri="{FF2B5EF4-FFF2-40B4-BE49-F238E27FC236}">
                    <a16:creationId xmlns:a16="http://schemas.microsoft.com/office/drawing/2014/main" id="{5394FEAC-C951-BE85-5748-C704AB3A3605}"/>
                  </a:ext>
                </a:extLst>
              </p:cNvPr>
              <p:cNvGrpSpPr>
                <a:grpSpLocks/>
              </p:cNvGrpSpPr>
              <p:nvPr/>
            </p:nvGrpSpPr>
            <p:grpSpPr bwMode="auto">
              <a:xfrm>
                <a:off x="1856" y="3752"/>
                <a:ext cx="94" cy="130"/>
                <a:chOff x="4770" y="2984"/>
                <a:chExt cx="170" cy="287"/>
              </a:xfrm>
            </p:grpSpPr>
            <p:sp>
              <p:nvSpPr>
                <p:cNvPr id="39" name="Line 47">
                  <a:extLst>
                    <a:ext uri="{FF2B5EF4-FFF2-40B4-BE49-F238E27FC236}">
                      <a16:creationId xmlns:a16="http://schemas.microsoft.com/office/drawing/2014/main" id="{DC0E68AF-63DB-1CC6-C360-EED12E2FF6AA}"/>
                    </a:ext>
                  </a:extLst>
                </p:cNvPr>
                <p:cNvSpPr>
                  <a:spLocks noChangeShapeType="1"/>
                </p:cNvSpPr>
                <p:nvPr/>
              </p:nvSpPr>
              <p:spPr bwMode="hidden">
                <a:xfrm rot="20903922" flipH="1">
                  <a:off x="4770" y="2984"/>
                  <a:ext cx="88" cy="159"/>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40" name="Line 48">
                  <a:extLst>
                    <a:ext uri="{FF2B5EF4-FFF2-40B4-BE49-F238E27FC236}">
                      <a16:creationId xmlns:a16="http://schemas.microsoft.com/office/drawing/2014/main" id="{AC1D4B43-50E7-1CED-F90D-5A8C46F6522E}"/>
                    </a:ext>
                  </a:extLst>
                </p:cNvPr>
                <p:cNvSpPr>
                  <a:spLocks noChangeShapeType="1"/>
                </p:cNvSpPr>
                <p:nvPr/>
              </p:nvSpPr>
              <p:spPr bwMode="hidden">
                <a:xfrm rot="-696078">
                  <a:off x="4799" y="3137"/>
                  <a:ext cx="116" cy="134"/>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41" name="Oval 49">
                  <a:extLst>
                    <a:ext uri="{FF2B5EF4-FFF2-40B4-BE49-F238E27FC236}">
                      <a16:creationId xmlns:a16="http://schemas.microsoft.com/office/drawing/2014/main" id="{7EF1F482-E8D3-880E-97E4-A6D6A9BB5F4D}"/>
                    </a:ext>
                  </a:extLst>
                </p:cNvPr>
                <p:cNvSpPr>
                  <a:spLocks noChangeArrowheads="1"/>
                </p:cNvSpPr>
                <p:nvPr/>
              </p:nvSpPr>
              <p:spPr bwMode="hidden">
                <a:xfrm rot="1049431">
                  <a:off x="4900" y="3236"/>
                  <a:ext cx="40" cy="22"/>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grpSp>
          <p:grpSp>
            <p:nvGrpSpPr>
              <p:cNvPr id="35" name="Group 50">
                <a:extLst>
                  <a:ext uri="{FF2B5EF4-FFF2-40B4-BE49-F238E27FC236}">
                    <a16:creationId xmlns:a16="http://schemas.microsoft.com/office/drawing/2014/main" id="{5F767A41-2BD8-0D31-E7A8-2E2E53B7EDEE}"/>
                  </a:ext>
                </a:extLst>
              </p:cNvPr>
              <p:cNvGrpSpPr>
                <a:grpSpLocks/>
              </p:cNvGrpSpPr>
              <p:nvPr/>
            </p:nvGrpSpPr>
            <p:grpSpPr bwMode="auto">
              <a:xfrm rot="3073943">
                <a:off x="1826" y="3742"/>
                <a:ext cx="75" cy="146"/>
                <a:chOff x="4913" y="2944"/>
                <a:chExt cx="167" cy="265"/>
              </a:xfrm>
            </p:grpSpPr>
            <p:sp>
              <p:nvSpPr>
                <p:cNvPr id="36" name="Line 51">
                  <a:extLst>
                    <a:ext uri="{FF2B5EF4-FFF2-40B4-BE49-F238E27FC236}">
                      <a16:creationId xmlns:a16="http://schemas.microsoft.com/office/drawing/2014/main" id="{746A0B41-7910-C994-FF63-E5C1B75E9F8F}"/>
                    </a:ext>
                  </a:extLst>
                </p:cNvPr>
                <p:cNvSpPr>
                  <a:spLocks noChangeShapeType="1"/>
                </p:cNvSpPr>
                <p:nvPr/>
              </p:nvSpPr>
              <p:spPr bwMode="hidden">
                <a:xfrm rot="192924">
                  <a:off x="4913" y="2944"/>
                  <a:ext cx="50" cy="166"/>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37" name="Line 52">
                  <a:extLst>
                    <a:ext uri="{FF2B5EF4-FFF2-40B4-BE49-F238E27FC236}">
                      <a16:creationId xmlns:a16="http://schemas.microsoft.com/office/drawing/2014/main" id="{E214F7F6-83D5-6DCD-97A5-2A6C4A6C5B56}"/>
                    </a:ext>
                  </a:extLst>
                </p:cNvPr>
                <p:cNvSpPr>
                  <a:spLocks noChangeShapeType="1"/>
                </p:cNvSpPr>
                <p:nvPr/>
              </p:nvSpPr>
              <p:spPr bwMode="hidden">
                <a:xfrm rot="192924">
                  <a:off x="4956" y="3114"/>
                  <a:ext cx="105" cy="89"/>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CL"/>
                </a:p>
              </p:txBody>
            </p:sp>
            <p:sp>
              <p:nvSpPr>
                <p:cNvPr id="38" name="Oval 53">
                  <a:extLst>
                    <a:ext uri="{FF2B5EF4-FFF2-40B4-BE49-F238E27FC236}">
                      <a16:creationId xmlns:a16="http://schemas.microsoft.com/office/drawing/2014/main" id="{59643A6C-F777-AC39-13E8-75CBFF2C26BF}"/>
                    </a:ext>
                  </a:extLst>
                </p:cNvPr>
                <p:cNvSpPr>
                  <a:spLocks noChangeArrowheads="1"/>
                </p:cNvSpPr>
                <p:nvPr/>
              </p:nvSpPr>
              <p:spPr bwMode="hidden">
                <a:xfrm rot="907923">
                  <a:off x="5040" y="3187"/>
                  <a:ext cx="40" cy="22"/>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grpSp>
        </p:grpSp>
        <p:grpSp>
          <p:nvGrpSpPr>
            <p:cNvPr id="19" name="Group 54">
              <a:extLst>
                <a:ext uri="{FF2B5EF4-FFF2-40B4-BE49-F238E27FC236}">
                  <a16:creationId xmlns:a16="http://schemas.microsoft.com/office/drawing/2014/main" id="{09684680-D481-4C34-DA90-B570B3905F44}"/>
                </a:ext>
              </a:extLst>
            </p:cNvPr>
            <p:cNvGrpSpPr>
              <a:grpSpLocks/>
            </p:cNvGrpSpPr>
            <p:nvPr/>
          </p:nvGrpSpPr>
          <p:grpSpPr bwMode="auto">
            <a:xfrm>
              <a:off x="990408" y="2206112"/>
              <a:ext cx="3822701" cy="142875"/>
              <a:chOff x="-333" y="4112"/>
              <a:chExt cx="3212" cy="90"/>
            </a:xfrm>
          </p:grpSpPr>
          <p:sp>
            <p:nvSpPr>
              <p:cNvPr id="28" name="Rectangle 55" descr="Confeti grande">
                <a:extLst>
                  <a:ext uri="{FF2B5EF4-FFF2-40B4-BE49-F238E27FC236}">
                    <a16:creationId xmlns:a16="http://schemas.microsoft.com/office/drawing/2014/main" id="{232BFF07-281C-DB1A-F1E4-4D9BD977513E}"/>
                  </a:ext>
                </a:extLst>
              </p:cNvPr>
              <p:cNvSpPr>
                <a:spLocks noChangeArrowheads="1"/>
              </p:cNvSpPr>
              <p:nvPr/>
            </p:nvSpPr>
            <p:spPr bwMode="hidden">
              <a:xfrm>
                <a:off x="-332" y="4112"/>
                <a:ext cx="3211" cy="90"/>
              </a:xfrm>
              <a:prstGeom prst="rect">
                <a:avLst/>
              </a:prstGeom>
              <a:pattFill prst="lgConfetti">
                <a:fgClr>
                  <a:srgbClr val="008080"/>
                </a:fgClr>
                <a:bgClr>
                  <a:srgbClr val="FFFFFF"/>
                </a:bgClr>
              </a:patt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9" name="Line 56">
                <a:extLst>
                  <a:ext uri="{FF2B5EF4-FFF2-40B4-BE49-F238E27FC236}">
                    <a16:creationId xmlns:a16="http://schemas.microsoft.com/office/drawing/2014/main" id="{12E4A4F6-E1BC-BBDB-688D-218825D90348}"/>
                  </a:ext>
                </a:extLst>
              </p:cNvPr>
              <p:cNvSpPr>
                <a:spLocks noChangeShapeType="1"/>
              </p:cNvSpPr>
              <p:nvPr/>
            </p:nvSpPr>
            <p:spPr bwMode="auto">
              <a:xfrm flipH="1" flipV="1">
                <a:off x="-333" y="4112"/>
                <a:ext cx="3211" cy="0"/>
              </a:xfrm>
              <a:prstGeom prst="line">
                <a:avLst/>
              </a:prstGeom>
              <a:noFill/>
              <a:ln w="0">
                <a:solidFill>
                  <a:srgbClr val="008080"/>
                </a:solidFill>
                <a:round/>
                <a:headEnd/>
                <a:tailEnd/>
              </a:ln>
              <a:extLst>
                <a:ext uri="{909E8E84-426E-40DD-AFC4-6F175D3DCCD1}">
                  <a14:hiddenFill xmlns:a14="http://schemas.microsoft.com/office/drawing/2010/main">
                    <a:noFill/>
                  </a14:hiddenFill>
                </a:ext>
              </a:extLst>
            </p:spPr>
            <p:txBody>
              <a:bodyPr/>
              <a:lstStyle/>
              <a:p>
                <a:endParaRPr lang="es-CL"/>
              </a:p>
            </p:txBody>
          </p:sp>
        </p:grpSp>
        <p:cxnSp>
          <p:nvCxnSpPr>
            <p:cNvPr id="20" name="Conector recto de flecha 19">
              <a:extLst>
                <a:ext uri="{FF2B5EF4-FFF2-40B4-BE49-F238E27FC236}">
                  <a16:creationId xmlns:a16="http://schemas.microsoft.com/office/drawing/2014/main" id="{F4DB6DA9-AFD7-0EE2-7861-05465EAE7D97}"/>
                </a:ext>
              </a:extLst>
            </p:cNvPr>
            <p:cNvCxnSpPr>
              <a:stCxn id="13" idx="3"/>
            </p:cNvCxnSpPr>
            <p:nvPr/>
          </p:nvCxnSpPr>
          <p:spPr>
            <a:xfrm flipV="1">
              <a:off x="2439797" y="1894962"/>
              <a:ext cx="753467" cy="24050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96332D91-FC4E-08C7-3E7A-B4BB657113A5}"/>
                </a:ext>
              </a:extLst>
            </p:cNvPr>
            <p:cNvCxnSpPr/>
            <p:nvPr/>
          </p:nvCxnSpPr>
          <p:spPr>
            <a:xfrm flipV="1">
              <a:off x="2188178" y="1595272"/>
              <a:ext cx="0" cy="5997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15CE919B-5E48-3C97-6B24-FF9AE1C5790B}"/>
                </a:ext>
              </a:extLst>
            </p:cNvPr>
            <p:cNvCxnSpPr>
              <a:stCxn id="13" idx="0"/>
            </p:cNvCxnSpPr>
            <p:nvPr/>
          </p:nvCxnSpPr>
          <p:spPr>
            <a:xfrm>
              <a:off x="2188178" y="2063237"/>
              <a:ext cx="0" cy="733402"/>
            </a:xfrm>
            <a:prstGeom prst="straightConnector1">
              <a:avLst/>
            </a:prstGeom>
            <a:ln w="25400">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5C609FD7-C0E7-26D0-85F9-10D7B48C6F93}"/>
                </a:ext>
              </a:extLst>
            </p:cNvPr>
            <p:cNvCxnSpPr/>
            <p:nvPr/>
          </p:nvCxnSpPr>
          <p:spPr>
            <a:xfrm flipH="1">
              <a:off x="1430977" y="2209586"/>
              <a:ext cx="505582" cy="0"/>
            </a:xfrm>
            <a:prstGeom prst="straightConnector1">
              <a:avLst/>
            </a:prstGeom>
            <a:ln w="25400">
              <a:solidFill>
                <a:srgbClr val="0033CC"/>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Objeto 23">
              <a:extLst>
                <a:ext uri="{FF2B5EF4-FFF2-40B4-BE49-F238E27FC236}">
                  <a16:creationId xmlns:a16="http://schemas.microsoft.com/office/drawing/2014/main" id="{25F43EAF-3EA0-1C7B-3211-7527FCF0AC8A}"/>
                </a:ext>
              </a:extLst>
            </p:cNvPr>
            <p:cNvGraphicFramePr>
              <a:graphicFrameLocks noChangeAspect="1"/>
            </p:cNvGraphicFramePr>
            <p:nvPr>
              <p:extLst>
                <p:ext uri="{D42A27DB-BD31-4B8C-83A1-F6EECF244321}">
                  <p14:modId xmlns:p14="http://schemas.microsoft.com/office/powerpoint/2010/main" val="3769166844"/>
                </p:ext>
              </p:extLst>
            </p:nvPr>
          </p:nvGraphicFramePr>
          <p:xfrm>
            <a:off x="2099278" y="1391670"/>
            <a:ext cx="177800" cy="215900"/>
          </p:xfrm>
          <a:graphic>
            <a:graphicData uri="http://schemas.openxmlformats.org/presentationml/2006/ole">
              <mc:AlternateContent xmlns:mc="http://schemas.openxmlformats.org/markup-compatibility/2006">
                <mc:Choice xmlns:v="urn:schemas-microsoft-com:vml" Requires="v">
                  <p:oleObj name="Equation" r:id="rId8" imgW="177480" imgH="215640" progId="Equation.DSMT4">
                    <p:embed/>
                  </p:oleObj>
                </mc:Choice>
                <mc:Fallback>
                  <p:oleObj name="Equation" r:id="rId8" imgW="177480" imgH="215640" progId="Equation.DSMT4">
                    <p:embed/>
                    <p:pic>
                      <p:nvPicPr>
                        <p:cNvPr id="48" name="Objeto 47">
                          <a:extLst>
                            <a:ext uri="{FF2B5EF4-FFF2-40B4-BE49-F238E27FC236}">
                              <a16:creationId xmlns:a16="http://schemas.microsoft.com/office/drawing/2014/main" id="{FCFFEF44-5DF8-E228-30FC-861273DBA551}"/>
                            </a:ext>
                          </a:extLst>
                        </p:cNvPr>
                        <p:cNvPicPr/>
                        <p:nvPr/>
                      </p:nvPicPr>
                      <p:blipFill>
                        <a:blip r:embed="rId9"/>
                        <a:stretch>
                          <a:fillRect/>
                        </a:stretch>
                      </p:blipFill>
                      <p:spPr>
                        <a:xfrm>
                          <a:off x="2099278" y="1391670"/>
                          <a:ext cx="177800" cy="215900"/>
                        </a:xfrm>
                        <a:prstGeom prst="rect">
                          <a:avLst/>
                        </a:prstGeom>
                      </p:spPr>
                    </p:pic>
                  </p:oleObj>
                </mc:Fallback>
              </mc:AlternateContent>
            </a:graphicData>
          </a:graphic>
        </p:graphicFrame>
        <p:graphicFrame>
          <p:nvGraphicFramePr>
            <p:cNvPr id="25" name="Objeto 24">
              <a:extLst>
                <a:ext uri="{FF2B5EF4-FFF2-40B4-BE49-F238E27FC236}">
                  <a16:creationId xmlns:a16="http://schemas.microsoft.com/office/drawing/2014/main" id="{3E4DEFA7-B998-61A9-1EDE-516D7EB61C75}"/>
                </a:ext>
              </a:extLst>
            </p:cNvPr>
            <p:cNvGraphicFramePr>
              <a:graphicFrameLocks noChangeAspect="1"/>
            </p:cNvGraphicFramePr>
            <p:nvPr>
              <p:extLst>
                <p:ext uri="{D42A27DB-BD31-4B8C-83A1-F6EECF244321}">
                  <p14:modId xmlns:p14="http://schemas.microsoft.com/office/powerpoint/2010/main" val="2450175898"/>
                </p:ext>
              </p:extLst>
            </p:nvPr>
          </p:nvGraphicFramePr>
          <p:xfrm>
            <a:off x="2067528" y="2786198"/>
            <a:ext cx="241300" cy="203200"/>
          </p:xfrm>
          <a:graphic>
            <a:graphicData uri="http://schemas.openxmlformats.org/presentationml/2006/ole">
              <mc:AlternateContent xmlns:mc="http://schemas.openxmlformats.org/markup-compatibility/2006">
                <mc:Choice xmlns:v="urn:schemas-microsoft-com:vml" Requires="v">
                  <p:oleObj name="Equation" r:id="rId10" imgW="241200" imgH="203040" progId="Equation.DSMT4">
                    <p:embed/>
                  </p:oleObj>
                </mc:Choice>
                <mc:Fallback>
                  <p:oleObj name="Equation" r:id="rId10" imgW="241200" imgH="203040" progId="Equation.DSMT4">
                    <p:embed/>
                    <p:pic>
                      <p:nvPicPr>
                        <p:cNvPr id="49" name="Objeto 48">
                          <a:extLst>
                            <a:ext uri="{FF2B5EF4-FFF2-40B4-BE49-F238E27FC236}">
                              <a16:creationId xmlns:a16="http://schemas.microsoft.com/office/drawing/2014/main" id="{6EA1C89C-8895-C77A-BCEF-01612DD577F1}"/>
                            </a:ext>
                          </a:extLst>
                        </p:cNvPr>
                        <p:cNvPicPr/>
                        <p:nvPr/>
                      </p:nvPicPr>
                      <p:blipFill>
                        <a:blip r:embed="rId11"/>
                        <a:stretch>
                          <a:fillRect/>
                        </a:stretch>
                      </p:blipFill>
                      <p:spPr>
                        <a:xfrm>
                          <a:off x="2067528" y="2786198"/>
                          <a:ext cx="241300" cy="203200"/>
                        </a:xfrm>
                        <a:prstGeom prst="rect">
                          <a:avLst/>
                        </a:prstGeom>
                      </p:spPr>
                    </p:pic>
                  </p:oleObj>
                </mc:Fallback>
              </mc:AlternateContent>
            </a:graphicData>
          </a:graphic>
        </p:graphicFrame>
        <p:graphicFrame>
          <p:nvGraphicFramePr>
            <p:cNvPr id="26" name="Objeto 25">
              <a:extLst>
                <a:ext uri="{FF2B5EF4-FFF2-40B4-BE49-F238E27FC236}">
                  <a16:creationId xmlns:a16="http://schemas.microsoft.com/office/drawing/2014/main" id="{389A610E-EFBB-6E72-23D5-EDFFAD20398D}"/>
                </a:ext>
              </a:extLst>
            </p:cNvPr>
            <p:cNvGraphicFramePr>
              <a:graphicFrameLocks noChangeAspect="1"/>
            </p:cNvGraphicFramePr>
            <p:nvPr>
              <p:extLst>
                <p:ext uri="{D42A27DB-BD31-4B8C-83A1-F6EECF244321}">
                  <p14:modId xmlns:p14="http://schemas.microsoft.com/office/powerpoint/2010/main" val="51236165"/>
                </p:ext>
              </p:extLst>
            </p:nvPr>
          </p:nvGraphicFramePr>
          <p:xfrm>
            <a:off x="1279336" y="2011794"/>
            <a:ext cx="152400" cy="241300"/>
          </p:xfrm>
          <a:graphic>
            <a:graphicData uri="http://schemas.openxmlformats.org/presentationml/2006/ole">
              <mc:AlternateContent xmlns:mc="http://schemas.openxmlformats.org/markup-compatibility/2006">
                <mc:Choice xmlns:v="urn:schemas-microsoft-com:vml" Requires="v">
                  <p:oleObj name="Equation" r:id="rId12" imgW="152280" imgH="241200" progId="Equation.DSMT4">
                    <p:embed/>
                  </p:oleObj>
                </mc:Choice>
                <mc:Fallback>
                  <p:oleObj name="Equation" r:id="rId12" imgW="152280" imgH="241200" progId="Equation.DSMT4">
                    <p:embed/>
                    <p:pic>
                      <p:nvPicPr>
                        <p:cNvPr id="50" name="Objeto 49">
                          <a:extLst>
                            <a:ext uri="{FF2B5EF4-FFF2-40B4-BE49-F238E27FC236}">
                              <a16:creationId xmlns:a16="http://schemas.microsoft.com/office/drawing/2014/main" id="{D7BB0F80-4ED8-6334-622E-F53E981F331E}"/>
                            </a:ext>
                          </a:extLst>
                        </p:cNvPr>
                        <p:cNvPicPr/>
                        <p:nvPr/>
                      </p:nvPicPr>
                      <p:blipFill>
                        <a:blip r:embed="rId13"/>
                        <a:stretch>
                          <a:fillRect/>
                        </a:stretch>
                      </p:blipFill>
                      <p:spPr>
                        <a:xfrm>
                          <a:off x="1279336" y="2011794"/>
                          <a:ext cx="152400" cy="241300"/>
                        </a:xfrm>
                        <a:prstGeom prst="rect">
                          <a:avLst/>
                        </a:prstGeom>
                      </p:spPr>
                    </p:pic>
                  </p:oleObj>
                </mc:Fallback>
              </mc:AlternateContent>
            </a:graphicData>
          </a:graphic>
        </p:graphicFrame>
        <p:graphicFrame>
          <p:nvGraphicFramePr>
            <p:cNvPr id="27" name="Objeto 26">
              <a:extLst>
                <a:ext uri="{FF2B5EF4-FFF2-40B4-BE49-F238E27FC236}">
                  <a16:creationId xmlns:a16="http://schemas.microsoft.com/office/drawing/2014/main" id="{12322C3B-D45E-9D39-D145-6D2504A4153A}"/>
                </a:ext>
              </a:extLst>
            </p:cNvPr>
            <p:cNvGraphicFramePr>
              <a:graphicFrameLocks noChangeAspect="1"/>
            </p:cNvGraphicFramePr>
            <p:nvPr>
              <p:extLst>
                <p:ext uri="{D42A27DB-BD31-4B8C-83A1-F6EECF244321}">
                  <p14:modId xmlns:p14="http://schemas.microsoft.com/office/powerpoint/2010/main" val="3925169567"/>
                </p:ext>
              </p:extLst>
            </p:nvPr>
          </p:nvGraphicFramePr>
          <p:xfrm>
            <a:off x="2979142" y="1669932"/>
            <a:ext cx="139700" cy="203200"/>
          </p:xfrm>
          <a:graphic>
            <a:graphicData uri="http://schemas.openxmlformats.org/presentationml/2006/ole">
              <mc:AlternateContent xmlns:mc="http://schemas.openxmlformats.org/markup-compatibility/2006">
                <mc:Choice xmlns:v="urn:schemas-microsoft-com:vml" Requires="v">
                  <p:oleObj name="Equation" r:id="rId14" imgW="139680" imgH="203040" progId="Equation.DSMT4">
                    <p:embed/>
                  </p:oleObj>
                </mc:Choice>
                <mc:Fallback>
                  <p:oleObj name="Equation" r:id="rId14" imgW="139680" imgH="203040" progId="Equation.DSMT4">
                    <p:embed/>
                    <p:pic>
                      <p:nvPicPr>
                        <p:cNvPr id="42" name="Objeto 41">
                          <a:extLst>
                            <a:ext uri="{FF2B5EF4-FFF2-40B4-BE49-F238E27FC236}">
                              <a16:creationId xmlns:a16="http://schemas.microsoft.com/office/drawing/2014/main" id="{C5A152EC-AA5B-423A-4804-3EEDD8AF0FA5}"/>
                            </a:ext>
                          </a:extLst>
                        </p:cNvPr>
                        <p:cNvPicPr/>
                        <p:nvPr/>
                      </p:nvPicPr>
                      <p:blipFill>
                        <a:blip r:embed="rId15"/>
                        <a:stretch>
                          <a:fillRect/>
                        </a:stretch>
                      </p:blipFill>
                      <p:spPr>
                        <a:xfrm>
                          <a:off x="2979142" y="1669932"/>
                          <a:ext cx="139700" cy="203200"/>
                        </a:xfrm>
                        <a:prstGeom prst="rect">
                          <a:avLst/>
                        </a:prstGeom>
                      </p:spPr>
                    </p:pic>
                  </p:oleObj>
                </mc:Fallback>
              </mc:AlternateContent>
            </a:graphicData>
          </a:graphic>
        </p:graphicFrame>
      </p:grpSp>
    </p:spTree>
    <p:extLst>
      <p:ext uri="{BB962C8B-B14F-4D97-AF65-F5344CB8AC3E}">
        <p14:creationId xmlns:p14="http://schemas.microsoft.com/office/powerpoint/2010/main" val="3949539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9">
            <a:extLst>
              <a:ext uri="{FF2B5EF4-FFF2-40B4-BE49-F238E27FC236}">
                <a16:creationId xmlns:a16="http://schemas.microsoft.com/office/drawing/2014/main" id="{7DE8AA96-3790-CF01-653F-10FFDF254922}"/>
              </a:ext>
            </a:extLst>
          </p:cNvPr>
          <p:cNvSpPr txBox="1">
            <a:spLocks noChangeArrowheads="1"/>
          </p:cNvSpPr>
          <p:nvPr/>
        </p:nvSpPr>
        <p:spPr bwMode="hidden">
          <a:xfrm>
            <a:off x="416883" y="1142817"/>
            <a:ext cx="4680867"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s-ES" altLang="es-CL" sz="1600" dirty="0">
                <a:solidFill>
                  <a:srgbClr val="FF0000"/>
                </a:solidFill>
                <a:latin typeface="Arial" charset="0"/>
              </a:rPr>
              <a:t>Ejemplo 10</a:t>
            </a:r>
            <a:r>
              <a:rPr lang="es-ES" altLang="es-CL" sz="1600" dirty="0">
                <a:latin typeface="Arial" charset="0"/>
              </a:rPr>
              <a:t>: Un cuerpo de masa 25[kg] se encuentra sobre un plano inclinado con coeficiente de roce 0,2 y está unido por una cuerda de masa despreciable a un cuerpo de masa 15[kg], tal como se muestra en la figura. Determinar el coeficiente de roce en el cuerpo de 5[kg] para que el sistema se encuentre en equilibrio.</a:t>
            </a:r>
          </a:p>
          <a:p>
            <a:pPr algn="just"/>
            <a:endParaRPr lang="es-ES" altLang="es-CL" sz="1600" dirty="0">
              <a:latin typeface="Arial" charset="0"/>
            </a:endParaRPr>
          </a:p>
          <a:p>
            <a:pPr algn="just"/>
            <a:endParaRPr lang="es-ES" altLang="es-CL" sz="1600" dirty="0">
              <a:latin typeface="Arial" charset="0"/>
            </a:endParaRPr>
          </a:p>
          <a:p>
            <a:pPr algn="just"/>
            <a:r>
              <a:rPr lang="es-ES" altLang="es-CL" sz="1600" dirty="0">
                <a:solidFill>
                  <a:srgbClr val="0070C0"/>
                </a:solidFill>
                <a:latin typeface="Arial" charset="0"/>
              </a:rPr>
              <a:t>N1=241	f1=48,2	T=112,9	N2=86	f2=9,9	</a:t>
            </a:r>
            <a:r>
              <a:rPr lang="es-ES" altLang="es-CL" sz="1600" dirty="0">
                <a:solidFill>
                  <a:srgbClr val="0070C0"/>
                </a:solidFill>
                <a:latin typeface="Symbol" panose="05050102010706020507" pitchFamily="18" charset="2"/>
              </a:rPr>
              <a:t>m</a:t>
            </a:r>
            <a:r>
              <a:rPr lang="es-ES" altLang="es-CL" sz="1600" dirty="0">
                <a:solidFill>
                  <a:srgbClr val="0070C0"/>
                </a:solidFill>
                <a:latin typeface="Arial" charset="0"/>
              </a:rPr>
              <a:t>2=0,1</a:t>
            </a:r>
          </a:p>
          <a:p>
            <a:pPr algn="just"/>
            <a:endParaRPr lang="es-VE" altLang="es-CL" sz="1600" dirty="0">
              <a:latin typeface="Arial" charset="0"/>
            </a:endParaRPr>
          </a:p>
        </p:txBody>
      </p:sp>
      <p:grpSp>
        <p:nvGrpSpPr>
          <p:cNvPr id="19" name="Grupo 18">
            <a:extLst>
              <a:ext uri="{FF2B5EF4-FFF2-40B4-BE49-F238E27FC236}">
                <a16:creationId xmlns:a16="http://schemas.microsoft.com/office/drawing/2014/main" id="{D25E81ED-C5F3-97B0-B3C5-BA1BC82F204E}"/>
              </a:ext>
            </a:extLst>
          </p:cNvPr>
          <p:cNvGrpSpPr/>
          <p:nvPr/>
        </p:nvGrpSpPr>
        <p:grpSpPr>
          <a:xfrm>
            <a:off x="5292080" y="1196752"/>
            <a:ext cx="3591267" cy="1674091"/>
            <a:chOff x="5220072" y="1061377"/>
            <a:chExt cx="3591267" cy="1674091"/>
          </a:xfrm>
        </p:grpSpPr>
        <p:grpSp>
          <p:nvGrpSpPr>
            <p:cNvPr id="4" name="Grupo 3">
              <a:extLst>
                <a:ext uri="{FF2B5EF4-FFF2-40B4-BE49-F238E27FC236}">
                  <a16:creationId xmlns:a16="http://schemas.microsoft.com/office/drawing/2014/main" id="{16198249-5821-34A9-E311-78A4EEF015B3}"/>
                </a:ext>
              </a:extLst>
            </p:cNvPr>
            <p:cNvGrpSpPr/>
            <p:nvPr/>
          </p:nvGrpSpPr>
          <p:grpSpPr>
            <a:xfrm>
              <a:off x="5220072" y="1329902"/>
              <a:ext cx="3591267" cy="1405566"/>
              <a:chOff x="459979" y="1078407"/>
              <a:chExt cx="3591267" cy="1405566"/>
            </a:xfrm>
          </p:grpSpPr>
          <p:sp>
            <p:nvSpPr>
              <p:cNvPr id="5" name="Elipse 4">
                <a:extLst>
                  <a:ext uri="{FF2B5EF4-FFF2-40B4-BE49-F238E27FC236}">
                    <a16:creationId xmlns:a16="http://schemas.microsoft.com/office/drawing/2014/main" id="{66385134-6BDF-D5B5-D24B-8BF3E71F3F79}"/>
                  </a:ext>
                </a:extLst>
              </p:cNvPr>
              <p:cNvSpPr/>
              <p:nvPr/>
            </p:nvSpPr>
            <p:spPr>
              <a:xfrm>
                <a:off x="3212523" y="1078407"/>
                <a:ext cx="198543" cy="209974"/>
              </a:xfrm>
              <a:prstGeom prst="ellipse">
                <a:avLst/>
              </a:prstGeom>
              <a:solidFill>
                <a:srgbClr val="996600"/>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a:p>
            </p:txBody>
          </p:sp>
          <p:sp>
            <p:nvSpPr>
              <p:cNvPr id="6" name="7 Rectángulo">
                <a:extLst>
                  <a:ext uri="{FF2B5EF4-FFF2-40B4-BE49-F238E27FC236}">
                    <a16:creationId xmlns:a16="http://schemas.microsoft.com/office/drawing/2014/main" id="{D6D8FB7F-E4B8-7F8D-34A0-C6F72E26C8A9}"/>
                  </a:ext>
                </a:extLst>
              </p:cNvPr>
              <p:cNvSpPr/>
              <p:nvPr/>
            </p:nvSpPr>
            <p:spPr bwMode="auto">
              <a:xfrm>
                <a:off x="3275856" y="1172176"/>
                <a:ext cx="48864" cy="232411"/>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L"/>
              </a:p>
            </p:txBody>
          </p:sp>
          <p:sp>
            <p:nvSpPr>
              <p:cNvPr id="7" name="8 Rectángulo">
                <a:extLst>
                  <a:ext uri="{FF2B5EF4-FFF2-40B4-BE49-F238E27FC236}">
                    <a16:creationId xmlns:a16="http://schemas.microsoft.com/office/drawing/2014/main" id="{B4BB5023-647C-D6B7-8A48-3AB2BF0F86F0}"/>
                  </a:ext>
                </a:extLst>
              </p:cNvPr>
              <p:cNvSpPr/>
              <p:nvPr/>
            </p:nvSpPr>
            <p:spPr bwMode="auto">
              <a:xfrm rot="20378104">
                <a:off x="459979" y="1852263"/>
                <a:ext cx="2952750" cy="73025"/>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cxnSp>
            <p:nvCxnSpPr>
              <p:cNvPr id="8" name="9 Conector recto">
                <a:extLst>
                  <a:ext uri="{FF2B5EF4-FFF2-40B4-BE49-F238E27FC236}">
                    <a16:creationId xmlns:a16="http://schemas.microsoft.com/office/drawing/2014/main" id="{D484F08B-315C-8CC2-6F80-C3514CF49740}"/>
                  </a:ext>
                </a:extLst>
              </p:cNvPr>
              <p:cNvCxnSpPr>
                <a:cxnSpLocks/>
                <a:stCxn id="7" idx="1"/>
              </p:cNvCxnSpPr>
              <p:nvPr/>
            </p:nvCxnSpPr>
            <p:spPr bwMode="auto">
              <a:xfrm>
                <a:off x="552260" y="2402552"/>
                <a:ext cx="3227652" cy="37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11 Rectángulo redondeado">
                <a:extLst>
                  <a:ext uri="{FF2B5EF4-FFF2-40B4-BE49-F238E27FC236}">
                    <a16:creationId xmlns:a16="http://schemas.microsoft.com/office/drawing/2014/main" id="{ADE318B7-DEA6-6E3F-67B5-E028D7917C88}"/>
                  </a:ext>
                </a:extLst>
              </p:cNvPr>
              <p:cNvSpPr/>
              <p:nvPr/>
            </p:nvSpPr>
            <p:spPr bwMode="auto">
              <a:xfrm rot="20435918">
                <a:off x="1786204" y="1533139"/>
                <a:ext cx="297767" cy="306312"/>
              </a:xfrm>
              <a:prstGeom prst="roundRect">
                <a:avLst/>
              </a:prstGeom>
              <a:pattFill prst="lgConfetti">
                <a:fgClr>
                  <a:srgbClr val="008000"/>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b="1" dirty="0">
                  <a:solidFill>
                    <a:schemeClr val="tx1"/>
                  </a:solidFill>
                </a:endParaRPr>
              </a:p>
            </p:txBody>
          </p:sp>
          <p:sp>
            <p:nvSpPr>
              <p:cNvPr id="10" name="8 Rectángulo">
                <a:extLst>
                  <a:ext uri="{FF2B5EF4-FFF2-40B4-BE49-F238E27FC236}">
                    <a16:creationId xmlns:a16="http://schemas.microsoft.com/office/drawing/2014/main" id="{6E8D8A0D-E3BA-EE3F-2E31-AC0DA2CBF8F0}"/>
                  </a:ext>
                </a:extLst>
              </p:cNvPr>
              <p:cNvSpPr/>
              <p:nvPr/>
            </p:nvSpPr>
            <p:spPr bwMode="auto">
              <a:xfrm rot="3676650" flipV="1">
                <a:off x="2945428" y="1835045"/>
                <a:ext cx="1190712" cy="107143"/>
              </a:xfrm>
              <a:prstGeom prst="rect">
                <a:avLst/>
              </a:prstGeom>
              <a:pattFill prst="divot">
                <a:fgClr>
                  <a:schemeClr val="tx1"/>
                </a:fgClr>
                <a:bgClr>
                  <a:schemeClr val="bg1"/>
                </a:bgClr>
              </a:patt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1" name="11 Rectángulo redondeado">
                <a:extLst>
                  <a:ext uri="{FF2B5EF4-FFF2-40B4-BE49-F238E27FC236}">
                    <a16:creationId xmlns:a16="http://schemas.microsoft.com/office/drawing/2014/main" id="{F9AD8FAF-91F9-1061-2F6E-19F597DBBF43}"/>
                  </a:ext>
                </a:extLst>
              </p:cNvPr>
              <p:cNvSpPr/>
              <p:nvPr/>
            </p:nvSpPr>
            <p:spPr bwMode="auto">
              <a:xfrm rot="3679488">
                <a:off x="3484878" y="1510979"/>
                <a:ext cx="230559" cy="234728"/>
              </a:xfrm>
              <a:prstGeom prst="roundRect">
                <a:avLst/>
              </a:prstGeom>
              <a:pattFill prst="lgConfetti">
                <a:fgClr>
                  <a:schemeClr val="bg1">
                    <a:lumMod val="50000"/>
                  </a:schemeClr>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b="1" dirty="0">
                  <a:solidFill>
                    <a:schemeClr val="tx1"/>
                  </a:solidFill>
                </a:endParaRPr>
              </a:p>
            </p:txBody>
          </p:sp>
          <p:cxnSp>
            <p:nvCxnSpPr>
              <p:cNvPr id="12" name="Conector recto 11">
                <a:extLst>
                  <a:ext uri="{FF2B5EF4-FFF2-40B4-BE49-F238E27FC236}">
                    <a16:creationId xmlns:a16="http://schemas.microsoft.com/office/drawing/2014/main" id="{E67756DC-A99A-DA94-A58D-051C4926EDC6}"/>
                  </a:ext>
                </a:extLst>
              </p:cNvPr>
              <p:cNvCxnSpPr>
                <a:cxnSpLocks/>
                <a:stCxn id="5" idx="6"/>
              </p:cNvCxnSpPr>
              <p:nvPr/>
            </p:nvCxnSpPr>
            <p:spPr>
              <a:xfrm>
                <a:off x="3411066" y="1183394"/>
                <a:ext cx="163984" cy="3088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4288A7BA-6CB6-CF93-C33E-518DE4CF7106}"/>
                  </a:ext>
                </a:extLst>
              </p:cNvPr>
              <p:cNvCxnSpPr>
                <a:stCxn id="5" idx="0"/>
                <a:endCxn id="9" idx="3"/>
              </p:cNvCxnSpPr>
              <p:nvPr/>
            </p:nvCxnSpPr>
            <p:spPr>
              <a:xfrm flipH="1">
                <a:off x="2057400" y="1078407"/>
                <a:ext cx="1254395" cy="483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0C58F9DC-42EA-8534-8F10-D64B2F6467C7}"/>
                  </a:ext>
                </a:extLst>
              </p:cNvPr>
              <p:cNvSpPr txBox="1"/>
              <p:nvPr/>
            </p:nvSpPr>
            <p:spPr>
              <a:xfrm>
                <a:off x="1218631" y="2157914"/>
                <a:ext cx="415498" cy="276999"/>
              </a:xfrm>
              <a:prstGeom prst="rect">
                <a:avLst/>
              </a:prstGeom>
              <a:noFill/>
            </p:spPr>
            <p:txBody>
              <a:bodyPr wrap="none" rtlCol="0">
                <a:spAutoFit/>
              </a:bodyPr>
              <a:lstStyle/>
              <a:p>
                <a:r>
                  <a:rPr lang="es-MX" sz="1200" dirty="0"/>
                  <a:t>15°</a:t>
                </a:r>
                <a:endParaRPr lang="es-CL" sz="1200" dirty="0"/>
              </a:p>
            </p:txBody>
          </p:sp>
          <p:sp>
            <p:nvSpPr>
              <p:cNvPr id="15" name="CuadroTexto 14">
                <a:extLst>
                  <a:ext uri="{FF2B5EF4-FFF2-40B4-BE49-F238E27FC236}">
                    <a16:creationId xmlns:a16="http://schemas.microsoft.com/office/drawing/2014/main" id="{702717C3-D390-C7B5-664B-27B5FC589623}"/>
                  </a:ext>
                </a:extLst>
              </p:cNvPr>
              <p:cNvSpPr txBox="1"/>
              <p:nvPr/>
            </p:nvSpPr>
            <p:spPr>
              <a:xfrm>
                <a:off x="3297607" y="2143986"/>
                <a:ext cx="415498" cy="276999"/>
              </a:xfrm>
              <a:prstGeom prst="rect">
                <a:avLst/>
              </a:prstGeom>
              <a:noFill/>
            </p:spPr>
            <p:txBody>
              <a:bodyPr wrap="none" rtlCol="0">
                <a:spAutoFit/>
              </a:bodyPr>
              <a:lstStyle/>
              <a:p>
                <a:r>
                  <a:rPr lang="es-MX" sz="1200" dirty="0"/>
                  <a:t>55°</a:t>
                </a:r>
                <a:endParaRPr lang="es-CL" sz="1200" dirty="0"/>
              </a:p>
            </p:txBody>
          </p:sp>
          <p:sp>
            <p:nvSpPr>
              <p:cNvPr id="16" name="CuadroTexto 15">
                <a:extLst>
                  <a:ext uri="{FF2B5EF4-FFF2-40B4-BE49-F238E27FC236}">
                    <a16:creationId xmlns:a16="http://schemas.microsoft.com/office/drawing/2014/main" id="{1B1E3637-F1CB-07EB-5FB1-DFE5194908DF}"/>
                  </a:ext>
                </a:extLst>
              </p:cNvPr>
              <p:cNvSpPr txBox="1"/>
              <p:nvPr/>
            </p:nvSpPr>
            <p:spPr>
              <a:xfrm>
                <a:off x="3661396" y="1404587"/>
                <a:ext cx="389850" cy="246221"/>
              </a:xfrm>
              <a:prstGeom prst="rect">
                <a:avLst/>
              </a:prstGeom>
              <a:noFill/>
            </p:spPr>
            <p:txBody>
              <a:bodyPr wrap="none" rtlCol="0">
                <a:spAutoFit/>
              </a:bodyPr>
              <a:lstStyle/>
              <a:p>
                <a:r>
                  <a:rPr lang="es-MX" sz="1000" dirty="0"/>
                  <a:t>5kg</a:t>
                </a:r>
                <a:endParaRPr lang="es-CL" sz="1000" dirty="0"/>
              </a:p>
            </p:txBody>
          </p:sp>
          <p:sp>
            <p:nvSpPr>
              <p:cNvPr id="17" name="CuadroTexto 16">
                <a:extLst>
                  <a:ext uri="{FF2B5EF4-FFF2-40B4-BE49-F238E27FC236}">
                    <a16:creationId xmlns:a16="http://schemas.microsoft.com/office/drawing/2014/main" id="{F9F85991-82B8-A9BB-02CB-C389AB0A0224}"/>
                  </a:ext>
                </a:extLst>
              </p:cNvPr>
              <p:cNvSpPr txBox="1"/>
              <p:nvPr/>
            </p:nvSpPr>
            <p:spPr>
              <a:xfrm>
                <a:off x="1403648" y="1366224"/>
                <a:ext cx="460382" cy="246221"/>
              </a:xfrm>
              <a:prstGeom prst="rect">
                <a:avLst/>
              </a:prstGeom>
              <a:noFill/>
            </p:spPr>
            <p:txBody>
              <a:bodyPr wrap="none" rtlCol="0">
                <a:spAutoFit/>
              </a:bodyPr>
              <a:lstStyle/>
              <a:p>
                <a:r>
                  <a:rPr lang="es-MX" sz="1000" dirty="0"/>
                  <a:t>25kg</a:t>
                </a:r>
                <a:endParaRPr lang="es-CL" sz="1000" dirty="0"/>
              </a:p>
            </p:txBody>
          </p:sp>
        </p:grpSp>
        <p:sp>
          <p:nvSpPr>
            <p:cNvPr id="18" name="Arco 17">
              <a:extLst>
                <a:ext uri="{FF2B5EF4-FFF2-40B4-BE49-F238E27FC236}">
                  <a16:creationId xmlns:a16="http://schemas.microsoft.com/office/drawing/2014/main" id="{BD9B3E68-ACA3-9A8A-50C4-1EDE293C62B0}"/>
                </a:ext>
              </a:extLst>
            </p:cNvPr>
            <p:cNvSpPr/>
            <p:nvPr/>
          </p:nvSpPr>
          <p:spPr bwMode="auto">
            <a:xfrm rot="21316770">
              <a:off x="7447993" y="1061377"/>
              <a:ext cx="991696" cy="936702"/>
            </a:xfrm>
            <a:prstGeom prst="arc">
              <a:avLst>
                <a:gd name="adj1" fmla="val 14603382"/>
                <a:gd name="adj2" fmla="val 20510082"/>
              </a:avLst>
            </a:prstGeom>
            <a:noFill/>
            <a:ln w="28575" cap="flat" cmpd="sng" algn="ctr">
              <a:solidFill>
                <a:srgbClr val="008000"/>
              </a:solidFill>
              <a:prstDash val="solid"/>
              <a:round/>
              <a:headEnd type="none" w="med" len="med"/>
              <a:tailEnd type="arrow"/>
            </a:ln>
            <a:effectLst/>
          </p:spPr>
          <p:txBody>
            <a:bodyPr rtlCol="0" anchor="ctr"/>
            <a:lstStyle/>
            <a:p>
              <a:pPr algn="ctr"/>
              <a:endParaRPr lang="es-CL"/>
            </a:p>
          </p:txBody>
        </p:sp>
      </p:grpSp>
      <p:sp>
        <p:nvSpPr>
          <p:cNvPr id="20" name="Text Box 4">
            <a:extLst>
              <a:ext uri="{FF2B5EF4-FFF2-40B4-BE49-F238E27FC236}">
                <a16:creationId xmlns:a16="http://schemas.microsoft.com/office/drawing/2014/main" id="{3901B84E-FAB8-A0CF-1188-2336A7D984B8}"/>
              </a:ext>
            </a:extLst>
          </p:cNvPr>
          <p:cNvSpPr txBox="1">
            <a:spLocks noChangeArrowheads="1"/>
          </p:cNvSpPr>
          <p:nvPr/>
        </p:nvSpPr>
        <p:spPr bwMode="hidden">
          <a:xfrm>
            <a:off x="395288" y="26035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7550" eaLnBrk="0" hangingPunct="0">
              <a:defRPr>
                <a:solidFill>
                  <a:schemeClr val="tx1"/>
                </a:solidFill>
                <a:latin typeface="Tahoma" pitchFamily="34" charset="0"/>
              </a:defRPr>
            </a:lvl1pPr>
            <a:lvl2pPr marL="742950" indent="-285750" defTabSz="717550" eaLnBrk="0" hangingPunct="0">
              <a:defRPr>
                <a:solidFill>
                  <a:schemeClr val="tx1"/>
                </a:solidFill>
                <a:latin typeface="Tahoma" pitchFamily="34" charset="0"/>
              </a:defRPr>
            </a:lvl2pPr>
            <a:lvl3pPr marL="1143000" indent="-228600" defTabSz="717550" eaLnBrk="0" hangingPunct="0">
              <a:defRPr>
                <a:solidFill>
                  <a:schemeClr val="tx1"/>
                </a:solidFill>
                <a:latin typeface="Tahoma" pitchFamily="34" charset="0"/>
              </a:defRPr>
            </a:lvl3pPr>
            <a:lvl4pPr marL="1600200" indent="-228600" defTabSz="717550" eaLnBrk="0" hangingPunct="0">
              <a:defRPr>
                <a:solidFill>
                  <a:schemeClr val="tx1"/>
                </a:solidFill>
                <a:latin typeface="Tahoma" pitchFamily="34" charset="0"/>
              </a:defRPr>
            </a:lvl4pPr>
            <a:lvl5pPr marL="2057400" indent="-228600" defTabSz="717550" eaLnBrk="0" hangingPunct="0">
              <a:defRPr>
                <a:solidFill>
                  <a:schemeClr val="tx1"/>
                </a:solidFill>
                <a:latin typeface="Tahoma" pitchFamily="34" charset="0"/>
              </a:defRPr>
            </a:lvl5pPr>
            <a:lvl6pPr marL="2514600" indent="-228600" algn="ctr" defTabSz="717550" eaLnBrk="0" fontAlgn="base" hangingPunct="0">
              <a:spcBef>
                <a:spcPct val="0"/>
              </a:spcBef>
              <a:spcAft>
                <a:spcPct val="0"/>
              </a:spcAft>
              <a:defRPr>
                <a:solidFill>
                  <a:schemeClr val="tx1"/>
                </a:solidFill>
                <a:latin typeface="Tahoma" pitchFamily="34" charset="0"/>
              </a:defRPr>
            </a:lvl6pPr>
            <a:lvl7pPr marL="2971800" indent="-228600" algn="ctr" defTabSz="717550" eaLnBrk="0" fontAlgn="base" hangingPunct="0">
              <a:spcBef>
                <a:spcPct val="0"/>
              </a:spcBef>
              <a:spcAft>
                <a:spcPct val="0"/>
              </a:spcAft>
              <a:defRPr>
                <a:solidFill>
                  <a:schemeClr val="tx1"/>
                </a:solidFill>
                <a:latin typeface="Tahoma" pitchFamily="34" charset="0"/>
              </a:defRPr>
            </a:lvl7pPr>
            <a:lvl8pPr marL="3429000" indent="-228600" algn="ctr" defTabSz="717550" eaLnBrk="0" fontAlgn="base" hangingPunct="0">
              <a:spcBef>
                <a:spcPct val="0"/>
              </a:spcBef>
              <a:spcAft>
                <a:spcPct val="0"/>
              </a:spcAft>
              <a:defRPr>
                <a:solidFill>
                  <a:schemeClr val="tx1"/>
                </a:solidFill>
                <a:latin typeface="Tahoma" pitchFamily="34" charset="0"/>
              </a:defRPr>
            </a:lvl8pPr>
            <a:lvl9pPr marL="3886200" indent="-228600" algn="ctr" defTabSz="717550" eaLnBrk="0" fontAlgn="base" hangingPunct="0">
              <a:spcBef>
                <a:spcPct val="0"/>
              </a:spcBef>
              <a:spcAft>
                <a:spcPct val="0"/>
              </a:spcAft>
              <a:defRPr>
                <a:solidFill>
                  <a:schemeClr val="tx1"/>
                </a:solidFill>
                <a:latin typeface="Tahoma" pitchFamily="34" charset="0"/>
              </a:defRPr>
            </a:lvl9pPr>
          </a:lstStyle>
          <a:p>
            <a:pPr algn="just" eaLnBrk="1" hangingPunct="1">
              <a:buFont typeface="Tahoma" pitchFamily="34" charset="0"/>
              <a:buChar char="¥"/>
            </a:pPr>
            <a:r>
              <a:rPr lang="es-ES" altLang="es-CL" sz="1600" b="1">
                <a:latin typeface="Arial" charset="0"/>
              </a:rPr>
              <a:t> LEYES DE MOVIMIENTO EJERCICIOS DE APLICACIÓN</a:t>
            </a:r>
            <a:r>
              <a:rPr lang="es-ES" altLang="es-CL" sz="1600">
                <a:latin typeface="Arial" charset="0"/>
              </a:rPr>
              <a:t> </a:t>
            </a:r>
          </a:p>
        </p:txBody>
      </p:sp>
    </p:spTree>
    <p:extLst>
      <p:ext uri="{BB962C8B-B14F-4D97-AF65-F5344CB8AC3E}">
        <p14:creationId xmlns:p14="http://schemas.microsoft.com/office/powerpoint/2010/main" val="30215613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p:cNvSpPr>
            <a:spLocks noChangeArrowheads="1"/>
          </p:cNvSpPr>
          <p:nvPr/>
        </p:nvSpPr>
        <p:spPr bwMode="hidden">
          <a:xfrm>
            <a:off x="5220072" y="2492896"/>
            <a:ext cx="2808288" cy="1511300"/>
          </a:xfrm>
          <a:prstGeom prst="wedgeEllipseCallout">
            <a:avLst>
              <a:gd name="adj1" fmla="val -97542"/>
              <a:gd name="adj2" fmla="val 104306"/>
            </a:avLst>
          </a:prstGeom>
          <a:ln/>
        </p:spPr>
        <p:style>
          <a:lnRef idx="1">
            <a:schemeClr val="dk1"/>
          </a:lnRef>
          <a:fillRef idx="2">
            <a:schemeClr val="dk1"/>
          </a:fillRef>
          <a:effectRef idx="1">
            <a:schemeClr val="dk1"/>
          </a:effectRef>
          <a:fontRef idx="minor">
            <a:schemeClr val="dk1"/>
          </a:fontRef>
        </p:style>
        <p:txBody>
          <a:bodyPr anchor="ctr"/>
          <a:lstStyle/>
          <a:p>
            <a:pPr>
              <a:defRPr/>
            </a:pPr>
            <a:r>
              <a:rPr lang="es-ES" sz="2400" dirty="0">
                <a:solidFill>
                  <a:srgbClr val="000000"/>
                </a:solidFill>
              </a:rPr>
              <a:t>Hasta la próxima clase</a:t>
            </a:r>
            <a:endParaRPr lang="es-VE" sz="2400" dirty="0">
              <a:solidFill>
                <a:srgbClr val="000000"/>
              </a:solidFill>
            </a:endParaRPr>
          </a:p>
        </p:txBody>
      </p:sp>
      <p:grpSp>
        <p:nvGrpSpPr>
          <p:cNvPr id="3" name="2 Grupo"/>
          <p:cNvGrpSpPr/>
          <p:nvPr/>
        </p:nvGrpSpPr>
        <p:grpSpPr>
          <a:xfrm>
            <a:off x="3492872" y="4853508"/>
            <a:ext cx="468313" cy="1349375"/>
            <a:chOff x="3924300" y="4349750"/>
            <a:chExt cx="468313" cy="1349375"/>
          </a:xfrm>
        </p:grpSpPr>
        <p:sp>
          <p:nvSpPr>
            <p:cNvPr id="4" name="Oval 6"/>
            <p:cNvSpPr>
              <a:spLocks noChangeArrowheads="1"/>
            </p:cNvSpPr>
            <p:nvPr/>
          </p:nvSpPr>
          <p:spPr bwMode="hidden">
            <a:xfrm flipH="1">
              <a:off x="4167188" y="4394200"/>
              <a:ext cx="112712" cy="171450"/>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solidFill>
                  <a:srgbClr val="000000"/>
                </a:solidFill>
              </a:endParaRPr>
            </a:p>
          </p:txBody>
        </p:sp>
        <p:sp>
          <p:nvSpPr>
            <p:cNvPr id="5" name="Line 7"/>
            <p:cNvSpPr>
              <a:spLocks noChangeShapeType="1"/>
            </p:cNvSpPr>
            <p:nvPr/>
          </p:nvSpPr>
          <p:spPr bwMode="hidden">
            <a:xfrm flipH="1">
              <a:off x="4241800" y="4565650"/>
              <a:ext cx="0" cy="54451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6" name="Line 10"/>
            <p:cNvSpPr>
              <a:spLocks noChangeShapeType="1"/>
            </p:cNvSpPr>
            <p:nvPr/>
          </p:nvSpPr>
          <p:spPr bwMode="hidden">
            <a:xfrm>
              <a:off x="4241800" y="4651375"/>
              <a:ext cx="112713" cy="20161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7" name="Line 11"/>
            <p:cNvSpPr>
              <a:spLocks noChangeShapeType="1"/>
            </p:cNvSpPr>
            <p:nvPr/>
          </p:nvSpPr>
          <p:spPr bwMode="hidden">
            <a:xfrm flipH="1">
              <a:off x="4205288" y="4852988"/>
              <a:ext cx="149225" cy="1714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8" name="Line 12"/>
            <p:cNvSpPr>
              <a:spLocks noChangeShapeType="1"/>
            </p:cNvSpPr>
            <p:nvPr/>
          </p:nvSpPr>
          <p:spPr bwMode="hidden">
            <a:xfrm flipH="1">
              <a:off x="4017963" y="5110163"/>
              <a:ext cx="223837" cy="23018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9" name="Line 13"/>
            <p:cNvSpPr>
              <a:spLocks noChangeShapeType="1"/>
            </p:cNvSpPr>
            <p:nvPr/>
          </p:nvSpPr>
          <p:spPr bwMode="hidden">
            <a:xfrm>
              <a:off x="4017963" y="5340350"/>
              <a:ext cx="74612" cy="31591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10" name="Line 14"/>
            <p:cNvSpPr>
              <a:spLocks noChangeShapeType="1"/>
            </p:cNvSpPr>
            <p:nvPr/>
          </p:nvSpPr>
          <p:spPr bwMode="hidden">
            <a:xfrm flipH="1">
              <a:off x="4205288" y="5110163"/>
              <a:ext cx="36512" cy="28733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11" name="Line 15"/>
            <p:cNvSpPr>
              <a:spLocks noChangeShapeType="1"/>
            </p:cNvSpPr>
            <p:nvPr/>
          </p:nvSpPr>
          <p:spPr bwMode="hidden">
            <a:xfrm>
              <a:off x="4205288" y="5397500"/>
              <a:ext cx="187325" cy="2000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12" name="Oval 16"/>
            <p:cNvSpPr>
              <a:spLocks noChangeArrowheads="1"/>
            </p:cNvSpPr>
            <p:nvPr/>
          </p:nvSpPr>
          <p:spPr bwMode="hidden">
            <a:xfrm rot="5400000" flipH="1">
              <a:off x="4286251" y="5535612"/>
              <a:ext cx="44450" cy="168275"/>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solidFill>
                  <a:srgbClr val="000000"/>
                </a:solidFill>
              </a:endParaRPr>
            </a:p>
          </p:txBody>
        </p:sp>
        <p:sp>
          <p:nvSpPr>
            <p:cNvPr id="13" name="Oval 17"/>
            <p:cNvSpPr>
              <a:spLocks noChangeArrowheads="1"/>
            </p:cNvSpPr>
            <p:nvPr/>
          </p:nvSpPr>
          <p:spPr bwMode="hidden">
            <a:xfrm rot="5400000" flipH="1">
              <a:off x="3987007" y="5593556"/>
              <a:ext cx="42862" cy="168275"/>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solidFill>
                  <a:srgbClr val="000000"/>
                </a:solidFill>
              </a:endParaRPr>
            </a:p>
          </p:txBody>
        </p:sp>
        <p:sp>
          <p:nvSpPr>
            <p:cNvPr id="14" name="Line 18"/>
            <p:cNvSpPr>
              <a:spLocks noChangeShapeType="1"/>
            </p:cNvSpPr>
            <p:nvPr/>
          </p:nvSpPr>
          <p:spPr bwMode="hidden">
            <a:xfrm flipH="1">
              <a:off x="4056063" y="4422775"/>
              <a:ext cx="22383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15" name="Rectangle 19"/>
            <p:cNvSpPr>
              <a:spLocks noChangeArrowheads="1"/>
            </p:cNvSpPr>
            <p:nvPr/>
          </p:nvSpPr>
          <p:spPr bwMode="hidden">
            <a:xfrm flipH="1">
              <a:off x="4167188" y="4365625"/>
              <a:ext cx="112712" cy="57150"/>
            </a:xfrm>
            <a:prstGeom prst="rect">
              <a:avLst/>
            </a:prstGeom>
            <a:solidFill>
              <a:srgbClr val="0000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solidFill>
                  <a:srgbClr val="000000"/>
                </a:solidFill>
              </a:endParaRPr>
            </a:p>
          </p:txBody>
        </p:sp>
        <p:grpSp>
          <p:nvGrpSpPr>
            <p:cNvPr id="16" name="Group 22"/>
            <p:cNvGrpSpPr>
              <a:grpSpLocks/>
            </p:cNvGrpSpPr>
            <p:nvPr/>
          </p:nvGrpSpPr>
          <p:grpSpPr bwMode="auto">
            <a:xfrm rot="5400000">
              <a:off x="3938587" y="4346576"/>
              <a:ext cx="303213" cy="309562"/>
              <a:chOff x="2481" y="2930"/>
              <a:chExt cx="191" cy="195"/>
            </a:xfrm>
          </p:grpSpPr>
          <p:sp>
            <p:nvSpPr>
              <p:cNvPr id="18" name="Line 8"/>
              <p:cNvSpPr>
                <a:spLocks noChangeShapeType="1"/>
              </p:cNvSpPr>
              <p:nvPr/>
            </p:nvSpPr>
            <p:spPr bwMode="hidden">
              <a:xfrm flipH="1">
                <a:off x="2625" y="2930"/>
                <a:ext cx="47" cy="109"/>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19" name="Line 9"/>
              <p:cNvSpPr>
                <a:spLocks noChangeShapeType="1"/>
              </p:cNvSpPr>
              <p:nvPr/>
            </p:nvSpPr>
            <p:spPr bwMode="hidden">
              <a:xfrm flipH="1">
                <a:off x="2507" y="3039"/>
                <a:ext cx="118" cy="7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VE"/>
              </a:p>
            </p:txBody>
          </p:sp>
          <p:sp>
            <p:nvSpPr>
              <p:cNvPr id="20" name="Oval 20"/>
              <p:cNvSpPr>
                <a:spLocks noChangeArrowheads="1"/>
              </p:cNvSpPr>
              <p:nvPr/>
            </p:nvSpPr>
            <p:spPr bwMode="hidden">
              <a:xfrm rot="19854491" flipH="1">
                <a:off x="2481" y="3107"/>
                <a:ext cx="32" cy="18"/>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solidFill>
                    <a:srgbClr val="000000"/>
                  </a:solidFill>
                </a:endParaRPr>
              </a:p>
            </p:txBody>
          </p:sp>
        </p:grpSp>
        <p:sp>
          <p:nvSpPr>
            <p:cNvPr id="17" name="Oval 21"/>
            <p:cNvSpPr>
              <a:spLocks noChangeArrowheads="1"/>
            </p:cNvSpPr>
            <p:nvPr/>
          </p:nvSpPr>
          <p:spPr bwMode="hidden">
            <a:xfrm rot="19854491" flipH="1">
              <a:off x="4160838" y="5022850"/>
              <a:ext cx="50800" cy="28575"/>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
                <a:solidFill>
                  <a:srgbClr val="000000"/>
                </a:solidFill>
              </a:endParaRPr>
            </a:p>
          </p:txBody>
        </p:sp>
      </p:grpSp>
      <p:graphicFrame>
        <p:nvGraphicFramePr>
          <p:cNvPr id="21" name="20 Tabla"/>
          <p:cNvGraphicFramePr>
            <a:graphicFrameLocks noGrp="1"/>
          </p:cNvGraphicFramePr>
          <p:nvPr>
            <p:extLst>
              <p:ext uri="{D42A27DB-BD31-4B8C-83A1-F6EECF244321}">
                <p14:modId xmlns:p14="http://schemas.microsoft.com/office/powerpoint/2010/main" val="2284281197"/>
              </p:ext>
            </p:extLst>
          </p:nvPr>
        </p:nvGraphicFramePr>
        <p:xfrm>
          <a:off x="899592" y="980728"/>
          <a:ext cx="6988175" cy="830262"/>
        </p:xfrm>
        <a:graphic>
          <a:graphicData uri="http://schemas.openxmlformats.org/drawingml/2006/table">
            <a:tbl>
              <a:tblPr firstRow="1" bandRow="1">
                <a:tableStyleId>{5C22544A-7EE6-4342-B048-85BDC9FD1C3A}</a:tableStyleId>
              </a:tblPr>
              <a:tblGrid>
                <a:gridCol w="4176291">
                  <a:extLst>
                    <a:ext uri="{9D8B030D-6E8A-4147-A177-3AD203B41FA5}">
                      <a16:colId xmlns:a16="http://schemas.microsoft.com/office/drawing/2014/main" val="20000"/>
                    </a:ext>
                  </a:extLst>
                </a:gridCol>
                <a:gridCol w="2811884">
                  <a:extLst>
                    <a:ext uri="{9D8B030D-6E8A-4147-A177-3AD203B41FA5}">
                      <a16:colId xmlns:a16="http://schemas.microsoft.com/office/drawing/2014/main" val="20001"/>
                    </a:ext>
                  </a:extLst>
                </a:gridCol>
              </a:tblGrid>
              <a:tr h="830262">
                <a:tc>
                  <a:txBody>
                    <a:bodyPr/>
                    <a:lstStyle/>
                    <a:p>
                      <a:pPr algn="r"/>
                      <a:r>
                        <a:rPr lang="es-ES" sz="1400" b="1" dirty="0">
                          <a:solidFill>
                            <a:srgbClr val="000000"/>
                          </a:solidFill>
                          <a:latin typeface="Arial" charset="0"/>
                        </a:rPr>
                        <a:t>UNIVERSIDAD TECNOLOGICA DE CHILE</a:t>
                      </a:r>
                      <a:endParaRPr lang="es-VE" sz="1400" b="1" dirty="0">
                        <a:solidFill>
                          <a:srgbClr val="000000"/>
                        </a:solidFill>
                        <a:latin typeface="Arial" charset="0"/>
                      </a:endParaRPr>
                    </a:p>
                    <a:p>
                      <a:pPr algn="r"/>
                      <a:r>
                        <a:rPr lang="es-ES" sz="1400" b="1" dirty="0">
                          <a:solidFill>
                            <a:srgbClr val="000000"/>
                          </a:solidFill>
                          <a:latin typeface="Arial" charset="0"/>
                        </a:rPr>
                        <a:t>INSTITUTO PROFESIONAL</a:t>
                      </a:r>
                    </a:p>
                    <a:p>
                      <a:pPr algn="r"/>
                      <a:r>
                        <a:rPr lang="es-ES" sz="1400" b="1" dirty="0">
                          <a:solidFill>
                            <a:srgbClr val="000000"/>
                          </a:solidFill>
                          <a:latin typeface="Arial" charset="0"/>
                        </a:rPr>
                        <a:t>CENTRO DE FORMACION TECNICA</a:t>
                      </a:r>
                      <a:endParaRPr lang="es-VE" sz="1400" b="1" dirty="0">
                        <a:solidFill>
                          <a:srgbClr val="000000"/>
                        </a:solidFill>
                        <a:latin typeface="Arial" charset="0"/>
                      </a:endParaRPr>
                    </a:p>
                  </a:txBody>
                  <a:tcPr marL="91436" marR="91436" marT="45723" marB="4572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s-ES" sz="1400" dirty="0"/>
                    </a:p>
                  </a:txBody>
                  <a:tcPr marL="91436" marR="91436" marT="45723" marB="45723">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pic>
        <p:nvPicPr>
          <p:cNvPr id="22" name="0 Imagen"/>
          <p:cNvPicPr>
            <a:picLocks noChangeAspect="1" noChangeArrowheads="1"/>
          </p:cNvPicPr>
          <p:nvPr/>
        </p:nvPicPr>
        <p:blipFill>
          <a:blip r:embed="rId2">
            <a:extLst>
              <a:ext uri="{28A0092B-C50C-407E-A947-70E740481C1C}">
                <a14:useLocalDpi xmlns:a14="http://schemas.microsoft.com/office/drawing/2010/main" val="0"/>
              </a:ext>
            </a:extLst>
          </a:blip>
          <a:srcRect l="53027"/>
          <a:stretch>
            <a:fillRect/>
          </a:stretch>
        </p:blipFill>
        <p:spPr bwMode="auto">
          <a:xfrm>
            <a:off x="5220072" y="1051037"/>
            <a:ext cx="2592288" cy="73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4542257"/>
      </p:ext>
    </p:extLst>
  </p:cSld>
  <p:clrMapOvr>
    <a:masterClrMapping/>
  </p:clrMapOvr>
</p:sld>
</file>

<file path=ppt/theme/theme1.xml><?xml version="1.0" encoding="utf-8"?>
<a:theme xmlns:a="http://schemas.openxmlformats.org/drawingml/2006/main" name="Perfil">
  <a:themeElements>
    <a:clrScheme name="Perfil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esentacion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s-CL" sz="1800" b="0" i="0" u="none" strike="noStrike" cap="none" normalizeH="0" baseline="0" smtClean="0">
            <a:ln>
              <a:noFill/>
            </a:ln>
            <a:solidFill>
              <a:schemeClr val="tx1"/>
            </a:solidFill>
            <a:effectLst/>
            <a:latin typeface="Tahoma" pitchFamily="34" charset="0"/>
          </a:defRPr>
        </a:defPPr>
      </a:lstStyle>
    </a:spDef>
    <a:lnDef>
      <a:spPr bwMode="auto">
        <a:solidFill>
          <a:schemeClr val="accent1"/>
        </a:solidFill>
        <a:ln w="28575" cap="flat" cmpd="sng" algn="ctr">
          <a:solidFill>
            <a:srgbClr val="008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Perfil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erfil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erfil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erfil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erfil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erfil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erfil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erfil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erfil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Curtain Call</Template>
  <TotalTime>8147</TotalTime>
  <Words>2974</Words>
  <Application>Microsoft Office PowerPoint</Application>
  <PresentationFormat>Presentación en pantalla (4:3)</PresentationFormat>
  <Paragraphs>314</Paragraphs>
  <Slides>37</Slides>
  <Notes>0</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3</vt:i4>
      </vt:variant>
      <vt:variant>
        <vt:lpstr>Títulos de diapositiva</vt:lpstr>
      </vt:variant>
      <vt:variant>
        <vt:i4>37</vt:i4>
      </vt:variant>
    </vt:vector>
  </HeadingPairs>
  <TitlesOfParts>
    <vt:vector size="47" baseType="lpstr">
      <vt:lpstr>Arial</vt:lpstr>
      <vt:lpstr>Symbol</vt:lpstr>
      <vt:lpstr>Tahoma</vt:lpstr>
      <vt:lpstr>Times New Roman</vt:lpstr>
      <vt:lpstr>Verdana</vt:lpstr>
      <vt:lpstr>Wingdings</vt:lpstr>
      <vt:lpstr>Perfil</vt:lpstr>
      <vt:lpstr>Ecuación</vt:lpstr>
      <vt:lpstr>Equation</vt:lpstr>
      <vt:lpstr>MathType 7.0 Equation</vt:lpstr>
      <vt:lpstr>TERCERA UNIDAD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Vectores</dc:title>
  <dc:subject>Clases Propedeutico</dc:subject>
  <dc:creator>Juan Retamal</dc:creator>
  <cp:lastModifiedBy>Juan Víctor Retamal Gonzalez</cp:lastModifiedBy>
  <cp:revision>376</cp:revision>
  <cp:lastPrinted>1601-01-01T00:00:00Z</cp:lastPrinted>
  <dcterms:created xsi:type="dcterms:W3CDTF">2004-02-18T03:53:30Z</dcterms:created>
  <dcterms:modified xsi:type="dcterms:W3CDTF">2025-05-26T19:22:47Z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9</vt:i4>
  </property>
</Properties>
</file>